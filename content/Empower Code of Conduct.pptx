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315" r:id="rId3"/>
    <p:sldId id="316" r:id="rId4"/>
    <p:sldId id="317" r:id="rId5"/>
    <p:sldId id="320" r:id="rId6"/>
    <p:sldId id="321" r:id="rId7"/>
    <p:sldId id="322" r:id="rId8"/>
    <p:sldId id="323" r:id="rId9"/>
    <p:sldId id="324" r:id="rId10"/>
    <p:sldId id="325" r:id="rId11"/>
    <p:sldId id="326" r:id="rId12"/>
    <p:sldId id="327" r:id="rId13"/>
    <p:sldId id="328" r:id="rId14"/>
    <p:sldId id="329" r:id="rId15"/>
    <p:sldId id="330" r:id="rId16"/>
    <p:sldId id="331" r:id="rId17"/>
    <p:sldId id="332" r:id="rId18"/>
    <p:sldId id="335" r:id="rId19"/>
    <p:sldId id="336" r:id="rId20"/>
    <p:sldId id="33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F64A36-10C7-4F06-B57B-5147633F4A98}" v="4" dt="2025-09-02T05:51:03.4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97" autoAdjust="0"/>
    <p:restoredTop sz="94660"/>
  </p:normalViewPr>
  <p:slideViewPr>
    <p:cSldViewPr snapToGrid="0">
      <p:cViewPr varScale="1">
        <p:scale>
          <a:sx n="45" d="100"/>
          <a:sy n="45" d="100"/>
        </p:scale>
        <p:origin x="960" y="2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Herring" userId="dca6c1b9ae6792aa" providerId="LiveId" clId="{59076A4C-DBC8-4720-9B53-C317FE2881C6}"/>
    <pc:docChg chg="undo custSel modSld modMainMaster">
      <pc:chgData name="Chris Herring" userId="dca6c1b9ae6792aa" providerId="LiveId" clId="{59076A4C-DBC8-4720-9B53-C317FE2881C6}" dt="2025-09-02T05:51:40.032" v="53" actId="20577"/>
      <pc:docMkLst>
        <pc:docMk/>
      </pc:docMkLst>
      <pc:sldChg chg="delSp mod modClrScheme chgLayout">
        <pc:chgData name="Chris Herring" userId="dca6c1b9ae6792aa" providerId="LiveId" clId="{59076A4C-DBC8-4720-9B53-C317FE2881C6}" dt="2025-09-02T05:51:13.861" v="14" actId="700"/>
        <pc:sldMkLst>
          <pc:docMk/>
          <pc:sldMk cId="2391961925" sldId="256"/>
        </pc:sldMkLst>
        <pc:spChg chg="del">
          <ac:chgData name="Chris Herring" userId="dca6c1b9ae6792aa" providerId="LiveId" clId="{59076A4C-DBC8-4720-9B53-C317FE2881C6}" dt="2025-09-02T05:48:48.302" v="0" actId="700"/>
          <ac:spMkLst>
            <pc:docMk/>
            <pc:sldMk cId="2391961925" sldId="256"/>
            <ac:spMk id="2" creationId="{421FB1BA-29B0-E5AD-6D55-B950950CA2F3}"/>
          </ac:spMkLst>
        </pc:spChg>
        <pc:spChg chg="del">
          <ac:chgData name="Chris Herring" userId="dca6c1b9ae6792aa" providerId="LiveId" clId="{59076A4C-DBC8-4720-9B53-C317FE2881C6}" dt="2025-09-02T05:48:48.302" v="0" actId="700"/>
          <ac:spMkLst>
            <pc:docMk/>
            <pc:sldMk cId="2391961925" sldId="256"/>
            <ac:spMk id="3" creationId="{B6B34B00-1942-816C-0108-3F0A63E575FB}"/>
          </ac:spMkLst>
        </pc:spChg>
      </pc:sldChg>
      <pc:sldChg chg="addSp delSp modSp mod modClrScheme chgLayout">
        <pc:chgData name="Chris Herring" userId="dca6c1b9ae6792aa" providerId="LiveId" clId="{59076A4C-DBC8-4720-9B53-C317FE2881C6}" dt="2025-09-02T05:49:15.627" v="2" actId="700"/>
        <pc:sldMkLst>
          <pc:docMk/>
          <pc:sldMk cId="0" sldId="315"/>
        </pc:sldMkLst>
        <pc:spChg chg="add del mod ord">
          <ac:chgData name="Chris Herring" userId="dca6c1b9ae6792aa" providerId="LiveId" clId="{59076A4C-DBC8-4720-9B53-C317FE2881C6}" dt="2025-09-02T05:49:15.627" v="2" actId="700"/>
          <ac:spMkLst>
            <pc:docMk/>
            <pc:sldMk cId="0" sldId="315"/>
            <ac:spMk id="2" creationId="{18EF8AEE-B4BB-4D20-44C0-7820EEA06D37}"/>
          </ac:spMkLst>
        </pc:spChg>
      </pc:sldChg>
      <pc:sldChg chg="modSp mod">
        <pc:chgData name="Chris Herring" userId="dca6c1b9ae6792aa" providerId="LiveId" clId="{59076A4C-DBC8-4720-9B53-C317FE2881C6}" dt="2025-09-02T05:51:40.032" v="53" actId="20577"/>
        <pc:sldMkLst>
          <pc:docMk/>
          <pc:sldMk cId="0" sldId="337"/>
        </pc:sldMkLst>
        <pc:spChg chg="mod">
          <ac:chgData name="Chris Herring" userId="dca6c1b9ae6792aa" providerId="LiveId" clId="{59076A4C-DBC8-4720-9B53-C317FE2881C6}" dt="2025-09-02T05:51:40.032" v="53" actId="20577"/>
          <ac:spMkLst>
            <pc:docMk/>
            <pc:sldMk cId="0" sldId="337"/>
            <ac:spMk id="3" creationId="{12FD5026-6B93-8F04-3C60-A9E7F2F535FC}"/>
          </ac:spMkLst>
        </pc:spChg>
      </pc:sldChg>
      <pc:sldMasterChg chg="addSldLayout delSldLayout modSldLayout">
        <pc:chgData name="Chris Herring" userId="dca6c1b9ae6792aa" providerId="LiveId" clId="{59076A4C-DBC8-4720-9B53-C317FE2881C6}" dt="2025-09-02T05:51:03.485" v="13"/>
        <pc:sldMasterMkLst>
          <pc:docMk/>
          <pc:sldMasterMk cId="1863299516" sldId="2147483648"/>
        </pc:sldMasterMkLst>
        <pc:sldLayoutChg chg="addSp delSp modSp mod">
          <pc:chgData name="Chris Herring" userId="dca6c1b9ae6792aa" providerId="LiveId" clId="{59076A4C-DBC8-4720-9B53-C317FE2881C6}" dt="2025-09-02T05:51:03.485" v="13"/>
          <pc:sldLayoutMkLst>
            <pc:docMk/>
            <pc:sldMasterMk cId="1863299516" sldId="2147483648"/>
            <pc:sldLayoutMk cId="3480437550" sldId="2147483655"/>
          </pc:sldLayoutMkLst>
          <pc:picChg chg="add del">
            <ac:chgData name="Chris Herring" userId="dca6c1b9ae6792aa" providerId="LiveId" clId="{59076A4C-DBC8-4720-9B53-C317FE2881C6}" dt="2025-09-02T05:50:07.838" v="8" actId="21"/>
            <ac:picMkLst>
              <pc:docMk/>
              <pc:sldMasterMk cId="1863299516" sldId="2147483648"/>
              <pc:sldLayoutMk cId="3480437550" sldId="2147483655"/>
              <ac:picMk id="6" creationId="{C27CFA21-CCA6-47AF-0827-82EB2E324EF0}"/>
            </ac:picMkLst>
          </pc:picChg>
          <pc:picChg chg="add mod">
            <ac:chgData name="Chris Herring" userId="dca6c1b9ae6792aa" providerId="LiveId" clId="{59076A4C-DBC8-4720-9B53-C317FE2881C6}" dt="2025-09-02T05:49:34.931" v="4"/>
            <ac:picMkLst>
              <pc:docMk/>
              <pc:sldMasterMk cId="1863299516" sldId="2147483648"/>
              <pc:sldLayoutMk cId="3480437550" sldId="2147483655"/>
              <ac:picMk id="7" creationId="{27E96AE6-0585-B526-42FD-3E30A227B08E}"/>
            </ac:picMkLst>
          </pc:picChg>
          <pc:picChg chg="add mod">
            <ac:chgData name="Chris Herring" userId="dca6c1b9ae6792aa" providerId="LiveId" clId="{59076A4C-DBC8-4720-9B53-C317FE2881C6}" dt="2025-09-02T05:51:03.485" v="13"/>
            <ac:picMkLst>
              <pc:docMk/>
              <pc:sldMasterMk cId="1863299516" sldId="2147483648"/>
              <pc:sldLayoutMk cId="3480437550" sldId="2147483655"/>
              <ac:picMk id="8" creationId="{B454079A-E443-C9A2-955C-2C112A2883AC}"/>
            </ac:picMkLst>
          </pc:picChg>
        </pc:sldLayoutChg>
        <pc:sldLayoutChg chg="add del mod modTransition">
          <pc:chgData name="Chris Herring" userId="dca6c1b9ae6792aa" providerId="LiveId" clId="{59076A4C-DBC8-4720-9B53-C317FE2881C6}" dt="2025-09-02T05:49:57.785" v="6" actId="2890"/>
          <pc:sldLayoutMkLst>
            <pc:docMk/>
            <pc:sldMasterMk cId="1863299516" sldId="2147483648"/>
            <pc:sldLayoutMk cId="883041495" sldId="2147483660"/>
          </pc:sldLayoutMkLst>
        </pc:sldLayoutChg>
        <pc:sldLayoutChg chg="addSp modSp add mod modTransition">
          <pc:chgData name="Chris Herring" userId="dca6c1b9ae6792aa" providerId="LiveId" clId="{59076A4C-DBC8-4720-9B53-C317FE2881C6}" dt="2025-09-02T05:50:17.224" v="12" actId="962"/>
          <pc:sldLayoutMkLst>
            <pc:docMk/>
            <pc:sldMasterMk cId="1863299516" sldId="2147483648"/>
            <pc:sldLayoutMk cId="2343735363" sldId="2147483660"/>
          </pc:sldLayoutMkLst>
          <pc:picChg chg="add mod">
            <ac:chgData name="Chris Herring" userId="dca6c1b9ae6792aa" providerId="LiveId" clId="{59076A4C-DBC8-4720-9B53-C317FE2881C6}" dt="2025-09-02T05:50:17.224" v="12" actId="962"/>
            <ac:picMkLst>
              <pc:docMk/>
              <pc:sldMasterMk cId="1863299516" sldId="2147483648"/>
              <pc:sldLayoutMk cId="2343735363" sldId="2147483660"/>
              <ac:picMk id="6" creationId="{C27CFA21-CCA6-47AF-0827-82EB2E324EF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DB8E73-12AF-4E1F-A2E0-7C4844D4E92D}" type="datetimeFigureOut">
              <a:rPr lang="en-US" smtClean="0"/>
              <a:t>9/2/2025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173B04-F87A-4951-B31F-F0672AD6BF37}" type="slidenum">
              <a:rPr lang="en-US" smtClean="0"/>
              <a:t>‹#›</a:t>
            </a:fld>
            <a:endParaRPr lang="en-US"/>
          </a:p>
        </p:txBody>
      </p:sp>
    </p:spTree>
    <p:extLst>
      <p:ext uri="{BB962C8B-B14F-4D97-AF65-F5344CB8AC3E}">
        <p14:creationId xmlns:p14="http://schemas.microsoft.com/office/powerpoint/2010/main" val="3517224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4"/>
        <p:cNvGrpSpPr/>
        <p:nvPr/>
      </p:nvGrpSpPr>
      <p:grpSpPr>
        <a:xfrm>
          <a:off x="0" y="0"/>
          <a:ext cx="0" cy="0"/>
          <a:chOff x="0" y="0"/>
          <a:chExt cx="0" cy="0"/>
        </a:xfrm>
      </p:grpSpPr>
      <p:sp>
        <p:nvSpPr>
          <p:cNvPr id="3405" name="Google Shape;3405;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6" name="Google Shape;3406;p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3407" name="Google Shape;3407;p6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2"/>
        <p:cNvGrpSpPr/>
        <p:nvPr/>
      </p:nvGrpSpPr>
      <p:grpSpPr>
        <a:xfrm>
          <a:off x="0" y="0"/>
          <a:ext cx="0" cy="0"/>
          <a:chOff x="0" y="0"/>
          <a:chExt cx="0" cy="0"/>
        </a:xfrm>
      </p:grpSpPr>
      <p:sp>
        <p:nvSpPr>
          <p:cNvPr id="3463" name="Google Shape;3463;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4" name="Google Shape;3464;p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dirty="0"/>
              <a:t>Textured and layered background with title</a:t>
            </a:r>
            <a:endParaRPr sz="1400" b="1" dirty="0"/>
          </a:p>
          <a:p>
            <a:pPr marL="0" lvl="0" indent="0" algn="l" rtl="0">
              <a:spcBef>
                <a:spcPts val="0"/>
              </a:spcBef>
              <a:spcAft>
                <a:spcPts val="0"/>
              </a:spcAft>
              <a:buNone/>
            </a:pPr>
            <a:r>
              <a:rPr lang="en-US" sz="1400" dirty="0"/>
              <a:t>(Advanced)</a:t>
            </a:r>
            <a:endParaRPr dirty="0"/>
          </a:p>
          <a:p>
            <a:pPr marL="0" lvl="0" indent="0" algn="l" rtl="0">
              <a:spcBef>
                <a:spcPts val="0"/>
              </a:spcBef>
              <a:spcAft>
                <a:spcPts val="0"/>
              </a:spcAft>
              <a:buNone/>
            </a:pPr>
            <a:endParaRPr sz="1400" dirty="0"/>
          </a:p>
          <a:p>
            <a:pPr marL="0" lvl="0" indent="0" algn="l" rtl="0">
              <a:spcBef>
                <a:spcPts val="0"/>
              </a:spcBef>
              <a:spcAft>
                <a:spcPts val="0"/>
              </a:spcAft>
              <a:buNone/>
            </a:pP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Tip</a:t>
            </a:r>
            <a:r>
              <a:rPr lang="en-US" sz="1200" dirty="0">
                <a:solidFill>
                  <a:schemeClr val="dk1"/>
                </a:solidFill>
                <a:latin typeface="Arial"/>
                <a:ea typeface="Arial"/>
                <a:cs typeface="Arial"/>
                <a:sym typeface="Arial"/>
              </a:rPr>
              <a:t>: Some shape effects on this slide are created with the </a:t>
            </a:r>
            <a:r>
              <a:rPr lang="en-US" sz="1200" b="1" dirty="0">
                <a:solidFill>
                  <a:schemeClr val="dk1"/>
                </a:solidFill>
                <a:latin typeface="Arial"/>
                <a:ea typeface="Arial"/>
                <a:cs typeface="Arial"/>
                <a:sym typeface="Arial"/>
              </a:rPr>
              <a:t>Combine Shapes </a:t>
            </a:r>
            <a:r>
              <a:rPr lang="en-US" sz="1200" dirty="0">
                <a:solidFill>
                  <a:schemeClr val="dk1"/>
                </a:solidFill>
                <a:latin typeface="Arial"/>
                <a:ea typeface="Arial"/>
                <a:cs typeface="Arial"/>
                <a:sym typeface="Arial"/>
              </a:rPr>
              <a:t>commands. To access this command, you must add it to the Quick Access Toolbar, located above the </a:t>
            </a:r>
            <a:r>
              <a:rPr lang="en-US" sz="1200" b="1" dirty="0">
                <a:solidFill>
                  <a:schemeClr val="dk1"/>
                </a:solidFill>
                <a:latin typeface="Arial"/>
                <a:ea typeface="Arial"/>
                <a:cs typeface="Arial"/>
                <a:sym typeface="Arial"/>
              </a:rPr>
              <a:t>File</a:t>
            </a:r>
            <a:r>
              <a:rPr lang="en-US" sz="1200" dirty="0">
                <a:solidFill>
                  <a:schemeClr val="dk1"/>
                </a:solidFill>
                <a:latin typeface="Arial"/>
                <a:ea typeface="Arial"/>
                <a:cs typeface="Arial"/>
                <a:sym typeface="Arial"/>
              </a:rPr>
              <a:t> tab.  To customize the Quick Access Toolbar, do the following:</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Click the arrow next to the Quick Access Toolbar, and then under </a:t>
            </a:r>
            <a:r>
              <a:rPr lang="en-US" sz="1200" b="1" dirty="0">
                <a:solidFill>
                  <a:schemeClr val="dk1"/>
                </a:solidFill>
                <a:latin typeface="Arial"/>
                <a:ea typeface="Arial"/>
                <a:cs typeface="Arial"/>
                <a:sym typeface="Arial"/>
              </a:rPr>
              <a:t>Customize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Quick</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Access</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Toolbar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Commands</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PowerPoint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Options</a:t>
            </a:r>
            <a:r>
              <a:rPr lang="en-US" sz="1200" dirty="0">
                <a:solidFill>
                  <a:schemeClr val="dk1"/>
                </a:solidFill>
                <a:latin typeface="Arial"/>
                <a:ea typeface="Arial"/>
                <a:cs typeface="Arial"/>
                <a:sym typeface="Arial"/>
              </a:rPr>
              <a:t> dialog box, in the </a:t>
            </a:r>
            <a:r>
              <a:rPr lang="en-US" sz="1200" b="1" dirty="0">
                <a:solidFill>
                  <a:schemeClr val="dk1"/>
                </a:solidFill>
                <a:latin typeface="Arial"/>
                <a:ea typeface="Arial"/>
                <a:cs typeface="Arial"/>
                <a:sym typeface="Arial"/>
              </a:rPr>
              <a:t>Choose commands from </a:t>
            </a:r>
            <a:r>
              <a:rPr lang="en-US" sz="1200" dirty="0">
                <a:solidFill>
                  <a:schemeClr val="dk1"/>
                </a:solidFill>
                <a:latin typeface="Arial"/>
                <a:ea typeface="Arial"/>
                <a:cs typeface="Arial"/>
                <a:sym typeface="Arial"/>
              </a:rPr>
              <a:t>list, select </a:t>
            </a:r>
            <a:r>
              <a:rPr lang="en-US" sz="1200" b="1" dirty="0">
                <a:solidFill>
                  <a:schemeClr val="dk1"/>
                </a:solidFill>
                <a:latin typeface="Arial"/>
                <a:ea typeface="Arial"/>
                <a:cs typeface="Arial"/>
                <a:sym typeface="Arial"/>
              </a:rPr>
              <a:t>All Commands</a:t>
            </a:r>
            <a:r>
              <a:rPr lang="en-US" sz="1200" dirty="0">
                <a:solidFill>
                  <a:schemeClr val="dk1"/>
                </a:solidFill>
                <a:latin typeface="Arial"/>
                <a:ea typeface="Arial"/>
                <a:cs typeface="Arial"/>
                <a:sym typeface="Arial"/>
              </a:rPr>
              <a:t>. </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list of commands, click </a:t>
            </a:r>
            <a:r>
              <a:rPr lang="en-US" sz="1200" b="1" dirty="0">
                <a:solidFill>
                  <a:schemeClr val="dk1"/>
                </a:solidFill>
                <a:latin typeface="Arial"/>
                <a:ea typeface="Arial"/>
                <a:cs typeface="Arial"/>
                <a:sym typeface="Arial"/>
              </a:rPr>
              <a:t>Combine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Add</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200"/>
              <a:buFont typeface="Arial"/>
              <a:buNone/>
            </a:pPr>
            <a:r>
              <a:rPr lang="en-US" dirty="0"/>
              <a:t>To reproduce the shape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Slides</a:t>
            </a:r>
            <a:r>
              <a:rPr lang="en-US" dirty="0"/>
              <a:t> group, click </a:t>
            </a:r>
            <a:r>
              <a:rPr lang="en-US" b="1" dirty="0"/>
              <a:t>Layout</a:t>
            </a:r>
            <a:r>
              <a:rPr lang="en-US" dirty="0"/>
              <a:t>, and then click </a:t>
            </a:r>
            <a:r>
              <a:rPr lang="en-US" b="1" dirty="0"/>
              <a:t>Blank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a:t>
            </a:r>
            <a:r>
              <a:rPr lang="en-US" dirty="0"/>
              <a:t> </a:t>
            </a:r>
            <a:r>
              <a:rPr lang="en-US" b="1" dirty="0"/>
              <a:t>Styles</a:t>
            </a:r>
            <a:r>
              <a:rPr lang="en-US" dirty="0"/>
              <a:t> group, click </a:t>
            </a:r>
            <a:r>
              <a:rPr lang="en-US" b="1" dirty="0"/>
              <a:t>Shape Fill</a:t>
            </a:r>
            <a:r>
              <a:rPr lang="en-US" dirty="0"/>
              <a:t>, point to </a:t>
            </a:r>
            <a:r>
              <a:rPr lang="en-US" b="1" dirty="0"/>
              <a:t>Gradient</a:t>
            </a:r>
            <a:r>
              <a:rPr lang="en-US" dirty="0"/>
              <a:t>, and then click </a:t>
            </a:r>
            <a:r>
              <a:rPr lang="en-US" b="1" dirty="0"/>
              <a:t>More Gradients</a:t>
            </a:r>
            <a:r>
              <a:rPr lang="en-US" dirty="0"/>
              <a:t>.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Angle</a:t>
            </a:r>
            <a:r>
              <a:rPr lang="en-US" dirty="0"/>
              <a:t> box, enter </a:t>
            </a:r>
            <a:r>
              <a:rPr lang="en-US" b="1" dirty="0"/>
              <a:t>160°</a:t>
            </a:r>
            <a:r>
              <a:rPr lang="en-US" b="0" dirty="0"/>
              <a:t>.</a:t>
            </a:r>
            <a:endParaRPr b="1" dirty="0"/>
          </a:p>
          <a:p>
            <a:pPr marL="685800" lvl="1"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dirty="0"/>
              <a:t>Also under </a:t>
            </a:r>
            <a:r>
              <a:rPr lang="en-US" b="1" dirty="0"/>
              <a:t>Gradient stops</a:t>
            </a:r>
            <a:r>
              <a:rPr lang="en-US" dirty="0"/>
              <a:t>, customize the gradient stops as follows:</a:t>
            </a:r>
            <a:endParaRPr dirty="0"/>
          </a:p>
          <a:p>
            <a:pPr marL="685800" lvl="1" indent="-228600" algn="l" rtl="0">
              <a:spcBef>
                <a:spcPts val="0"/>
              </a:spcBef>
              <a:spcAft>
                <a:spcPts val="0"/>
              </a:spcAft>
              <a:buClr>
                <a:schemeClr val="dk1"/>
              </a:buClr>
              <a:buSzPts val="1200"/>
              <a:buFont typeface="Arial"/>
              <a:buChar char="•"/>
            </a:pPr>
            <a:r>
              <a:rPr lang="en-US" dirty="0"/>
              <a:t>Select the first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200</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149</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79%</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29%</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124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93</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68%</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131</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7</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last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100%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98</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51%</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pane, select </a:t>
            </a:r>
            <a:r>
              <a:rPr lang="en-US" b="1" dirty="0">
                <a:solidFill>
                  <a:schemeClr val="dk1"/>
                </a:solidFill>
                <a:latin typeface="Arial"/>
                <a:ea typeface="Arial"/>
                <a:cs typeface="Arial"/>
                <a:sym typeface="Arial"/>
              </a:rPr>
              <a:t>No</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in the left pane, in the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pane, under </a:t>
            </a:r>
            <a:r>
              <a:rPr lang="en-US" b="1" dirty="0">
                <a:solidFill>
                  <a:schemeClr val="dk1"/>
                </a:solidFill>
                <a:latin typeface="Arial"/>
                <a:ea typeface="Arial"/>
                <a:cs typeface="Arial"/>
                <a:sym typeface="Arial"/>
              </a:rPr>
              <a:t>Soft Edges</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box, </a:t>
            </a:r>
            <a:r>
              <a:rPr lang="en-US" b="1" dirty="0">
                <a:solidFill>
                  <a:schemeClr val="dk1"/>
                </a:solidFill>
                <a:latin typeface="Arial"/>
                <a:ea typeface="Arial"/>
                <a:cs typeface="Arial"/>
                <a:sym typeface="Arial"/>
              </a:rPr>
              <a:t>enter 5 pt</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 Shape </a:t>
            </a:r>
            <a:r>
              <a:rPr lang="en-US" dirty="0">
                <a:solidFill>
                  <a:schemeClr val="dk1"/>
                </a:solidFill>
                <a:latin typeface="Arial"/>
                <a:ea typeface="Arial"/>
                <a:cs typeface="Arial"/>
                <a:sym typeface="Arial"/>
              </a:rPr>
              <a:t>dialog box, click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pane, enter </a:t>
            </a:r>
            <a:r>
              <a:rPr lang="en-US" b="1" dirty="0">
                <a:solidFill>
                  <a:schemeClr val="dk1"/>
                </a:solidFill>
                <a:latin typeface="Arial"/>
                <a:ea typeface="Arial"/>
                <a:cs typeface="Arial"/>
                <a:sym typeface="Arial"/>
              </a:rPr>
              <a:t>1.83” </a:t>
            </a:r>
            <a:r>
              <a:rPr lang="en-US" dirty="0">
                <a:solidFill>
                  <a:schemeClr val="dk1"/>
                </a:solidFill>
                <a:latin typeface="Arial"/>
                <a:ea typeface="Arial"/>
                <a:cs typeface="Arial"/>
                <a:sym typeface="Arial"/>
              </a:rPr>
              <a:t>in the </a:t>
            </a:r>
            <a:r>
              <a:rPr lang="en-US" b="1" dirty="0">
                <a:solidFill>
                  <a:schemeClr val="dk1"/>
                </a:solidFill>
                <a:latin typeface="Arial"/>
                <a:ea typeface="Arial"/>
                <a:cs typeface="Arial"/>
                <a:sym typeface="Arial"/>
              </a:rPr>
              <a:t>Height</a:t>
            </a:r>
            <a:r>
              <a:rPr lang="en-US" dirty="0">
                <a:solidFill>
                  <a:schemeClr val="dk1"/>
                </a:solidFill>
                <a:latin typeface="Arial"/>
                <a:ea typeface="Arial"/>
                <a:cs typeface="Arial"/>
                <a:sym typeface="Arial"/>
              </a:rPr>
              <a:t> box and </a:t>
            </a:r>
            <a:r>
              <a:rPr lang="en-US" b="1" dirty="0">
                <a:solidFill>
                  <a:schemeClr val="dk1"/>
                </a:solidFill>
                <a:latin typeface="Arial"/>
                <a:ea typeface="Arial"/>
                <a:cs typeface="Arial"/>
                <a:sym typeface="Arial"/>
              </a:rPr>
              <a:t>10.33”</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Width</a:t>
            </a:r>
            <a:r>
              <a:rPr lang="en-US"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startAt="6"/>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Align</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to Slide</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Center</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sz="1200" dirty="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dirty="0">
                <a:solidFill>
                  <a:schemeClr val="dk1"/>
                </a:solidFill>
                <a:latin typeface="Arial"/>
                <a:ea typeface="Arial"/>
                <a:cs typeface="Arial"/>
                <a:sym typeface="Arial"/>
              </a:rPr>
              <a:t>To reproduce the clip art effects on this slide, do the following:</a:t>
            </a:r>
            <a:endParaRPr sz="1200" dirty="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Insert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Images</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pane, in the </a:t>
            </a:r>
            <a:r>
              <a:rPr lang="en-US" sz="1200" b="1" dirty="0">
                <a:solidFill>
                  <a:schemeClr val="dk1"/>
                </a:solidFill>
                <a:latin typeface="Arial"/>
                <a:ea typeface="Arial"/>
                <a:cs typeface="Arial"/>
                <a:sym typeface="Arial"/>
              </a:rPr>
              <a:t>Search for</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00437948</a:t>
            </a:r>
            <a:r>
              <a:rPr lang="en-US" sz="1200" dirty="0">
                <a:solidFill>
                  <a:schemeClr val="dk1"/>
                </a:solidFill>
                <a:latin typeface="Arial"/>
                <a:ea typeface="Arial"/>
                <a:cs typeface="Arial"/>
                <a:sym typeface="Arial"/>
              </a:rPr>
              <a:t>, select the </a:t>
            </a:r>
            <a:r>
              <a:rPr lang="en-US" sz="1200" b="1" dirty="0">
                <a:solidFill>
                  <a:schemeClr val="dk1"/>
                </a:solidFill>
                <a:latin typeface="Arial"/>
                <a:ea typeface="Arial"/>
                <a:cs typeface="Arial"/>
                <a:sym typeface="Arial"/>
              </a:rPr>
              <a:t>Include Office.com content</a:t>
            </a:r>
            <a:r>
              <a:rPr lang="en-US" sz="1200" dirty="0">
                <a:solidFill>
                  <a:schemeClr val="dk1"/>
                </a:solidFill>
                <a:latin typeface="Arial"/>
                <a:ea typeface="Arial"/>
                <a:cs typeface="Arial"/>
                <a:sym typeface="Arial"/>
              </a:rPr>
              <a:t> check box, and then click </a:t>
            </a:r>
            <a:r>
              <a:rPr lang="en-US" sz="1200" b="1" dirty="0">
                <a:solidFill>
                  <a:schemeClr val="dk1"/>
                </a:solidFill>
                <a:latin typeface="Arial"/>
                <a:ea typeface="Arial"/>
                <a:cs typeface="Arial"/>
                <a:sym typeface="Arial"/>
              </a:rPr>
              <a:t>Go</a:t>
            </a:r>
            <a:r>
              <a:rPr lang="en-US" sz="1200" dirty="0">
                <a:solidFill>
                  <a:schemeClr val="dk1"/>
                </a:solidFill>
                <a:latin typeface="Arial"/>
                <a:ea typeface="Arial"/>
                <a:cs typeface="Arial"/>
                <a:sym typeface="Arial"/>
              </a:rPr>
              <a:t>. Select the clip art file in the pane to insert it into the slide. (</a:t>
            </a:r>
            <a:r>
              <a:rPr lang="en-US" sz="1200" b="1" dirty="0">
                <a:solidFill>
                  <a:schemeClr val="dk1"/>
                </a:solidFill>
                <a:latin typeface="Arial"/>
                <a:ea typeface="Arial"/>
                <a:cs typeface="Arial"/>
                <a:sym typeface="Arial"/>
              </a:rPr>
              <a:t>Note:</a:t>
            </a:r>
            <a:r>
              <a:rPr lang="en-US" sz="1200" dirty="0">
                <a:solidFill>
                  <a:schemeClr val="dk1"/>
                </a:solidFill>
                <a:latin typeface="Arial"/>
                <a:ea typeface="Arial"/>
                <a:cs typeface="Arial"/>
                <a:sym typeface="Arial"/>
              </a:rPr>
              <a:t> If you choose another clip art file, the clip art must be in the Windows Metafile format [.</a:t>
            </a:r>
            <a:r>
              <a:rPr lang="en-US" sz="1200" dirty="0" err="1">
                <a:solidFill>
                  <a:schemeClr val="dk1"/>
                </a:solidFill>
                <a:latin typeface="Arial"/>
                <a:ea typeface="Arial"/>
                <a:cs typeface="Arial"/>
                <a:sym typeface="Arial"/>
              </a:rPr>
              <a:t>wmf</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Drag the clip art from the </a:t>
            </a:r>
            <a:r>
              <a:rPr lang="en-US" sz="1200" b="1" dirty="0">
                <a:solidFill>
                  <a:schemeClr val="dk1"/>
                </a:solidFill>
                <a:latin typeface="Arial"/>
                <a:ea typeface="Arial"/>
                <a:cs typeface="Arial"/>
                <a:sym typeface="Arial"/>
              </a:rPr>
              <a:t>Clip Art </a:t>
            </a:r>
            <a:r>
              <a:rPr lang="en-US" sz="1200" dirty="0">
                <a:solidFill>
                  <a:schemeClr val="dk1"/>
                </a:solidFill>
                <a:latin typeface="Arial"/>
                <a:ea typeface="Arial"/>
                <a:cs typeface="Arial"/>
                <a:sym typeface="Arial"/>
              </a:rPr>
              <a:t>pane to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clip art. Under </a:t>
            </a:r>
            <a:r>
              <a:rPr lang="en-US" sz="1200" b="1" dirty="0">
                <a:solidFill>
                  <a:schemeClr val="dk1"/>
                </a:solidFill>
                <a:latin typeface="Arial"/>
                <a:ea typeface="Arial"/>
                <a:cs typeface="Arial"/>
                <a:sym typeface="Arial"/>
              </a:rPr>
              <a:t>Picture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group, enter </a:t>
            </a:r>
            <a:r>
              <a:rPr lang="en-US" sz="1200" b="1" dirty="0">
                <a:solidFill>
                  <a:schemeClr val="dk1"/>
                </a:solidFill>
                <a:latin typeface="Arial"/>
                <a:ea typeface="Arial"/>
                <a:cs typeface="Arial"/>
                <a:sym typeface="Arial"/>
              </a:rPr>
              <a:t>6.99”</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Height</a:t>
            </a:r>
            <a:r>
              <a:rPr lang="en-US" sz="1200" dirty="0">
                <a:solidFill>
                  <a:schemeClr val="dk1"/>
                </a:solidFill>
                <a:latin typeface="Arial"/>
                <a:ea typeface="Arial"/>
                <a:cs typeface="Arial"/>
                <a:sym typeface="Arial"/>
              </a:rPr>
              <a:t> box and </a:t>
            </a:r>
            <a:r>
              <a:rPr lang="en-US" sz="1200" b="1" dirty="0">
                <a:solidFill>
                  <a:schemeClr val="dk1"/>
                </a:solidFill>
                <a:latin typeface="Arial"/>
                <a:ea typeface="Arial"/>
                <a:cs typeface="Arial"/>
                <a:sym typeface="Arial"/>
              </a:rPr>
              <a:t>7.5”</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Width</a:t>
            </a:r>
            <a:r>
              <a:rPr lang="en-US" sz="1200"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Microsoft Office PowerPoint </a:t>
            </a:r>
            <a:r>
              <a:rPr lang="en-US" sz="120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Yes</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slide, select the converted clip art.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Editing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Select</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Selection Pane</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Selection and Visibility pane</a:t>
            </a:r>
            <a:r>
              <a:rPr lang="en-US" sz="1200" dirty="0">
                <a:solidFill>
                  <a:schemeClr val="dk1"/>
                </a:solidFill>
                <a:latin typeface="Arial"/>
                <a:ea typeface="Arial"/>
                <a:cs typeface="Arial"/>
                <a:sym typeface="Arial"/>
              </a:rPr>
              <a:t>, select the top-level group.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Selection and Visibility</a:t>
            </a:r>
            <a:r>
              <a:rPr lang="en-US" sz="1200" dirty="0">
                <a:solidFill>
                  <a:schemeClr val="dk1"/>
                </a:solidFill>
                <a:latin typeface="Arial"/>
                <a:ea typeface="Arial"/>
                <a:cs typeface="Arial"/>
                <a:sym typeface="Arial"/>
              </a:rPr>
              <a:t> pane, select the </a:t>
            </a:r>
            <a:r>
              <a:rPr lang="en-US" sz="1200" b="1" dirty="0" err="1">
                <a:solidFill>
                  <a:schemeClr val="dk1"/>
                </a:solidFill>
                <a:latin typeface="Arial"/>
                <a:ea typeface="Arial"/>
                <a:cs typeface="Arial"/>
                <a:sym typeface="Arial"/>
              </a:rPr>
              <a:t>Autoshape</a:t>
            </a:r>
            <a:r>
              <a:rPr lang="en-US" sz="1200" dirty="0">
                <a:solidFill>
                  <a:schemeClr val="dk1"/>
                </a:solidFill>
                <a:latin typeface="Arial"/>
                <a:ea typeface="Arial"/>
                <a:cs typeface="Arial"/>
                <a:sym typeface="Arial"/>
              </a:rPr>
              <a:t> object, and then press DELETE.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Press and hold CTRL, and then select all the clip art shapes. On the Quick Access Toolbar, click </a:t>
            </a:r>
            <a:r>
              <a:rPr lang="en-US" sz="1200" b="1" dirty="0">
                <a:solidFill>
                  <a:schemeClr val="dk1"/>
                </a:solidFill>
                <a:latin typeface="Arial"/>
                <a:ea typeface="Arial"/>
                <a:cs typeface="Arial"/>
                <a:sym typeface="Arial"/>
              </a:rPr>
              <a:t>Combine 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Union</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Position the new freeform shape in the bottom left corner of the slide so that it extends beyond the left and bottom edges of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freeform shape. Under </a:t>
            </a:r>
            <a:r>
              <a:rPr lang="en-US" sz="1200" b="1" dirty="0">
                <a:solidFill>
                  <a:schemeClr val="dk1"/>
                </a:solidFill>
                <a:latin typeface="Arial"/>
                <a:ea typeface="Arial"/>
                <a:cs typeface="Arial"/>
                <a:sym typeface="Arial"/>
              </a:rPr>
              <a:t>Drawing 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Shape Styles </a:t>
            </a:r>
            <a:r>
              <a:rPr lang="en-US" sz="1200" dirty="0">
                <a:solidFill>
                  <a:schemeClr val="dk1"/>
                </a:solidFill>
                <a:latin typeface="Arial"/>
                <a:ea typeface="Arial"/>
                <a:cs typeface="Arial"/>
                <a:sym typeface="Arial"/>
              </a:rPr>
              <a:t>group, click </a:t>
            </a:r>
            <a:r>
              <a:rPr lang="en-US" sz="1200" b="1" dirty="0">
                <a:solidFill>
                  <a:schemeClr val="dk1"/>
                </a:solidFill>
                <a:latin typeface="Arial"/>
                <a:ea typeface="Arial"/>
                <a:cs typeface="Arial"/>
                <a:sym typeface="Arial"/>
              </a:rPr>
              <a:t>Shape Fill</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dialog box, click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pane, click </a:t>
            </a:r>
            <a:r>
              <a:rPr lang="en-US" sz="1200" b="1" dirty="0">
                <a:solidFill>
                  <a:schemeClr val="dk1"/>
                </a:solidFill>
                <a:latin typeface="Arial"/>
                <a:ea typeface="Arial"/>
                <a:cs typeface="Arial"/>
                <a:sym typeface="Arial"/>
              </a:rPr>
              <a:t>Solid fill</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99%</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Format Picture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in the left pane, in the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pane, under </a:t>
            </a:r>
            <a:r>
              <a:rPr lang="en-US" sz="1200" b="1" dirty="0">
                <a:solidFill>
                  <a:schemeClr val="dk1"/>
                </a:solidFill>
                <a:latin typeface="Arial"/>
                <a:ea typeface="Arial"/>
                <a:cs typeface="Arial"/>
                <a:sym typeface="Arial"/>
              </a:rPr>
              <a:t>Glow</a:t>
            </a:r>
            <a:r>
              <a:rPr lang="en-US" sz="1200" b="0" dirty="0">
                <a:solidFill>
                  <a:schemeClr val="dk1"/>
                </a:solidFill>
                <a:latin typeface="Arial"/>
                <a:ea typeface="Arial"/>
                <a:cs typeface="Arial"/>
                <a:sym typeface="Arial"/>
              </a:rPr>
              <a:t>,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b="0" dirty="0">
                <a:solidFill>
                  <a:schemeClr val="dk1"/>
                </a:solidFill>
                <a:latin typeface="Arial"/>
                <a:ea typeface="Arial"/>
                <a:cs typeface="Arial"/>
                <a:sym typeface="Arial"/>
              </a:rPr>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Size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 pt</a:t>
            </a:r>
            <a:r>
              <a:rPr lang="en-US" sz="1200" b="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90%</a:t>
            </a:r>
            <a:r>
              <a:rPr lang="en-US" sz="1200" b="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None/>
            </a:pPr>
            <a:r>
              <a:rPr lang="en-US" dirty="0"/>
              <a:t>To reproduce the text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Insert</a:t>
            </a:r>
            <a:r>
              <a:rPr lang="en-US" b="0" dirty="0"/>
              <a:t> tab, in the </a:t>
            </a:r>
            <a:r>
              <a:rPr lang="en-US" b="1" dirty="0"/>
              <a:t>Text</a:t>
            </a:r>
            <a:r>
              <a:rPr lang="en-US" b="0" dirty="0"/>
              <a:t> group, click </a:t>
            </a:r>
            <a:r>
              <a:rPr lang="en-US" b="1" dirty="0"/>
              <a:t>Text Box</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text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Enter text in the text box, and then select the text.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group, select </a:t>
            </a:r>
            <a:r>
              <a:rPr lang="en-US" sz="1200" b="1" dirty="0">
                <a:solidFill>
                  <a:schemeClr val="dk1"/>
                </a:solidFill>
                <a:latin typeface="Arial"/>
                <a:ea typeface="Arial"/>
                <a:cs typeface="Arial"/>
                <a:sym typeface="Arial"/>
              </a:rPr>
              <a:t>Garamond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list, select </a:t>
            </a:r>
            <a:r>
              <a:rPr lang="en-US" sz="1200" b="1" dirty="0">
                <a:solidFill>
                  <a:schemeClr val="dk1"/>
                </a:solidFill>
                <a:latin typeface="Arial"/>
                <a:ea typeface="Arial"/>
                <a:cs typeface="Arial"/>
                <a:sym typeface="Arial"/>
              </a:rPr>
              <a:t>54 pt.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list, and then click </a:t>
            </a:r>
            <a:r>
              <a:rPr lang="en-US" sz="1200" b="1" dirty="0">
                <a:solidFill>
                  <a:schemeClr val="dk1"/>
                </a:solidFill>
                <a:latin typeface="Arial"/>
                <a:ea typeface="Arial"/>
                <a:cs typeface="Arial"/>
                <a:sym typeface="Arial"/>
              </a:rPr>
              <a:t>Bold</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Drawing</a:t>
            </a:r>
            <a:r>
              <a:rPr lang="en-US" sz="1200" b="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b="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b="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WordArt Styles </a:t>
            </a:r>
            <a:r>
              <a:rPr lang="en-US" sz="1200" b="0" dirty="0">
                <a:solidFill>
                  <a:schemeClr val="dk1"/>
                </a:solidFill>
                <a:latin typeface="Arial"/>
                <a:ea typeface="Arial"/>
                <a:cs typeface="Arial"/>
                <a:sym typeface="Arial"/>
              </a:rPr>
              <a:t>group, click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launcher. In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pane, do the following:</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70%</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Blur</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 pt</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Angle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315°</a:t>
            </a:r>
            <a:r>
              <a:rPr lang="en-US" sz="1200" b="0" dirty="0">
                <a:solidFill>
                  <a:schemeClr val="dk1"/>
                </a:solidFill>
                <a:latin typeface="Arial"/>
                <a:ea typeface="Arial"/>
                <a:cs typeface="Arial"/>
                <a:sym typeface="Arial"/>
              </a:rPr>
              <a:t>.</a:t>
            </a:r>
            <a:endParaRPr sz="1200" b="1" dirty="0">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Distance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4 pt</a:t>
            </a:r>
            <a:r>
              <a:rPr lang="en-US" sz="1200" b="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5"/>
            </a:pPr>
            <a:r>
              <a:rPr lang="en-US" sz="1200" b="0" dirty="0">
                <a:solidFill>
                  <a:schemeClr val="dk1"/>
                </a:solidFill>
                <a:latin typeface="Arial"/>
                <a:ea typeface="Arial"/>
                <a:cs typeface="Arial"/>
                <a:sym typeface="Arial"/>
              </a:rPr>
              <a:t>Drag the text box inside the rectangle and on the right side of the slide.</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first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Picture or texture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Stationary</a:t>
            </a:r>
            <a:r>
              <a:rPr lang="en-US" dirty="0"/>
              <a:t> (fourth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Shape</a:t>
            </a:r>
            <a:r>
              <a:rPr lang="en-US" dirty="0"/>
              <a:t> dialog box, click </a:t>
            </a:r>
            <a:r>
              <a:rPr lang="en-US" b="1" dirty="0"/>
              <a:t>Line Color </a:t>
            </a:r>
            <a:r>
              <a:rPr lang="en-US" dirty="0"/>
              <a:t>in the left pane, in the </a:t>
            </a:r>
            <a:r>
              <a:rPr lang="en-US" b="1" dirty="0"/>
              <a:t>Line Color </a:t>
            </a:r>
            <a:r>
              <a:rPr lang="en-US" dirty="0"/>
              <a:t>pane, click </a:t>
            </a:r>
            <a:r>
              <a:rPr lang="en-US" b="1" dirty="0"/>
              <a:t>No</a:t>
            </a:r>
            <a:r>
              <a:rPr lang="en-US" dirty="0"/>
              <a:t> </a:t>
            </a:r>
            <a:r>
              <a:rPr lang="en-US" b="1" dirty="0"/>
              <a:t>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Clipboard</a:t>
            </a:r>
            <a:r>
              <a:rPr lang="en-US" dirty="0"/>
              <a:t> group, click </a:t>
            </a:r>
            <a:r>
              <a:rPr lang="en-US" b="1" dirty="0"/>
              <a:t>Copy</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Press DELETE to delete the rectangle.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Clipboard</a:t>
            </a:r>
            <a:r>
              <a:rPr lang="en-US" sz="1200" dirty="0">
                <a:solidFill>
                  <a:schemeClr val="dk1"/>
                </a:solidFill>
                <a:latin typeface="Arial"/>
                <a:ea typeface="Arial"/>
                <a:cs typeface="Arial"/>
                <a:sym typeface="Arial"/>
              </a:rPr>
              <a:t> group, click the arrow below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select </a:t>
            </a:r>
            <a:r>
              <a:rPr lang="en-US" sz="1200" b="1" dirty="0">
                <a:solidFill>
                  <a:schemeClr val="dk1"/>
                </a:solidFill>
                <a:latin typeface="Arial"/>
                <a:ea typeface="Arial"/>
                <a:cs typeface="Arial"/>
                <a:sym typeface="Arial"/>
              </a:rPr>
              <a:t>Paste Special</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Paste Special </a:t>
            </a:r>
            <a:r>
              <a:rPr lang="en-US" sz="1200" dirty="0">
                <a:solidFill>
                  <a:schemeClr val="dk1"/>
                </a:solidFill>
                <a:latin typeface="Arial"/>
                <a:ea typeface="Arial"/>
                <a:cs typeface="Arial"/>
                <a:sym typeface="Arial"/>
              </a:rPr>
              <a:t>dialog box, select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As</a:t>
            </a:r>
            <a:r>
              <a:rPr lang="en-US" sz="1200" dirty="0">
                <a:solidFill>
                  <a:schemeClr val="dk1"/>
                </a:solidFill>
                <a:latin typeface="Arial"/>
                <a:ea typeface="Arial"/>
                <a:cs typeface="Arial"/>
                <a:sym typeface="Arial"/>
              </a:rPr>
              <a:t>, select </a:t>
            </a:r>
            <a:r>
              <a:rPr lang="en-US" sz="1200" b="1" dirty="0">
                <a:solidFill>
                  <a:schemeClr val="dk1"/>
                </a:solidFill>
                <a:latin typeface="Arial"/>
                <a:ea typeface="Arial"/>
                <a:cs typeface="Arial"/>
                <a:sym typeface="Arial"/>
              </a:rPr>
              <a:t>Picture (PNG)</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dirty="0"/>
              <a:t>Select the picture. Under </a:t>
            </a:r>
            <a:r>
              <a:rPr lang="en-US" b="1" dirty="0"/>
              <a:t>Picture Tools</a:t>
            </a:r>
            <a:r>
              <a:rPr lang="en-US" dirty="0"/>
              <a:t>, on the </a:t>
            </a:r>
            <a:r>
              <a:rPr lang="en-US" b="1" dirty="0"/>
              <a:t>Format</a:t>
            </a:r>
            <a:r>
              <a:rPr lang="en-US" dirty="0"/>
              <a:t> tab, in the </a:t>
            </a:r>
            <a:r>
              <a:rPr lang="en-US" b="1" dirty="0"/>
              <a:t>Adjust</a:t>
            </a:r>
            <a:r>
              <a:rPr lang="en-US" dirty="0"/>
              <a:t> group, click </a:t>
            </a:r>
            <a:r>
              <a:rPr lang="en-US" b="1" dirty="0"/>
              <a:t>Artistic Effects</a:t>
            </a:r>
            <a:r>
              <a:rPr lang="en-US" dirty="0"/>
              <a:t>, and then click </a:t>
            </a:r>
            <a:r>
              <a:rPr lang="en-US" b="1" dirty="0"/>
              <a:t>Artistic Effects Options</a:t>
            </a:r>
            <a:r>
              <a:rPr lang="en-US" dirty="0"/>
              <a:t>. In the </a:t>
            </a:r>
            <a:r>
              <a:rPr lang="en-US" b="1" dirty="0"/>
              <a:t>Format</a:t>
            </a:r>
            <a:r>
              <a:rPr lang="en-US" dirty="0"/>
              <a:t> </a:t>
            </a:r>
            <a:r>
              <a:rPr lang="en-US" b="1" dirty="0"/>
              <a:t>Picture</a:t>
            </a:r>
            <a:r>
              <a:rPr lang="en-US" dirty="0"/>
              <a:t> 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and then click </a:t>
            </a:r>
            <a:r>
              <a:rPr lang="en-US" b="1" dirty="0"/>
              <a:t>Paint Brush </a:t>
            </a:r>
            <a:r>
              <a:rPr lang="en-US" dirty="0"/>
              <a:t>(second row).</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Artistic Effects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Transparency</a:t>
            </a:r>
            <a:r>
              <a:rPr lang="en-US" dirty="0"/>
              <a:t> box, enter </a:t>
            </a:r>
            <a:r>
              <a:rPr lang="en-US" b="1" dirty="0"/>
              <a:t>15%</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Brush Size </a:t>
            </a:r>
            <a:r>
              <a:rPr lang="en-US" dirty="0"/>
              <a:t>box, enter </a:t>
            </a:r>
            <a:r>
              <a:rPr lang="en-US" b="1" dirty="0"/>
              <a:t>2</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Color </a:t>
            </a:r>
            <a:r>
              <a:rPr lang="en-US" dirty="0"/>
              <a:t>in the left pane, in the </a:t>
            </a:r>
            <a:r>
              <a:rPr lang="en-US" b="1" dirty="0"/>
              <a:t>Picture Color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Saturation</a:t>
            </a:r>
            <a:r>
              <a:rPr lang="en-US" dirty="0"/>
              <a:t>, in the </a:t>
            </a:r>
            <a:r>
              <a:rPr lang="en-US" b="1" dirty="0"/>
              <a:t>Saturation</a:t>
            </a:r>
            <a:r>
              <a:rPr lang="en-US" dirty="0"/>
              <a:t> box, enter </a:t>
            </a:r>
            <a:r>
              <a:rPr lang="en-US" b="1" dirty="0"/>
              <a:t>200%</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Tone</a:t>
            </a:r>
            <a:r>
              <a:rPr lang="en-US" dirty="0"/>
              <a:t>, click the button next to </a:t>
            </a:r>
            <a:r>
              <a:rPr lang="en-US" b="1" dirty="0"/>
              <a:t>Presets</a:t>
            </a:r>
            <a:r>
              <a:rPr lang="en-US" dirty="0"/>
              <a:t> and then click </a:t>
            </a:r>
            <a:r>
              <a:rPr lang="en-US" b="1" dirty="0"/>
              <a:t>Temperature: 5,300 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Format Picture dialog box, click Picture Corrections in the left pane, in the Picture Corrections 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Sharpen and Soften</a:t>
            </a:r>
            <a:r>
              <a:rPr lang="en-US" dirty="0"/>
              <a:t>, in the box next to </a:t>
            </a:r>
            <a:r>
              <a:rPr lang="en-US" b="1" dirty="0"/>
              <a:t>Sharpen</a:t>
            </a:r>
            <a:r>
              <a:rPr lang="en-US" dirty="0"/>
              <a:t>, enter </a:t>
            </a:r>
            <a:r>
              <a:rPr lang="en-US" b="1" dirty="0"/>
              <a:t>-70%.</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Brightness and Contrast</a:t>
            </a:r>
            <a:r>
              <a:rPr lang="en-US" dirty="0"/>
              <a:t>, in the </a:t>
            </a:r>
            <a:r>
              <a:rPr lang="en-US" b="1" dirty="0"/>
              <a:t>Contrast</a:t>
            </a:r>
            <a:r>
              <a:rPr lang="en-US" dirty="0"/>
              <a:t> box, enter </a:t>
            </a:r>
            <a:r>
              <a:rPr lang="en-US" b="1" dirty="0"/>
              <a:t>-10%</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Arrange</a:t>
            </a:r>
            <a:r>
              <a:rPr lang="en-US" dirty="0"/>
              <a:t>, and then click </a:t>
            </a:r>
            <a:r>
              <a:rPr lang="en-US" b="1" dirty="0"/>
              <a:t>Send to Back</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second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the button next to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Angle</a:t>
            </a:r>
            <a:r>
              <a:rPr lang="en-US" dirty="0"/>
              <a:t> box, enter </a:t>
            </a:r>
            <a:r>
              <a:rPr lang="en-US" b="1" dirty="0"/>
              <a:t>160°</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customize the gradient stops as follows:</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first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Theme Colors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Black, Text 1 </a:t>
            </a:r>
            <a:r>
              <a:rPr lang="en-US" sz="1200" dirty="0">
                <a:solidFill>
                  <a:schemeClr val="dk1"/>
                </a:solidFill>
                <a:latin typeface="Arial"/>
                <a:ea typeface="Arial"/>
                <a:cs typeface="Arial"/>
                <a:sym typeface="Arial"/>
              </a:rPr>
              <a:t>(first row).</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29%</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36</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25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15</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68%</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68%</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last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37%</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startAt="5"/>
            </a:pPr>
            <a:r>
              <a:rPr lang="en-US" b="0" dirty="0"/>
              <a:t>Also in the </a:t>
            </a:r>
            <a:r>
              <a:rPr lang="en-US" b="1" dirty="0"/>
              <a:t>Format Shape </a:t>
            </a:r>
            <a:r>
              <a:rPr lang="en-US" b="0" dirty="0"/>
              <a:t>dialog box, click </a:t>
            </a:r>
            <a:r>
              <a:rPr lang="en-US" b="1" dirty="0"/>
              <a:t>Line Color </a:t>
            </a:r>
            <a:r>
              <a:rPr lang="en-US" b="0" dirty="0"/>
              <a:t>in the left pane, in the </a:t>
            </a:r>
            <a:r>
              <a:rPr lang="en-US" b="1" dirty="0"/>
              <a:t>Line Color </a:t>
            </a:r>
            <a:r>
              <a:rPr lang="en-US" b="0" dirty="0"/>
              <a:t>pane, select </a:t>
            </a:r>
            <a:r>
              <a:rPr lang="en-US" b="1" dirty="0"/>
              <a:t>No line</a:t>
            </a:r>
            <a:r>
              <a:rPr lang="en-US" b="0"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startAt="5"/>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b="0" dirty="0"/>
          </a:p>
          <a:p>
            <a:pPr marL="228600" lvl="0" indent="-228600" algn="l" rtl="0">
              <a:spcBef>
                <a:spcPts val="0"/>
              </a:spcBef>
              <a:spcAft>
                <a:spcPts val="0"/>
              </a:spcAft>
              <a:buClr>
                <a:schemeClr val="dk1"/>
              </a:buClr>
              <a:buSzPts val="1200"/>
              <a:buFont typeface="Arial"/>
              <a:buAutoNum type="arabicPeriod" startAt="5"/>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r>
              <a:rPr lang="en-US" b="0" dirty="0"/>
              <a:t>To reproduce the third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Cork </a:t>
            </a:r>
            <a:r>
              <a:rPr lang="en-US" dirty="0"/>
              <a:t>(fifth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Stretch options</a:t>
            </a:r>
            <a:r>
              <a:rPr lang="en-US" dirty="0"/>
              <a:t>, in the </a:t>
            </a:r>
            <a:r>
              <a:rPr lang="en-US" b="1" dirty="0"/>
              <a:t>Transparency</a:t>
            </a:r>
            <a:r>
              <a:rPr lang="en-US" dirty="0"/>
              <a:t> box, enter </a:t>
            </a:r>
            <a:r>
              <a:rPr lang="en-US" b="1" dirty="0"/>
              <a:t>84%</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Paint Brush </a:t>
            </a:r>
            <a:r>
              <a:rPr lang="en-US" dirty="0"/>
              <a:t>(second row), and then in the </a:t>
            </a:r>
            <a:r>
              <a:rPr lang="en-US" b="1" dirty="0"/>
              <a:t>Brush Size </a:t>
            </a:r>
            <a:r>
              <a:rPr lang="en-US" dirty="0"/>
              <a:t>box, enter </a:t>
            </a:r>
            <a:r>
              <a:rPr lang="en-US" b="1" dirty="0"/>
              <a:t>1</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enter </a:t>
            </a:r>
            <a:r>
              <a:rPr lang="en-US" b="1" dirty="0"/>
              <a:t>1% </a:t>
            </a:r>
            <a:r>
              <a:rPr lang="en-US" dirty="0"/>
              <a:t>in the </a:t>
            </a:r>
            <a:r>
              <a:rPr lang="en-US" b="1" dirty="0"/>
              <a:t>Brightness</a:t>
            </a:r>
            <a:r>
              <a:rPr lang="en-US" dirty="0"/>
              <a:t> box and </a:t>
            </a:r>
            <a:r>
              <a:rPr lang="en-US" b="1" dirty="0"/>
              <a:t>26%</a:t>
            </a:r>
            <a:r>
              <a:rPr lang="en-US" dirty="0"/>
              <a:t> in the </a:t>
            </a:r>
            <a:r>
              <a:rPr lang="en-US" b="1" dirty="0"/>
              <a:t>Contrast</a:t>
            </a:r>
            <a:r>
              <a:rPr lang="en-US" dirty="0"/>
              <a:t> box.</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fourth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the button next to </a:t>
            </a:r>
            <a:r>
              <a:rPr lang="en-US" b="1" dirty="0"/>
              <a:t>Texture</a:t>
            </a:r>
            <a:r>
              <a:rPr lang="en-US" dirty="0"/>
              <a:t>, and then click </a:t>
            </a:r>
            <a:r>
              <a:rPr lang="en-US" b="1" dirty="0"/>
              <a:t>Granite </a:t>
            </a:r>
            <a:r>
              <a:rPr lang="en-US" dirty="0"/>
              <a:t>(third row).</a:t>
            </a:r>
            <a:endParaRPr dirty="0"/>
          </a:p>
          <a:p>
            <a:pPr marL="685800" lvl="1" indent="-228600" algn="l" rtl="0">
              <a:spcBef>
                <a:spcPts val="0"/>
              </a:spcBef>
              <a:spcAft>
                <a:spcPts val="0"/>
              </a:spcAft>
              <a:buClr>
                <a:schemeClr val="dk1"/>
              </a:buClr>
              <a:buSzPts val="1200"/>
              <a:buFont typeface="Arial"/>
              <a:buAutoNum type="arabicPeriod" startAt="2"/>
            </a:pPr>
            <a:r>
              <a:rPr lang="en-US" dirty="0"/>
              <a:t>Under </a:t>
            </a:r>
            <a:r>
              <a:rPr lang="en-US" b="1" dirty="0"/>
              <a:t>Tiling options</a:t>
            </a:r>
            <a:r>
              <a:rPr lang="en-US" dirty="0"/>
              <a:t>, in the </a:t>
            </a:r>
            <a:r>
              <a:rPr lang="en-US" b="1" dirty="0"/>
              <a:t>Transparency</a:t>
            </a:r>
            <a:r>
              <a:rPr lang="en-US" dirty="0"/>
              <a:t> box, enter </a:t>
            </a:r>
            <a:r>
              <a:rPr lang="en-US" b="1" dirty="0"/>
              <a:t>90%</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b="1"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Photocopy</a:t>
            </a:r>
            <a:r>
              <a:rPr lang="en-US" dirty="0"/>
              <a:t> (fifth row), and then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Transparency</a:t>
            </a:r>
            <a:r>
              <a:rPr lang="en-US" dirty="0"/>
              <a:t> box, enter </a:t>
            </a:r>
            <a:r>
              <a:rPr lang="en-US" b="1" dirty="0"/>
              <a:t>94%</a:t>
            </a:r>
            <a:r>
              <a:rPr lang="en-US" dirty="0"/>
              <a:t>.</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Detail</a:t>
            </a:r>
            <a:r>
              <a:rPr lang="en-US" dirty="0"/>
              <a:t> box, enter </a:t>
            </a:r>
            <a:r>
              <a:rPr lang="en-US" b="1" dirty="0"/>
              <a:t>9</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in the </a:t>
            </a:r>
            <a:r>
              <a:rPr lang="en-US" b="1" dirty="0"/>
              <a:t>Contrast</a:t>
            </a:r>
            <a:r>
              <a:rPr lang="en-US" dirty="0"/>
              <a:t> box, enter </a:t>
            </a:r>
            <a:r>
              <a:rPr lang="en-US" b="1" dirty="0"/>
              <a:t>35%</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p:txBody>
      </p:sp>
      <p:sp>
        <p:nvSpPr>
          <p:cNvPr id="3465" name="Google Shape;3465;p6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1"/>
        <p:cNvGrpSpPr/>
        <p:nvPr/>
      </p:nvGrpSpPr>
      <p:grpSpPr>
        <a:xfrm>
          <a:off x="0" y="0"/>
          <a:ext cx="0" cy="0"/>
          <a:chOff x="0" y="0"/>
          <a:chExt cx="0" cy="0"/>
        </a:xfrm>
      </p:grpSpPr>
      <p:sp>
        <p:nvSpPr>
          <p:cNvPr id="3522" name="Google Shape;3522;p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3" name="Google Shape;3523;p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dirty="0"/>
              <a:t>Textured and layered background with title</a:t>
            </a:r>
            <a:endParaRPr sz="1400" b="1" dirty="0"/>
          </a:p>
          <a:p>
            <a:pPr marL="0" lvl="0" indent="0" algn="l" rtl="0">
              <a:spcBef>
                <a:spcPts val="0"/>
              </a:spcBef>
              <a:spcAft>
                <a:spcPts val="0"/>
              </a:spcAft>
              <a:buNone/>
            </a:pPr>
            <a:r>
              <a:rPr lang="en-US" sz="1400" dirty="0"/>
              <a:t>(Advanced)</a:t>
            </a:r>
            <a:endParaRPr dirty="0"/>
          </a:p>
          <a:p>
            <a:pPr marL="0" lvl="0" indent="0" algn="l" rtl="0">
              <a:spcBef>
                <a:spcPts val="0"/>
              </a:spcBef>
              <a:spcAft>
                <a:spcPts val="0"/>
              </a:spcAft>
              <a:buNone/>
            </a:pPr>
            <a:endParaRPr sz="1400" dirty="0"/>
          </a:p>
          <a:p>
            <a:pPr marL="0" lvl="0" indent="0" algn="l" rtl="0">
              <a:spcBef>
                <a:spcPts val="0"/>
              </a:spcBef>
              <a:spcAft>
                <a:spcPts val="0"/>
              </a:spcAft>
              <a:buNone/>
            </a:pP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Tip</a:t>
            </a:r>
            <a:r>
              <a:rPr lang="en-US" sz="1200" dirty="0">
                <a:solidFill>
                  <a:schemeClr val="dk1"/>
                </a:solidFill>
                <a:latin typeface="Arial"/>
                <a:ea typeface="Arial"/>
                <a:cs typeface="Arial"/>
                <a:sym typeface="Arial"/>
              </a:rPr>
              <a:t>: Some shape effects on this slide are created with the </a:t>
            </a:r>
            <a:r>
              <a:rPr lang="en-US" sz="1200" b="1" dirty="0">
                <a:solidFill>
                  <a:schemeClr val="dk1"/>
                </a:solidFill>
                <a:latin typeface="Arial"/>
                <a:ea typeface="Arial"/>
                <a:cs typeface="Arial"/>
                <a:sym typeface="Arial"/>
              </a:rPr>
              <a:t>Combine Shapes </a:t>
            </a:r>
            <a:r>
              <a:rPr lang="en-US" sz="1200" dirty="0">
                <a:solidFill>
                  <a:schemeClr val="dk1"/>
                </a:solidFill>
                <a:latin typeface="Arial"/>
                <a:ea typeface="Arial"/>
                <a:cs typeface="Arial"/>
                <a:sym typeface="Arial"/>
              </a:rPr>
              <a:t>commands. To access this command, you must add it to the Quick Access Toolbar, located above the </a:t>
            </a:r>
            <a:r>
              <a:rPr lang="en-US" sz="1200" b="1" dirty="0">
                <a:solidFill>
                  <a:schemeClr val="dk1"/>
                </a:solidFill>
                <a:latin typeface="Arial"/>
                <a:ea typeface="Arial"/>
                <a:cs typeface="Arial"/>
                <a:sym typeface="Arial"/>
              </a:rPr>
              <a:t>File</a:t>
            </a:r>
            <a:r>
              <a:rPr lang="en-US" sz="1200" dirty="0">
                <a:solidFill>
                  <a:schemeClr val="dk1"/>
                </a:solidFill>
                <a:latin typeface="Arial"/>
                <a:ea typeface="Arial"/>
                <a:cs typeface="Arial"/>
                <a:sym typeface="Arial"/>
              </a:rPr>
              <a:t> tab.  To customize the Quick Access Toolbar, do the following:</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Click the arrow next to the Quick Access Toolbar, and then under </a:t>
            </a:r>
            <a:r>
              <a:rPr lang="en-US" sz="1200" b="1" dirty="0">
                <a:solidFill>
                  <a:schemeClr val="dk1"/>
                </a:solidFill>
                <a:latin typeface="Arial"/>
                <a:ea typeface="Arial"/>
                <a:cs typeface="Arial"/>
                <a:sym typeface="Arial"/>
              </a:rPr>
              <a:t>Customize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Quick</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Access</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Toolbar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Commands</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PowerPoint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Options</a:t>
            </a:r>
            <a:r>
              <a:rPr lang="en-US" sz="1200" dirty="0">
                <a:solidFill>
                  <a:schemeClr val="dk1"/>
                </a:solidFill>
                <a:latin typeface="Arial"/>
                <a:ea typeface="Arial"/>
                <a:cs typeface="Arial"/>
                <a:sym typeface="Arial"/>
              </a:rPr>
              <a:t> dialog box, in the </a:t>
            </a:r>
            <a:r>
              <a:rPr lang="en-US" sz="1200" b="1" dirty="0">
                <a:solidFill>
                  <a:schemeClr val="dk1"/>
                </a:solidFill>
                <a:latin typeface="Arial"/>
                <a:ea typeface="Arial"/>
                <a:cs typeface="Arial"/>
                <a:sym typeface="Arial"/>
              </a:rPr>
              <a:t>Choose commands from </a:t>
            </a:r>
            <a:r>
              <a:rPr lang="en-US" sz="1200" dirty="0">
                <a:solidFill>
                  <a:schemeClr val="dk1"/>
                </a:solidFill>
                <a:latin typeface="Arial"/>
                <a:ea typeface="Arial"/>
                <a:cs typeface="Arial"/>
                <a:sym typeface="Arial"/>
              </a:rPr>
              <a:t>list, select </a:t>
            </a:r>
            <a:r>
              <a:rPr lang="en-US" sz="1200" b="1" dirty="0">
                <a:solidFill>
                  <a:schemeClr val="dk1"/>
                </a:solidFill>
                <a:latin typeface="Arial"/>
                <a:ea typeface="Arial"/>
                <a:cs typeface="Arial"/>
                <a:sym typeface="Arial"/>
              </a:rPr>
              <a:t>All Commands</a:t>
            </a:r>
            <a:r>
              <a:rPr lang="en-US" sz="1200" dirty="0">
                <a:solidFill>
                  <a:schemeClr val="dk1"/>
                </a:solidFill>
                <a:latin typeface="Arial"/>
                <a:ea typeface="Arial"/>
                <a:cs typeface="Arial"/>
                <a:sym typeface="Arial"/>
              </a:rPr>
              <a:t>. </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list of commands, click </a:t>
            </a:r>
            <a:r>
              <a:rPr lang="en-US" sz="1200" b="1" dirty="0">
                <a:solidFill>
                  <a:schemeClr val="dk1"/>
                </a:solidFill>
                <a:latin typeface="Arial"/>
                <a:ea typeface="Arial"/>
                <a:cs typeface="Arial"/>
                <a:sym typeface="Arial"/>
              </a:rPr>
              <a:t>Combine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Add</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200"/>
              <a:buFont typeface="Arial"/>
              <a:buNone/>
            </a:pPr>
            <a:r>
              <a:rPr lang="en-US" dirty="0"/>
              <a:t>To reproduce the shape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Slides</a:t>
            </a:r>
            <a:r>
              <a:rPr lang="en-US" dirty="0"/>
              <a:t> group, click </a:t>
            </a:r>
            <a:r>
              <a:rPr lang="en-US" b="1" dirty="0"/>
              <a:t>Layout</a:t>
            </a:r>
            <a:r>
              <a:rPr lang="en-US" dirty="0"/>
              <a:t>, and then click </a:t>
            </a:r>
            <a:r>
              <a:rPr lang="en-US" b="1" dirty="0"/>
              <a:t>Blank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a:t>
            </a:r>
            <a:r>
              <a:rPr lang="en-US" dirty="0"/>
              <a:t> </a:t>
            </a:r>
            <a:r>
              <a:rPr lang="en-US" b="1" dirty="0"/>
              <a:t>Styles</a:t>
            </a:r>
            <a:r>
              <a:rPr lang="en-US" dirty="0"/>
              <a:t> group, click </a:t>
            </a:r>
            <a:r>
              <a:rPr lang="en-US" b="1" dirty="0"/>
              <a:t>Shape Fill</a:t>
            </a:r>
            <a:r>
              <a:rPr lang="en-US" dirty="0"/>
              <a:t>, point to </a:t>
            </a:r>
            <a:r>
              <a:rPr lang="en-US" b="1" dirty="0"/>
              <a:t>Gradient</a:t>
            </a:r>
            <a:r>
              <a:rPr lang="en-US" dirty="0"/>
              <a:t>, and then click </a:t>
            </a:r>
            <a:r>
              <a:rPr lang="en-US" b="1" dirty="0"/>
              <a:t>More Gradients</a:t>
            </a:r>
            <a:r>
              <a:rPr lang="en-US" dirty="0"/>
              <a:t>.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Angle</a:t>
            </a:r>
            <a:r>
              <a:rPr lang="en-US" dirty="0"/>
              <a:t> box, enter </a:t>
            </a:r>
            <a:r>
              <a:rPr lang="en-US" b="1" dirty="0"/>
              <a:t>160°</a:t>
            </a:r>
            <a:r>
              <a:rPr lang="en-US" b="0" dirty="0"/>
              <a:t>.</a:t>
            </a:r>
            <a:endParaRPr b="1" dirty="0"/>
          </a:p>
          <a:p>
            <a:pPr marL="685800" lvl="1"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dirty="0"/>
              <a:t>Also under </a:t>
            </a:r>
            <a:r>
              <a:rPr lang="en-US" b="1" dirty="0"/>
              <a:t>Gradient stops</a:t>
            </a:r>
            <a:r>
              <a:rPr lang="en-US" dirty="0"/>
              <a:t>, customize the gradient stops as follows:</a:t>
            </a:r>
            <a:endParaRPr dirty="0"/>
          </a:p>
          <a:p>
            <a:pPr marL="685800" lvl="1" indent="-228600" algn="l" rtl="0">
              <a:spcBef>
                <a:spcPts val="0"/>
              </a:spcBef>
              <a:spcAft>
                <a:spcPts val="0"/>
              </a:spcAft>
              <a:buClr>
                <a:schemeClr val="dk1"/>
              </a:buClr>
              <a:buSzPts val="1200"/>
              <a:buFont typeface="Arial"/>
              <a:buChar char="•"/>
            </a:pPr>
            <a:r>
              <a:rPr lang="en-US" dirty="0"/>
              <a:t>Select the first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200</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149</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79%</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29%</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124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93</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68%</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131</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7</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last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100%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98</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51%</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pane, select </a:t>
            </a:r>
            <a:r>
              <a:rPr lang="en-US" b="1" dirty="0">
                <a:solidFill>
                  <a:schemeClr val="dk1"/>
                </a:solidFill>
                <a:latin typeface="Arial"/>
                <a:ea typeface="Arial"/>
                <a:cs typeface="Arial"/>
                <a:sym typeface="Arial"/>
              </a:rPr>
              <a:t>No</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in the left pane, in the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pane, under </a:t>
            </a:r>
            <a:r>
              <a:rPr lang="en-US" b="1" dirty="0">
                <a:solidFill>
                  <a:schemeClr val="dk1"/>
                </a:solidFill>
                <a:latin typeface="Arial"/>
                <a:ea typeface="Arial"/>
                <a:cs typeface="Arial"/>
                <a:sym typeface="Arial"/>
              </a:rPr>
              <a:t>Soft Edges</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box, </a:t>
            </a:r>
            <a:r>
              <a:rPr lang="en-US" b="1" dirty="0">
                <a:solidFill>
                  <a:schemeClr val="dk1"/>
                </a:solidFill>
                <a:latin typeface="Arial"/>
                <a:ea typeface="Arial"/>
                <a:cs typeface="Arial"/>
                <a:sym typeface="Arial"/>
              </a:rPr>
              <a:t>enter 5 pt</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 Shape </a:t>
            </a:r>
            <a:r>
              <a:rPr lang="en-US" dirty="0">
                <a:solidFill>
                  <a:schemeClr val="dk1"/>
                </a:solidFill>
                <a:latin typeface="Arial"/>
                <a:ea typeface="Arial"/>
                <a:cs typeface="Arial"/>
                <a:sym typeface="Arial"/>
              </a:rPr>
              <a:t>dialog box, click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pane, enter </a:t>
            </a:r>
            <a:r>
              <a:rPr lang="en-US" b="1" dirty="0">
                <a:solidFill>
                  <a:schemeClr val="dk1"/>
                </a:solidFill>
                <a:latin typeface="Arial"/>
                <a:ea typeface="Arial"/>
                <a:cs typeface="Arial"/>
                <a:sym typeface="Arial"/>
              </a:rPr>
              <a:t>1.83” </a:t>
            </a:r>
            <a:r>
              <a:rPr lang="en-US" dirty="0">
                <a:solidFill>
                  <a:schemeClr val="dk1"/>
                </a:solidFill>
                <a:latin typeface="Arial"/>
                <a:ea typeface="Arial"/>
                <a:cs typeface="Arial"/>
                <a:sym typeface="Arial"/>
              </a:rPr>
              <a:t>in the </a:t>
            </a:r>
            <a:r>
              <a:rPr lang="en-US" b="1" dirty="0">
                <a:solidFill>
                  <a:schemeClr val="dk1"/>
                </a:solidFill>
                <a:latin typeface="Arial"/>
                <a:ea typeface="Arial"/>
                <a:cs typeface="Arial"/>
                <a:sym typeface="Arial"/>
              </a:rPr>
              <a:t>Height</a:t>
            </a:r>
            <a:r>
              <a:rPr lang="en-US" dirty="0">
                <a:solidFill>
                  <a:schemeClr val="dk1"/>
                </a:solidFill>
                <a:latin typeface="Arial"/>
                <a:ea typeface="Arial"/>
                <a:cs typeface="Arial"/>
                <a:sym typeface="Arial"/>
              </a:rPr>
              <a:t> box and </a:t>
            </a:r>
            <a:r>
              <a:rPr lang="en-US" b="1" dirty="0">
                <a:solidFill>
                  <a:schemeClr val="dk1"/>
                </a:solidFill>
                <a:latin typeface="Arial"/>
                <a:ea typeface="Arial"/>
                <a:cs typeface="Arial"/>
                <a:sym typeface="Arial"/>
              </a:rPr>
              <a:t>10.33”</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Width</a:t>
            </a:r>
            <a:r>
              <a:rPr lang="en-US"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startAt="6"/>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Align</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to Slide</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Center</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sz="1200" dirty="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dirty="0">
                <a:solidFill>
                  <a:schemeClr val="dk1"/>
                </a:solidFill>
                <a:latin typeface="Arial"/>
                <a:ea typeface="Arial"/>
                <a:cs typeface="Arial"/>
                <a:sym typeface="Arial"/>
              </a:rPr>
              <a:t>To reproduce the clip art effects on this slide, do the following:</a:t>
            </a:r>
            <a:endParaRPr sz="1200" dirty="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Insert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Images</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pane, in the </a:t>
            </a:r>
            <a:r>
              <a:rPr lang="en-US" sz="1200" b="1" dirty="0">
                <a:solidFill>
                  <a:schemeClr val="dk1"/>
                </a:solidFill>
                <a:latin typeface="Arial"/>
                <a:ea typeface="Arial"/>
                <a:cs typeface="Arial"/>
                <a:sym typeface="Arial"/>
              </a:rPr>
              <a:t>Search for</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00437948</a:t>
            </a:r>
            <a:r>
              <a:rPr lang="en-US" sz="1200" dirty="0">
                <a:solidFill>
                  <a:schemeClr val="dk1"/>
                </a:solidFill>
                <a:latin typeface="Arial"/>
                <a:ea typeface="Arial"/>
                <a:cs typeface="Arial"/>
                <a:sym typeface="Arial"/>
              </a:rPr>
              <a:t>, select the </a:t>
            </a:r>
            <a:r>
              <a:rPr lang="en-US" sz="1200" b="1" dirty="0">
                <a:solidFill>
                  <a:schemeClr val="dk1"/>
                </a:solidFill>
                <a:latin typeface="Arial"/>
                <a:ea typeface="Arial"/>
                <a:cs typeface="Arial"/>
                <a:sym typeface="Arial"/>
              </a:rPr>
              <a:t>Include Office.com content</a:t>
            </a:r>
            <a:r>
              <a:rPr lang="en-US" sz="1200" dirty="0">
                <a:solidFill>
                  <a:schemeClr val="dk1"/>
                </a:solidFill>
                <a:latin typeface="Arial"/>
                <a:ea typeface="Arial"/>
                <a:cs typeface="Arial"/>
                <a:sym typeface="Arial"/>
              </a:rPr>
              <a:t> check box, and then click </a:t>
            </a:r>
            <a:r>
              <a:rPr lang="en-US" sz="1200" b="1" dirty="0">
                <a:solidFill>
                  <a:schemeClr val="dk1"/>
                </a:solidFill>
                <a:latin typeface="Arial"/>
                <a:ea typeface="Arial"/>
                <a:cs typeface="Arial"/>
                <a:sym typeface="Arial"/>
              </a:rPr>
              <a:t>Go</a:t>
            </a:r>
            <a:r>
              <a:rPr lang="en-US" sz="1200" dirty="0">
                <a:solidFill>
                  <a:schemeClr val="dk1"/>
                </a:solidFill>
                <a:latin typeface="Arial"/>
                <a:ea typeface="Arial"/>
                <a:cs typeface="Arial"/>
                <a:sym typeface="Arial"/>
              </a:rPr>
              <a:t>. Select the clip art file in the pane to insert it into the slide. (</a:t>
            </a:r>
            <a:r>
              <a:rPr lang="en-US" sz="1200" b="1" dirty="0">
                <a:solidFill>
                  <a:schemeClr val="dk1"/>
                </a:solidFill>
                <a:latin typeface="Arial"/>
                <a:ea typeface="Arial"/>
                <a:cs typeface="Arial"/>
                <a:sym typeface="Arial"/>
              </a:rPr>
              <a:t>Note:</a:t>
            </a:r>
            <a:r>
              <a:rPr lang="en-US" sz="1200" dirty="0">
                <a:solidFill>
                  <a:schemeClr val="dk1"/>
                </a:solidFill>
                <a:latin typeface="Arial"/>
                <a:ea typeface="Arial"/>
                <a:cs typeface="Arial"/>
                <a:sym typeface="Arial"/>
              </a:rPr>
              <a:t> If you choose another clip art file, the clip art must be in the Windows Metafile format [.</a:t>
            </a:r>
            <a:r>
              <a:rPr lang="en-US" sz="1200" dirty="0" err="1">
                <a:solidFill>
                  <a:schemeClr val="dk1"/>
                </a:solidFill>
                <a:latin typeface="Arial"/>
                <a:ea typeface="Arial"/>
                <a:cs typeface="Arial"/>
                <a:sym typeface="Arial"/>
              </a:rPr>
              <a:t>wmf</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Drag the clip art from the </a:t>
            </a:r>
            <a:r>
              <a:rPr lang="en-US" sz="1200" b="1" dirty="0">
                <a:solidFill>
                  <a:schemeClr val="dk1"/>
                </a:solidFill>
                <a:latin typeface="Arial"/>
                <a:ea typeface="Arial"/>
                <a:cs typeface="Arial"/>
                <a:sym typeface="Arial"/>
              </a:rPr>
              <a:t>Clip Art </a:t>
            </a:r>
            <a:r>
              <a:rPr lang="en-US" sz="1200" dirty="0">
                <a:solidFill>
                  <a:schemeClr val="dk1"/>
                </a:solidFill>
                <a:latin typeface="Arial"/>
                <a:ea typeface="Arial"/>
                <a:cs typeface="Arial"/>
                <a:sym typeface="Arial"/>
              </a:rPr>
              <a:t>pane to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clip art. Under </a:t>
            </a:r>
            <a:r>
              <a:rPr lang="en-US" sz="1200" b="1" dirty="0">
                <a:solidFill>
                  <a:schemeClr val="dk1"/>
                </a:solidFill>
                <a:latin typeface="Arial"/>
                <a:ea typeface="Arial"/>
                <a:cs typeface="Arial"/>
                <a:sym typeface="Arial"/>
              </a:rPr>
              <a:t>Picture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group, enter </a:t>
            </a:r>
            <a:r>
              <a:rPr lang="en-US" sz="1200" b="1" dirty="0">
                <a:solidFill>
                  <a:schemeClr val="dk1"/>
                </a:solidFill>
                <a:latin typeface="Arial"/>
                <a:ea typeface="Arial"/>
                <a:cs typeface="Arial"/>
                <a:sym typeface="Arial"/>
              </a:rPr>
              <a:t>6.99”</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Height</a:t>
            </a:r>
            <a:r>
              <a:rPr lang="en-US" sz="1200" dirty="0">
                <a:solidFill>
                  <a:schemeClr val="dk1"/>
                </a:solidFill>
                <a:latin typeface="Arial"/>
                <a:ea typeface="Arial"/>
                <a:cs typeface="Arial"/>
                <a:sym typeface="Arial"/>
              </a:rPr>
              <a:t> box and </a:t>
            </a:r>
            <a:r>
              <a:rPr lang="en-US" sz="1200" b="1" dirty="0">
                <a:solidFill>
                  <a:schemeClr val="dk1"/>
                </a:solidFill>
                <a:latin typeface="Arial"/>
                <a:ea typeface="Arial"/>
                <a:cs typeface="Arial"/>
                <a:sym typeface="Arial"/>
              </a:rPr>
              <a:t>7.5”</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Width</a:t>
            </a:r>
            <a:r>
              <a:rPr lang="en-US" sz="1200"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Microsoft Office PowerPoint </a:t>
            </a:r>
            <a:r>
              <a:rPr lang="en-US" sz="120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Yes</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slide, select the converted clip art.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Editing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Select</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Selection Pane</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Selection and Visibility pane</a:t>
            </a:r>
            <a:r>
              <a:rPr lang="en-US" sz="1200" dirty="0">
                <a:solidFill>
                  <a:schemeClr val="dk1"/>
                </a:solidFill>
                <a:latin typeface="Arial"/>
                <a:ea typeface="Arial"/>
                <a:cs typeface="Arial"/>
                <a:sym typeface="Arial"/>
              </a:rPr>
              <a:t>, select the top-level group.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Selection and Visibility</a:t>
            </a:r>
            <a:r>
              <a:rPr lang="en-US" sz="1200" dirty="0">
                <a:solidFill>
                  <a:schemeClr val="dk1"/>
                </a:solidFill>
                <a:latin typeface="Arial"/>
                <a:ea typeface="Arial"/>
                <a:cs typeface="Arial"/>
                <a:sym typeface="Arial"/>
              </a:rPr>
              <a:t> pane, select the </a:t>
            </a:r>
            <a:r>
              <a:rPr lang="en-US" sz="1200" b="1" dirty="0" err="1">
                <a:solidFill>
                  <a:schemeClr val="dk1"/>
                </a:solidFill>
                <a:latin typeface="Arial"/>
                <a:ea typeface="Arial"/>
                <a:cs typeface="Arial"/>
                <a:sym typeface="Arial"/>
              </a:rPr>
              <a:t>Autoshape</a:t>
            </a:r>
            <a:r>
              <a:rPr lang="en-US" sz="1200" dirty="0">
                <a:solidFill>
                  <a:schemeClr val="dk1"/>
                </a:solidFill>
                <a:latin typeface="Arial"/>
                <a:ea typeface="Arial"/>
                <a:cs typeface="Arial"/>
                <a:sym typeface="Arial"/>
              </a:rPr>
              <a:t> object, and then press DELETE.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Press and hold CTRL, and then select all the clip art shapes. On the Quick Access Toolbar, click </a:t>
            </a:r>
            <a:r>
              <a:rPr lang="en-US" sz="1200" b="1" dirty="0">
                <a:solidFill>
                  <a:schemeClr val="dk1"/>
                </a:solidFill>
                <a:latin typeface="Arial"/>
                <a:ea typeface="Arial"/>
                <a:cs typeface="Arial"/>
                <a:sym typeface="Arial"/>
              </a:rPr>
              <a:t>Combine 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Union</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Position the new freeform shape in the bottom left corner of the slide so that it extends beyond the left and bottom edges of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freeform shape. Under </a:t>
            </a:r>
            <a:r>
              <a:rPr lang="en-US" sz="1200" b="1" dirty="0">
                <a:solidFill>
                  <a:schemeClr val="dk1"/>
                </a:solidFill>
                <a:latin typeface="Arial"/>
                <a:ea typeface="Arial"/>
                <a:cs typeface="Arial"/>
                <a:sym typeface="Arial"/>
              </a:rPr>
              <a:t>Drawing 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Shape Styles </a:t>
            </a:r>
            <a:r>
              <a:rPr lang="en-US" sz="1200" dirty="0">
                <a:solidFill>
                  <a:schemeClr val="dk1"/>
                </a:solidFill>
                <a:latin typeface="Arial"/>
                <a:ea typeface="Arial"/>
                <a:cs typeface="Arial"/>
                <a:sym typeface="Arial"/>
              </a:rPr>
              <a:t>group, click </a:t>
            </a:r>
            <a:r>
              <a:rPr lang="en-US" sz="1200" b="1" dirty="0">
                <a:solidFill>
                  <a:schemeClr val="dk1"/>
                </a:solidFill>
                <a:latin typeface="Arial"/>
                <a:ea typeface="Arial"/>
                <a:cs typeface="Arial"/>
                <a:sym typeface="Arial"/>
              </a:rPr>
              <a:t>Shape Fill</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dialog box, click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pane, click </a:t>
            </a:r>
            <a:r>
              <a:rPr lang="en-US" sz="1200" b="1" dirty="0">
                <a:solidFill>
                  <a:schemeClr val="dk1"/>
                </a:solidFill>
                <a:latin typeface="Arial"/>
                <a:ea typeface="Arial"/>
                <a:cs typeface="Arial"/>
                <a:sym typeface="Arial"/>
              </a:rPr>
              <a:t>Solid fill</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99%</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Format Picture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in the left pane, in the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pane, under </a:t>
            </a:r>
            <a:r>
              <a:rPr lang="en-US" sz="1200" b="1" dirty="0">
                <a:solidFill>
                  <a:schemeClr val="dk1"/>
                </a:solidFill>
                <a:latin typeface="Arial"/>
                <a:ea typeface="Arial"/>
                <a:cs typeface="Arial"/>
                <a:sym typeface="Arial"/>
              </a:rPr>
              <a:t>Glow</a:t>
            </a:r>
            <a:r>
              <a:rPr lang="en-US" sz="1200" b="0" dirty="0">
                <a:solidFill>
                  <a:schemeClr val="dk1"/>
                </a:solidFill>
                <a:latin typeface="Arial"/>
                <a:ea typeface="Arial"/>
                <a:cs typeface="Arial"/>
                <a:sym typeface="Arial"/>
              </a:rPr>
              <a:t>,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b="0" dirty="0">
                <a:solidFill>
                  <a:schemeClr val="dk1"/>
                </a:solidFill>
                <a:latin typeface="Arial"/>
                <a:ea typeface="Arial"/>
                <a:cs typeface="Arial"/>
                <a:sym typeface="Arial"/>
              </a:rPr>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Size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 pt</a:t>
            </a:r>
            <a:r>
              <a:rPr lang="en-US" sz="1200" b="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90%</a:t>
            </a:r>
            <a:r>
              <a:rPr lang="en-US" sz="1200" b="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None/>
            </a:pPr>
            <a:r>
              <a:rPr lang="en-US" dirty="0"/>
              <a:t>To reproduce the text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Insert</a:t>
            </a:r>
            <a:r>
              <a:rPr lang="en-US" b="0" dirty="0"/>
              <a:t> tab, in the </a:t>
            </a:r>
            <a:r>
              <a:rPr lang="en-US" b="1" dirty="0"/>
              <a:t>Text</a:t>
            </a:r>
            <a:r>
              <a:rPr lang="en-US" b="0" dirty="0"/>
              <a:t> group, click </a:t>
            </a:r>
            <a:r>
              <a:rPr lang="en-US" b="1" dirty="0"/>
              <a:t>Text Box</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text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Enter text in the text box, and then select the text.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group, select </a:t>
            </a:r>
            <a:r>
              <a:rPr lang="en-US" sz="1200" b="1" dirty="0">
                <a:solidFill>
                  <a:schemeClr val="dk1"/>
                </a:solidFill>
                <a:latin typeface="Arial"/>
                <a:ea typeface="Arial"/>
                <a:cs typeface="Arial"/>
                <a:sym typeface="Arial"/>
              </a:rPr>
              <a:t>Garamond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list, select </a:t>
            </a:r>
            <a:r>
              <a:rPr lang="en-US" sz="1200" b="1" dirty="0">
                <a:solidFill>
                  <a:schemeClr val="dk1"/>
                </a:solidFill>
                <a:latin typeface="Arial"/>
                <a:ea typeface="Arial"/>
                <a:cs typeface="Arial"/>
                <a:sym typeface="Arial"/>
              </a:rPr>
              <a:t>54 pt.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list, and then click </a:t>
            </a:r>
            <a:r>
              <a:rPr lang="en-US" sz="1200" b="1" dirty="0">
                <a:solidFill>
                  <a:schemeClr val="dk1"/>
                </a:solidFill>
                <a:latin typeface="Arial"/>
                <a:ea typeface="Arial"/>
                <a:cs typeface="Arial"/>
                <a:sym typeface="Arial"/>
              </a:rPr>
              <a:t>Bold</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Drawing</a:t>
            </a:r>
            <a:r>
              <a:rPr lang="en-US" sz="1200" b="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b="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b="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WordArt Styles </a:t>
            </a:r>
            <a:r>
              <a:rPr lang="en-US" sz="1200" b="0" dirty="0">
                <a:solidFill>
                  <a:schemeClr val="dk1"/>
                </a:solidFill>
                <a:latin typeface="Arial"/>
                <a:ea typeface="Arial"/>
                <a:cs typeface="Arial"/>
                <a:sym typeface="Arial"/>
              </a:rPr>
              <a:t>group, click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launcher. In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pane, do the following:</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70%</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Blur</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 pt</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Angle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315°</a:t>
            </a:r>
            <a:r>
              <a:rPr lang="en-US" sz="1200" b="0" dirty="0">
                <a:solidFill>
                  <a:schemeClr val="dk1"/>
                </a:solidFill>
                <a:latin typeface="Arial"/>
                <a:ea typeface="Arial"/>
                <a:cs typeface="Arial"/>
                <a:sym typeface="Arial"/>
              </a:rPr>
              <a:t>.</a:t>
            </a:r>
            <a:endParaRPr sz="1200" b="1" dirty="0">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Distance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4 pt</a:t>
            </a:r>
            <a:r>
              <a:rPr lang="en-US" sz="1200" b="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5"/>
            </a:pPr>
            <a:r>
              <a:rPr lang="en-US" sz="1200" b="0" dirty="0">
                <a:solidFill>
                  <a:schemeClr val="dk1"/>
                </a:solidFill>
                <a:latin typeface="Arial"/>
                <a:ea typeface="Arial"/>
                <a:cs typeface="Arial"/>
                <a:sym typeface="Arial"/>
              </a:rPr>
              <a:t>Drag the text box inside the rectangle and on the right side of the slide.</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first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Picture or texture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Stationary</a:t>
            </a:r>
            <a:r>
              <a:rPr lang="en-US" dirty="0"/>
              <a:t> (fourth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Shape</a:t>
            </a:r>
            <a:r>
              <a:rPr lang="en-US" dirty="0"/>
              <a:t> dialog box, click </a:t>
            </a:r>
            <a:r>
              <a:rPr lang="en-US" b="1" dirty="0"/>
              <a:t>Line Color </a:t>
            </a:r>
            <a:r>
              <a:rPr lang="en-US" dirty="0"/>
              <a:t>in the left pane, in the </a:t>
            </a:r>
            <a:r>
              <a:rPr lang="en-US" b="1" dirty="0"/>
              <a:t>Line Color </a:t>
            </a:r>
            <a:r>
              <a:rPr lang="en-US" dirty="0"/>
              <a:t>pane, click </a:t>
            </a:r>
            <a:r>
              <a:rPr lang="en-US" b="1" dirty="0"/>
              <a:t>No</a:t>
            </a:r>
            <a:r>
              <a:rPr lang="en-US" dirty="0"/>
              <a:t> </a:t>
            </a:r>
            <a:r>
              <a:rPr lang="en-US" b="1" dirty="0"/>
              <a:t>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Clipboard</a:t>
            </a:r>
            <a:r>
              <a:rPr lang="en-US" dirty="0"/>
              <a:t> group, click </a:t>
            </a:r>
            <a:r>
              <a:rPr lang="en-US" b="1" dirty="0"/>
              <a:t>Copy</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Press DELETE to delete the rectangle.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Clipboard</a:t>
            </a:r>
            <a:r>
              <a:rPr lang="en-US" sz="1200" dirty="0">
                <a:solidFill>
                  <a:schemeClr val="dk1"/>
                </a:solidFill>
                <a:latin typeface="Arial"/>
                <a:ea typeface="Arial"/>
                <a:cs typeface="Arial"/>
                <a:sym typeface="Arial"/>
              </a:rPr>
              <a:t> group, click the arrow below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select </a:t>
            </a:r>
            <a:r>
              <a:rPr lang="en-US" sz="1200" b="1" dirty="0">
                <a:solidFill>
                  <a:schemeClr val="dk1"/>
                </a:solidFill>
                <a:latin typeface="Arial"/>
                <a:ea typeface="Arial"/>
                <a:cs typeface="Arial"/>
                <a:sym typeface="Arial"/>
              </a:rPr>
              <a:t>Paste Special</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Paste Special </a:t>
            </a:r>
            <a:r>
              <a:rPr lang="en-US" sz="1200" dirty="0">
                <a:solidFill>
                  <a:schemeClr val="dk1"/>
                </a:solidFill>
                <a:latin typeface="Arial"/>
                <a:ea typeface="Arial"/>
                <a:cs typeface="Arial"/>
                <a:sym typeface="Arial"/>
              </a:rPr>
              <a:t>dialog box, select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As</a:t>
            </a:r>
            <a:r>
              <a:rPr lang="en-US" sz="1200" dirty="0">
                <a:solidFill>
                  <a:schemeClr val="dk1"/>
                </a:solidFill>
                <a:latin typeface="Arial"/>
                <a:ea typeface="Arial"/>
                <a:cs typeface="Arial"/>
                <a:sym typeface="Arial"/>
              </a:rPr>
              <a:t>, select </a:t>
            </a:r>
            <a:r>
              <a:rPr lang="en-US" sz="1200" b="1" dirty="0">
                <a:solidFill>
                  <a:schemeClr val="dk1"/>
                </a:solidFill>
                <a:latin typeface="Arial"/>
                <a:ea typeface="Arial"/>
                <a:cs typeface="Arial"/>
                <a:sym typeface="Arial"/>
              </a:rPr>
              <a:t>Picture (PNG)</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dirty="0"/>
              <a:t>Select the picture. Under </a:t>
            </a:r>
            <a:r>
              <a:rPr lang="en-US" b="1" dirty="0"/>
              <a:t>Picture Tools</a:t>
            </a:r>
            <a:r>
              <a:rPr lang="en-US" dirty="0"/>
              <a:t>, on the </a:t>
            </a:r>
            <a:r>
              <a:rPr lang="en-US" b="1" dirty="0"/>
              <a:t>Format</a:t>
            </a:r>
            <a:r>
              <a:rPr lang="en-US" dirty="0"/>
              <a:t> tab, in the </a:t>
            </a:r>
            <a:r>
              <a:rPr lang="en-US" b="1" dirty="0"/>
              <a:t>Adjust</a:t>
            </a:r>
            <a:r>
              <a:rPr lang="en-US" dirty="0"/>
              <a:t> group, click </a:t>
            </a:r>
            <a:r>
              <a:rPr lang="en-US" b="1" dirty="0"/>
              <a:t>Artistic Effects</a:t>
            </a:r>
            <a:r>
              <a:rPr lang="en-US" dirty="0"/>
              <a:t>, and then click </a:t>
            </a:r>
            <a:r>
              <a:rPr lang="en-US" b="1" dirty="0"/>
              <a:t>Artistic Effects Options</a:t>
            </a:r>
            <a:r>
              <a:rPr lang="en-US" dirty="0"/>
              <a:t>. In the </a:t>
            </a:r>
            <a:r>
              <a:rPr lang="en-US" b="1" dirty="0"/>
              <a:t>Format</a:t>
            </a:r>
            <a:r>
              <a:rPr lang="en-US" dirty="0"/>
              <a:t> </a:t>
            </a:r>
            <a:r>
              <a:rPr lang="en-US" b="1" dirty="0"/>
              <a:t>Picture</a:t>
            </a:r>
            <a:r>
              <a:rPr lang="en-US" dirty="0"/>
              <a:t> 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and then click </a:t>
            </a:r>
            <a:r>
              <a:rPr lang="en-US" b="1" dirty="0"/>
              <a:t>Paint Brush </a:t>
            </a:r>
            <a:r>
              <a:rPr lang="en-US" dirty="0"/>
              <a:t>(second row).</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Artistic Effects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Transparency</a:t>
            </a:r>
            <a:r>
              <a:rPr lang="en-US" dirty="0"/>
              <a:t> box, enter </a:t>
            </a:r>
            <a:r>
              <a:rPr lang="en-US" b="1" dirty="0"/>
              <a:t>15%</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Brush Size </a:t>
            </a:r>
            <a:r>
              <a:rPr lang="en-US" dirty="0"/>
              <a:t>box, enter </a:t>
            </a:r>
            <a:r>
              <a:rPr lang="en-US" b="1" dirty="0"/>
              <a:t>2</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Color </a:t>
            </a:r>
            <a:r>
              <a:rPr lang="en-US" dirty="0"/>
              <a:t>in the left pane, in the </a:t>
            </a:r>
            <a:r>
              <a:rPr lang="en-US" b="1" dirty="0"/>
              <a:t>Picture Color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Saturation</a:t>
            </a:r>
            <a:r>
              <a:rPr lang="en-US" dirty="0"/>
              <a:t>, in the </a:t>
            </a:r>
            <a:r>
              <a:rPr lang="en-US" b="1" dirty="0"/>
              <a:t>Saturation</a:t>
            </a:r>
            <a:r>
              <a:rPr lang="en-US" dirty="0"/>
              <a:t> box, enter </a:t>
            </a:r>
            <a:r>
              <a:rPr lang="en-US" b="1" dirty="0"/>
              <a:t>200%</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Tone</a:t>
            </a:r>
            <a:r>
              <a:rPr lang="en-US" dirty="0"/>
              <a:t>, click the button next to </a:t>
            </a:r>
            <a:r>
              <a:rPr lang="en-US" b="1" dirty="0"/>
              <a:t>Presets</a:t>
            </a:r>
            <a:r>
              <a:rPr lang="en-US" dirty="0"/>
              <a:t> and then click </a:t>
            </a:r>
            <a:r>
              <a:rPr lang="en-US" b="1" dirty="0"/>
              <a:t>Temperature: 5,300 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Format Picture dialog box, click Picture Corrections in the left pane, in the Picture Corrections 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Sharpen and Soften</a:t>
            </a:r>
            <a:r>
              <a:rPr lang="en-US" dirty="0"/>
              <a:t>, in the box next to </a:t>
            </a:r>
            <a:r>
              <a:rPr lang="en-US" b="1" dirty="0"/>
              <a:t>Sharpen</a:t>
            </a:r>
            <a:r>
              <a:rPr lang="en-US" dirty="0"/>
              <a:t>, enter </a:t>
            </a:r>
            <a:r>
              <a:rPr lang="en-US" b="1" dirty="0"/>
              <a:t>-70%.</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Brightness and Contrast</a:t>
            </a:r>
            <a:r>
              <a:rPr lang="en-US" dirty="0"/>
              <a:t>, in the </a:t>
            </a:r>
            <a:r>
              <a:rPr lang="en-US" b="1" dirty="0"/>
              <a:t>Contrast</a:t>
            </a:r>
            <a:r>
              <a:rPr lang="en-US" dirty="0"/>
              <a:t> box, enter </a:t>
            </a:r>
            <a:r>
              <a:rPr lang="en-US" b="1" dirty="0"/>
              <a:t>-10%</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Arrange</a:t>
            </a:r>
            <a:r>
              <a:rPr lang="en-US" dirty="0"/>
              <a:t>, and then click </a:t>
            </a:r>
            <a:r>
              <a:rPr lang="en-US" b="1" dirty="0"/>
              <a:t>Send to Back</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second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the button next to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Angle</a:t>
            </a:r>
            <a:r>
              <a:rPr lang="en-US" dirty="0"/>
              <a:t> box, enter </a:t>
            </a:r>
            <a:r>
              <a:rPr lang="en-US" b="1" dirty="0"/>
              <a:t>160°</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customize the gradient stops as follows:</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first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Theme Colors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Black, Text 1 </a:t>
            </a:r>
            <a:r>
              <a:rPr lang="en-US" sz="1200" dirty="0">
                <a:solidFill>
                  <a:schemeClr val="dk1"/>
                </a:solidFill>
                <a:latin typeface="Arial"/>
                <a:ea typeface="Arial"/>
                <a:cs typeface="Arial"/>
                <a:sym typeface="Arial"/>
              </a:rPr>
              <a:t>(first row).</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29%</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36</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25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15</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68%</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68%</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last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37%</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startAt="5"/>
            </a:pPr>
            <a:r>
              <a:rPr lang="en-US" b="0" dirty="0"/>
              <a:t>Also in the </a:t>
            </a:r>
            <a:r>
              <a:rPr lang="en-US" b="1" dirty="0"/>
              <a:t>Format Shape </a:t>
            </a:r>
            <a:r>
              <a:rPr lang="en-US" b="0" dirty="0"/>
              <a:t>dialog box, click </a:t>
            </a:r>
            <a:r>
              <a:rPr lang="en-US" b="1" dirty="0"/>
              <a:t>Line Color </a:t>
            </a:r>
            <a:r>
              <a:rPr lang="en-US" b="0" dirty="0"/>
              <a:t>in the left pane, in the </a:t>
            </a:r>
            <a:r>
              <a:rPr lang="en-US" b="1" dirty="0"/>
              <a:t>Line Color </a:t>
            </a:r>
            <a:r>
              <a:rPr lang="en-US" b="0" dirty="0"/>
              <a:t>pane, select </a:t>
            </a:r>
            <a:r>
              <a:rPr lang="en-US" b="1" dirty="0"/>
              <a:t>No line</a:t>
            </a:r>
            <a:r>
              <a:rPr lang="en-US" b="0"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startAt="5"/>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b="0" dirty="0"/>
          </a:p>
          <a:p>
            <a:pPr marL="228600" lvl="0" indent="-228600" algn="l" rtl="0">
              <a:spcBef>
                <a:spcPts val="0"/>
              </a:spcBef>
              <a:spcAft>
                <a:spcPts val="0"/>
              </a:spcAft>
              <a:buClr>
                <a:schemeClr val="dk1"/>
              </a:buClr>
              <a:buSzPts val="1200"/>
              <a:buFont typeface="Arial"/>
              <a:buAutoNum type="arabicPeriod" startAt="5"/>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r>
              <a:rPr lang="en-US" b="0" dirty="0"/>
              <a:t>To reproduce the third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Cork </a:t>
            </a:r>
            <a:r>
              <a:rPr lang="en-US" dirty="0"/>
              <a:t>(fifth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Stretch options</a:t>
            </a:r>
            <a:r>
              <a:rPr lang="en-US" dirty="0"/>
              <a:t>, in the </a:t>
            </a:r>
            <a:r>
              <a:rPr lang="en-US" b="1" dirty="0"/>
              <a:t>Transparency</a:t>
            </a:r>
            <a:r>
              <a:rPr lang="en-US" dirty="0"/>
              <a:t> box, enter </a:t>
            </a:r>
            <a:r>
              <a:rPr lang="en-US" b="1" dirty="0"/>
              <a:t>84%</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Paint Brush </a:t>
            </a:r>
            <a:r>
              <a:rPr lang="en-US" dirty="0"/>
              <a:t>(second row), and then in the </a:t>
            </a:r>
            <a:r>
              <a:rPr lang="en-US" b="1" dirty="0"/>
              <a:t>Brush Size </a:t>
            </a:r>
            <a:r>
              <a:rPr lang="en-US" dirty="0"/>
              <a:t>box, enter </a:t>
            </a:r>
            <a:r>
              <a:rPr lang="en-US" b="1" dirty="0"/>
              <a:t>1</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enter </a:t>
            </a:r>
            <a:r>
              <a:rPr lang="en-US" b="1" dirty="0"/>
              <a:t>1% </a:t>
            </a:r>
            <a:r>
              <a:rPr lang="en-US" dirty="0"/>
              <a:t>in the </a:t>
            </a:r>
            <a:r>
              <a:rPr lang="en-US" b="1" dirty="0"/>
              <a:t>Brightness</a:t>
            </a:r>
            <a:r>
              <a:rPr lang="en-US" dirty="0"/>
              <a:t> box and </a:t>
            </a:r>
            <a:r>
              <a:rPr lang="en-US" b="1" dirty="0"/>
              <a:t>26%</a:t>
            </a:r>
            <a:r>
              <a:rPr lang="en-US" dirty="0"/>
              <a:t> in the </a:t>
            </a:r>
            <a:r>
              <a:rPr lang="en-US" b="1" dirty="0"/>
              <a:t>Contrast</a:t>
            </a:r>
            <a:r>
              <a:rPr lang="en-US" dirty="0"/>
              <a:t> box.</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fourth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the button next to </a:t>
            </a:r>
            <a:r>
              <a:rPr lang="en-US" b="1" dirty="0"/>
              <a:t>Texture</a:t>
            </a:r>
            <a:r>
              <a:rPr lang="en-US" dirty="0"/>
              <a:t>, and then click </a:t>
            </a:r>
            <a:r>
              <a:rPr lang="en-US" b="1" dirty="0"/>
              <a:t>Granite </a:t>
            </a:r>
            <a:r>
              <a:rPr lang="en-US" dirty="0"/>
              <a:t>(third row).</a:t>
            </a:r>
            <a:endParaRPr dirty="0"/>
          </a:p>
          <a:p>
            <a:pPr marL="685800" lvl="1" indent="-228600" algn="l" rtl="0">
              <a:spcBef>
                <a:spcPts val="0"/>
              </a:spcBef>
              <a:spcAft>
                <a:spcPts val="0"/>
              </a:spcAft>
              <a:buClr>
                <a:schemeClr val="dk1"/>
              </a:buClr>
              <a:buSzPts val="1200"/>
              <a:buFont typeface="Arial"/>
              <a:buAutoNum type="arabicPeriod" startAt="2"/>
            </a:pPr>
            <a:r>
              <a:rPr lang="en-US" dirty="0"/>
              <a:t>Under </a:t>
            </a:r>
            <a:r>
              <a:rPr lang="en-US" b="1" dirty="0"/>
              <a:t>Tiling options</a:t>
            </a:r>
            <a:r>
              <a:rPr lang="en-US" dirty="0"/>
              <a:t>, in the </a:t>
            </a:r>
            <a:r>
              <a:rPr lang="en-US" b="1" dirty="0"/>
              <a:t>Transparency</a:t>
            </a:r>
            <a:r>
              <a:rPr lang="en-US" dirty="0"/>
              <a:t> box, enter </a:t>
            </a:r>
            <a:r>
              <a:rPr lang="en-US" b="1" dirty="0"/>
              <a:t>90%</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b="1"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Photocopy</a:t>
            </a:r>
            <a:r>
              <a:rPr lang="en-US" dirty="0"/>
              <a:t> (fifth row), and then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Transparency</a:t>
            </a:r>
            <a:r>
              <a:rPr lang="en-US" dirty="0"/>
              <a:t> box, enter </a:t>
            </a:r>
            <a:r>
              <a:rPr lang="en-US" b="1" dirty="0"/>
              <a:t>94%</a:t>
            </a:r>
            <a:r>
              <a:rPr lang="en-US" dirty="0"/>
              <a:t>.</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Detail</a:t>
            </a:r>
            <a:r>
              <a:rPr lang="en-US" dirty="0"/>
              <a:t> box, enter </a:t>
            </a:r>
            <a:r>
              <a:rPr lang="en-US" b="1" dirty="0"/>
              <a:t>9</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in the </a:t>
            </a:r>
            <a:r>
              <a:rPr lang="en-US" b="1" dirty="0"/>
              <a:t>Contrast</a:t>
            </a:r>
            <a:r>
              <a:rPr lang="en-US" dirty="0"/>
              <a:t> box, enter </a:t>
            </a:r>
            <a:r>
              <a:rPr lang="en-US" b="1" dirty="0"/>
              <a:t>35%</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p:txBody>
      </p:sp>
      <p:sp>
        <p:nvSpPr>
          <p:cNvPr id="3524" name="Google Shape;3524;p6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8"/>
        <p:cNvGrpSpPr/>
        <p:nvPr/>
      </p:nvGrpSpPr>
      <p:grpSpPr>
        <a:xfrm>
          <a:off x="0" y="0"/>
          <a:ext cx="0" cy="0"/>
          <a:chOff x="0" y="0"/>
          <a:chExt cx="0" cy="0"/>
        </a:xfrm>
      </p:grpSpPr>
      <p:sp>
        <p:nvSpPr>
          <p:cNvPr id="3699" name="Google Shape;3699;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0" name="Google Shape;3700;p7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dirty="0"/>
              <a:t>Textured and layered background with title</a:t>
            </a:r>
            <a:endParaRPr sz="1400" b="1" dirty="0"/>
          </a:p>
          <a:p>
            <a:pPr marL="0" lvl="0" indent="0" algn="l" rtl="0">
              <a:spcBef>
                <a:spcPts val="0"/>
              </a:spcBef>
              <a:spcAft>
                <a:spcPts val="0"/>
              </a:spcAft>
              <a:buNone/>
            </a:pPr>
            <a:r>
              <a:rPr lang="en-US" sz="1400" dirty="0"/>
              <a:t>(Advanced)</a:t>
            </a:r>
            <a:endParaRPr dirty="0"/>
          </a:p>
          <a:p>
            <a:pPr marL="0" lvl="0" indent="0" algn="l" rtl="0">
              <a:spcBef>
                <a:spcPts val="0"/>
              </a:spcBef>
              <a:spcAft>
                <a:spcPts val="0"/>
              </a:spcAft>
              <a:buNone/>
            </a:pPr>
            <a:endParaRPr sz="1400" dirty="0"/>
          </a:p>
          <a:p>
            <a:pPr marL="0" lvl="0" indent="0" algn="l" rtl="0">
              <a:spcBef>
                <a:spcPts val="0"/>
              </a:spcBef>
              <a:spcAft>
                <a:spcPts val="0"/>
              </a:spcAft>
              <a:buNone/>
            </a:pP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Tip</a:t>
            </a:r>
            <a:r>
              <a:rPr lang="en-US" sz="1200" dirty="0">
                <a:solidFill>
                  <a:schemeClr val="dk1"/>
                </a:solidFill>
                <a:latin typeface="Arial"/>
                <a:ea typeface="Arial"/>
                <a:cs typeface="Arial"/>
                <a:sym typeface="Arial"/>
              </a:rPr>
              <a:t>: Some shape effects on this slide are created with the </a:t>
            </a:r>
            <a:r>
              <a:rPr lang="en-US" sz="1200" b="1" dirty="0">
                <a:solidFill>
                  <a:schemeClr val="dk1"/>
                </a:solidFill>
                <a:latin typeface="Arial"/>
                <a:ea typeface="Arial"/>
                <a:cs typeface="Arial"/>
                <a:sym typeface="Arial"/>
              </a:rPr>
              <a:t>Combine Shapes </a:t>
            </a:r>
            <a:r>
              <a:rPr lang="en-US" sz="1200" dirty="0">
                <a:solidFill>
                  <a:schemeClr val="dk1"/>
                </a:solidFill>
                <a:latin typeface="Arial"/>
                <a:ea typeface="Arial"/>
                <a:cs typeface="Arial"/>
                <a:sym typeface="Arial"/>
              </a:rPr>
              <a:t>commands. To access this command, you must add it to the Quick Access Toolbar, located above the </a:t>
            </a:r>
            <a:r>
              <a:rPr lang="en-US" sz="1200" b="1" dirty="0">
                <a:solidFill>
                  <a:schemeClr val="dk1"/>
                </a:solidFill>
                <a:latin typeface="Arial"/>
                <a:ea typeface="Arial"/>
                <a:cs typeface="Arial"/>
                <a:sym typeface="Arial"/>
              </a:rPr>
              <a:t>File</a:t>
            </a:r>
            <a:r>
              <a:rPr lang="en-US" sz="1200" dirty="0">
                <a:solidFill>
                  <a:schemeClr val="dk1"/>
                </a:solidFill>
                <a:latin typeface="Arial"/>
                <a:ea typeface="Arial"/>
                <a:cs typeface="Arial"/>
                <a:sym typeface="Arial"/>
              </a:rPr>
              <a:t> tab.  To customize the Quick Access Toolbar, do the following:</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Click the arrow next to the Quick Access Toolbar, and then under </a:t>
            </a:r>
            <a:r>
              <a:rPr lang="en-US" sz="1200" b="1" dirty="0">
                <a:solidFill>
                  <a:schemeClr val="dk1"/>
                </a:solidFill>
                <a:latin typeface="Arial"/>
                <a:ea typeface="Arial"/>
                <a:cs typeface="Arial"/>
                <a:sym typeface="Arial"/>
              </a:rPr>
              <a:t>Customize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Quick</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Access</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Toolbar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Commands</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PowerPoint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Options</a:t>
            </a:r>
            <a:r>
              <a:rPr lang="en-US" sz="1200" dirty="0">
                <a:solidFill>
                  <a:schemeClr val="dk1"/>
                </a:solidFill>
                <a:latin typeface="Arial"/>
                <a:ea typeface="Arial"/>
                <a:cs typeface="Arial"/>
                <a:sym typeface="Arial"/>
              </a:rPr>
              <a:t> dialog box, in the </a:t>
            </a:r>
            <a:r>
              <a:rPr lang="en-US" sz="1200" b="1" dirty="0">
                <a:solidFill>
                  <a:schemeClr val="dk1"/>
                </a:solidFill>
                <a:latin typeface="Arial"/>
                <a:ea typeface="Arial"/>
                <a:cs typeface="Arial"/>
                <a:sym typeface="Arial"/>
              </a:rPr>
              <a:t>Choose commands from </a:t>
            </a:r>
            <a:r>
              <a:rPr lang="en-US" sz="1200" dirty="0">
                <a:solidFill>
                  <a:schemeClr val="dk1"/>
                </a:solidFill>
                <a:latin typeface="Arial"/>
                <a:ea typeface="Arial"/>
                <a:cs typeface="Arial"/>
                <a:sym typeface="Arial"/>
              </a:rPr>
              <a:t>list, select </a:t>
            </a:r>
            <a:r>
              <a:rPr lang="en-US" sz="1200" b="1" dirty="0">
                <a:solidFill>
                  <a:schemeClr val="dk1"/>
                </a:solidFill>
                <a:latin typeface="Arial"/>
                <a:ea typeface="Arial"/>
                <a:cs typeface="Arial"/>
                <a:sym typeface="Arial"/>
              </a:rPr>
              <a:t>All Commands</a:t>
            </a:r>
            <a:r>
              <a:rPr lang="en-US" sz="1200" dirty="0">
                <a:solidFill>
                  <a:schemeClr val="dk1"/>
                </a:solidFill>
                <a:latin typeface="Arial"/>
                <a:ea typeface="Arial"/>
                <a:cs typeface="Arial"/>
                <a:sym typeface="Arial"/>
              </a:rPr>
              <a:t>. </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list of commands, click </a:t>
            </a:r>
            <a:r>
              <a:rPr lang="en-US" sz="1200" b="1" dirty="0">
                <a:solidFill>
                  <a:schemeClr val="dk1"/>
                </a:solidFill>
                <a:latin typeface="Arial"/>
                <a:ea typeface="Arial"/>
                <a:cs typeface="Arial"/>
                <a:sym typeface="Arial"/>
              </a:rPr>
              <a:t>Combine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Add</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200"/>
              <a:buFont typeface="Arial"/>
              <a:buNone/>
            </a:pPr>
            <a:r>
              <a:rPr lang="en-US" dirty="0"/>
              <a:t>To reproduce the shape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Slides</a:t>
            </a:r>
            <a:r>
              <a:rPr lang="en-US" dirty="0"/>
              <a:t> group, click </a:t>
            </a:r>
            <a:r>
              <a:rPr lang="en-US" b="1" dirty="0"/>
              <a:t>Layout</a:t>
            </a:r>
            <a:r>
              <a:rPr lang="en-US" dirty="0"/>
              <a:t>, and then click </a:t>
            </a:r>
            <a:r>
              <a:rPr lang="en-US" b="1" dirty="0"/>
              <a:t>Blank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a:t>
            </a:r>
            <a:r>
              <a:rPr lang="en-US" dirty="0"/>
              <a:t> </a:t>
            </a:r>
            <a:r>
              <a:rPr lang="en-US" b="1" dirty="0"/>
              <a:t>Styles</a:t>
            </a:r>
            <a:r>
              <a:rPr lang="en-US" dirty="0"/>
              <a:t> group, click </a:t>
            </a:r>
            <a:r>
              <a:rPr lang="en-US" b="1" dirty="0"/>
              <a:t>Shape Fill</a:t>
            </a:r>
            <a:r>
              <a:rPr lang="en-US" dirty="0"/>
              <a:t>, point to </a:t>
            </a:r>
            <a:r>
              <a:rPr lang="en-US" b="1" dirty="0"/>
              <a:t>Gradient</a:t>
            </a:r>
            <a:r>
              <a:rPr lang="en-US" dirty="0"/>
              <a:t>, and then click </a:t>
            </a:r>
            <a:r>
              <a:rPr lang="en-US" b="1" dirty="0"/>
              <a:t>More Gradients</a:t>
            </a:r>
            <a:r>
              <a:rPr lang="en-US" dirty="0"/>
              <a:t>.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Angle</a:t>
            </a:r>
            <a:r>
              <a:rPr lang="en-US" dirty="0"/>
              <a:t> box, enter </a:t>
            </a:r>
            <a:r>
              <a:rPr lang="en-US" b="1" dirty="0"/>
              <a:t>160°</a:t>
            </a:r>
            <a:r>
              <a:rPr lang="en-US" b="0" dirty="0"/>
              <a:t>.</a:t>
            </a:r>
            <a:endParaRPr b="1" dirty="0"/>
          </a:p>
          <a:p>
            <a:pPr marL="685800" lvl="1"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dirty="0"/>
              <a:t>Also under </a:t>
            </a:r>
            <a:r>
              <a:rPr lang="en-US" b="1" dirty="0"/>
              <a:t>Gradient stops</a:t>
            </a:r>
            <a:r>
              <a:rPr lang="en-US" dirty="0"/>
              <a:t>, customize the gradient stops as follows:</a:t>
            </a:r>
            <a:endParaRPr dirty="0"/>
          </a:p>
          <a:p>
            <a:pPr marL="685800" lvl="1" indent="-228600" algn="l" rtl="0">
              <a:spcBef>
                <a:spcPts val="0"/>
              </a:spcBef>
              <a:spcAft>
                <a:spcPts val="0"/>
              </a:spcAft>
              <a:buClr>
                <a:schemeClr val="dk1"/>
              </a:buClr>
              <a:buSzPts val="1200"/>
              <a:buFont typeface="Arial"/>
              <a:buChar char="•"/>
            </a:pPr>
            <a:r>
              <a:rPr lang="en-US" dirty="0"/>
              <a:t>Select the first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200</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149</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79%</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29%</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124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93</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68%</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131</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7</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last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100%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98</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51%</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pane, select </a:t>
            </a:r>
            <a:r>
              <a:rPr lang="en-US" b="1" dirty="0">
                <a:solidFill>
                  <a:schemeClr val="dk1"/>
                </a:solidFill>
                <a:latin typeface="Arial"/>
                <a:ea typeface="Arial"/>
                <a:cs typeface="Arial"/>
                <a:sym typeface="Arial"/>
              </a:rPr>
              <a:t>No</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in the left pane, in the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pane, under </a:t>
            </a:r>
            <a:r>
              <a:rPr lang="en-US" b="1" dirty="0">
                <a:solidFill>
                  <a:schemeClr val="dk1"/>
                </a:solidFill>
                <a:latin typeface="Arial"/>
                <a:ea typeface="Arial"/>
                <a:cs typeface="Arial"/>
                <a:sym typeface="Arial"/>
              </a:rPr>
              <a:t>Soft Edges</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box, </a:t>
            </a:r>
            <a:r>
              <a:rPr lang="en-US" b="1" dirty="0">
                <a:solidFill>
                  <a:schemeClr val="dk1"/>
                </a:solidFill>
                <a:latin typeface="Arial"/>
                <a:ea typeface="Arial"/>
                <a:cs typeface="Arial"/>
                <a:sym typeface="Arial"/>
              </a:rPr>
              <a:t>enter 5 pt</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 Shape </a:t>
            </a:r>
            <a:r>
              <a:rPr lang="en-US" dirty="0">
                <a:solidFill>
                  <a:schemeClr val="dk1"/>
                </a:solidFill>
                <a:latin typeface="Arial"/>
                <a:ea typeface="Arial"/>
                <a:cs typeface="Arial"/>
                <a:sym typeface="Arial"/>
              </a:rPr>
              <a:t>dialog box, click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pane, enter </a:t>
            </a:r>
            <a:r>
              <a:rPr lang="en-US" b="1" dirty="0">
                <a:solidFill>
                  <a:schemeClr val="dk1"/>
                </a:solidFill>
                <a:latin typeface="Arial"/>
                <a:ea typeface="Arial"/>
                <a:cs typeface="Arial"/>
                <a:sym typeface="Arial"/>
              </a:rPr>
              <a:t>1.83” </a:t>
            </a:r>
            <a:r>
              <a:rPr lang="en-US" dirty="0">
                <a:solidFill>
                  <a:schemeClr val="dk1"/>
                </a:solidFill>
                <a:latin typeface="Arial"/>
                <a:ea typeface="Arial"/>
                <a:cs typeface="Arial"/>
                <a:sym typeface="Arial"/>
              </a:rPr>
              <a:t>in the </a:t>
            </a:r>
            <a:r>
              <a:rPr lang="en-US" b="1" dirty="0">
                <a:solidFill>
                  <a:schemeClr val="dk1"/>
                </a:solidFill>
                <a:latin typeface="Arial"/>
                <a:ea typeface="Arial"/>
                <a:cs typeface="Arial"/>
                <a:sym typeface="Arial"/>
              </a:rPr>
              <a:t>Height</a:t>
            </a:r>
            <a:r>
              <a:rPr lang="en-US" dirty="0">
                <a:solidFill>
                  <a:schemeClr val="dk1"/>
                </a:solidFill>
                <a:latin typeface="Arial"/>
                <a:ea typeface="Arial"/>
                <a:cs typeface="Arial"/>
                <a:sym typeface="Arial"/>
              </a:rPr>
              <a:t> box and </a:t>
            </a:r>
            <a:r>
              <a:rPr lang="en-US" b="1" dirty="0">
                <a:solidFill>
                  <a:schemeClr val="dk1"/>
                </a:solidFill>
                <a:latin typeface="Arial"/>
                <a:ea typeface="Arial"/>
                <a:cs typeface="Arial"/>
                <a:sym typeface="Arial"/>
              </a:rPr>
              <a:t>10.33”</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Width</a:t>
            </a:r>
            <a:r>
              <a:rPr lang="en-US"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startAt="6"/>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Align</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to Slide</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Center</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sz="1200" dirty="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dirty="0">
                <a:solidFill>
                  <a:schemeClr val="dk1"/>
                </a:solidFill>
                <a:latin typeface="Arial"/>
                <a:ea typeface="Arial"/>
                <a:cs typeface="Arial"/>
                <a:sym typeface="Arial"/>
              </a:rPr>
              <a:t>To reproduce the clip art effects on this slide, do the following:</a:t>
            </a:r>
            <a:endParaRPr sz="1200" dirty="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Insert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Images</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pane, in the </a:t>
            </a:r>
            <a:r>
              <a:rPr lang="en-US" sz="1200" b="1" dirty="0">
                <a:solidFill>
                  <a:schemeClr val="dk1"/>
                </a:solidFill>
                <a:latin typeface="Arial"/>
                <a:ea typeface="Arial"/>
                <a:cs typeface="Arial"/>
                <a:sym typeface="Arial"/>
              </a:rPr>
              <a:t>Search for</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00437948</a:t>
            </a:r>
            <a:r>
              <a:rPr lang="en-US" sz="1200" dirty="0">
                <a:solidFill>
                  <a:schemeClr val="dk1"/>
                </a:solidFill>
                <a:latin typeface="Arial"/>
                <a:ea typeface="Arial"/>
                <a:cs typeface="Arial"/>
                <a:sym typeface="Arial"/>
              </a:rPr>
              <a:t>, select the </a:t>
            </a:r>
            <a:r>
              <a:rPr lang="en-US" sz="1200" b="1" dirty="0">
                <a:solidFill>
                  <a:schemeClr val="dk1"/>
                </a:solidFill>
                <a:latin typeface="Arial"/>
                <a:ea typeface="Arial"/>
                <a:cs typeface="Arial"/>
                <a:sym typeface="Arial"/>
              </a:rPr>
              <a:t>Include Office.com content</a:t>
            </a:r>
            <a:r>
              <a:rPr lang="en-US" sz="1200" dirty="0">
                <a:solidFill>
                  <a:schemeClr val="dk1"/>
                </a:solidFill>
                <a:latin typeface="Arial"/>
                <a:ea typeface="Arial"/>
                <a:cs typeface="Arial"/>
                <a:sym typeface="Arial"/>
              </a:rPr>
              <a:t> check box, and then click </a:t>
            </a:r>
            <a:r>
              <a:rPr lang="en-US" sz="1200" b="1" dirty="0">
                <a:solidFill>
                  <a:schemeClr val="dk1"/>
                </a:solidFill>
                <a:latin typeface="Arial"/>
                <a:ea typeface="Arial"/>
                <a:cs typeface="Arial"/>
                <a:sym typeface="Arial"/>
              </a:rPr>
              <a:t>Go</a:t>
            </a:r>
            <a:r>
              <a:rPr lang="en-US" sz="1200" dirty="0">
                <a:solidFill>
                  <a:schemeClr val="dk1"/>
                </a:solidFill>
                <a:latin typeface="Arial"/>
                <a:ea typeface="Arial"/>
                <a:cs typeface="Arial"/>
                <a:sym typeface="Arial"/>
              </a:rPr>
              <a:t>. Select the clip art file in the pane to insert it into the slide. (</a:t>
            </a:r>
            <a:r>
              <a:rPr lang="en-US" sz="1200" b="1" dirty="0">
                <a:solidFill>
                  <a:schemeClr val="dk1"/>
                </a:solidFill>
                <a:latin typeface="Arial"/>
                <a:ea typeface="Arial"/>
                <a:cs typeface="Arial"/>
                <a:sym typeface="Arial"/>
              </a:rPr>
              <a:t>Note:</a:t>
            </a:r>
            <a:r>
              <a:rPr lang="en-US" sz="1200" dirty="0">
                <a:solidFill>
                  <a:schemeClr val="dk1"/>
                </a:solidFill>
                <a:latin typeface="Arial"/>
                <a:ea typeface="Arial"/>
                <a:cs typeface="Arial"/>
                <a:sym typeface="Arial"/>
              </a:rPr>
              <a:t> If you choose another clip art file, the clip art must be in the Windows Metafile format [.</a:t>
            </a:r>
            <a:r>
              <a:rPr lang="en-US" sz="1200" dirty="0" err="1">
                <a:solidFill>
                  <a:schemeClr val="dk1"/>
                </a:solidFill>
                <a:latin typeface="Arial"/>
                <a:ea typeface="Arial"/>
                <a:cs typeface="Arial"/>
                <a:sym typeface="Arial"/>
              </a:rPr>
              <a:t>wmf</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Drag the clip art from the </a:t>
            </a:r>
            <a:r>
              <a:rPr lang="en-US" sz="1200" b="1" dirty="0">
                <a:solidFill>
                  <a:schemeClr val="dk1"/>
                </a:solidFill>
                <a:latin typeface="Arial"/>
                <a:ea typeface="Arial"/>
                <a:cs typeface="Arial"/>
                <a:sym typeface="Arial"/>
              </a:rPr>
              <a:t>Clip Art </a:t>
            </a:r>
            <a:r>
              <a:rPr lang="en-US" sz="1200" dirty="0">
                <a:solidFill>
                  <a:schemeClr val="dk1"/>
                </a:solidFill>
                <a:latin typeface="Arial"/>
                <a:ea typeface="Arial"/>
                <a:cs typeface="Arial"/>
                <a:sym typeface="Arial"/>
              </a:rPr>
              <a:t>pane to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clip art. Under </a:t>
            </a:r>
            <a:r>
              <a:rPr lang="en-US" sz="1200" b="1" dirty="0">
                <a:solidFill>
                  <a:schemeClr val="dk1"/>
                </a:solidFill>
                <a:latin typeface="Arial"/>
                <a:ea typeface="Arial"/>
                <a:cs typeface="Arial"/>
                <a:sym typeface="Arial"/>
              </a:rPr>
              <a:t>Picture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group, enter </a:t>
            </a:r>
            <a:r>
              <a:rPr lang="en-US" sz="1200" b="1" dirty="0">
                <a:solidFill>
                  <a:schemeClr val="dk1"/>
                </a:solidFill>
                <a:latin typeface="Arial"/>
                <a:ea typeface="Arial"/>
                <a:cs typeface="Arial"/>
                <a:sym typeface="Arial"/>
              </a:rPr>
              <a:t>6.99”</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Height</a:t>
            </a:r>
            <a:r>
              <a:rPr lang="en-US" sz="1200" dirty="0">
                <a:solidFill>
                  <a:schemeClr val="dk1"/>
                </a:solidFill>
                <a:latin typeface="Arial"/>
                <a:ea typeface="Arial"/>
                <a:cs typeface="Arial"/>
                <a:sym typeface="Arial"/>
              </a:rPr>
              <a:t> box and </a:t>
            </a:r>
            <a:r>
              <a:rPr lang="en-US" sz="1200" b="1" dirty="0">
                <a:solidFill>
                  <a:schemeClr val="dk1"/>
                </a:solidFill>
                <a:latin typeface="Arial"/>
                <a:ea typeface="Arial"/>
                <a:cs typeface="Arial"/>
                <a:sym typeface="Arial"/>
              </a:rPr>
              <a:t>7.5”</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Width</a:t>
            </a:r>
            <a:r>
              <a:rPr lang="en-US" sz="1200"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Microsoft Office PowerPoint </a:t>
            </a:r>
            <a:r>
              <a:rPr lang="en-US" sz="120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Yes</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slide, select the converted clip art.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Editing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Select</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Selection Pane</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Selection and Visibility pane</a:t>
            </a:r>
            <a:r>
              <a:rPr lang="en-US" sz="1200" dirty="0">
                <a:solidFill>
                  <a:schemeClr val="dk1"/>
                </a:solidFill>
                <a:latin typeface="Arial"/>
                <a:ea typeface="Arial"/>
                <a:cs typeface="Arial"/>
                <a:sym typeface="Arial"/>
              </a:rPr>
              <a:t>, select the top-level group.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Selection and Visibility</a:t>
            </a:r>
            <a:r>
              <a:rPr lang="en-US" sz="1200" dirty="0">
                <a:solidFill>
                  <a:schemeClr val="dk1"/>
                </a:solidFill>
                <a:latin typeface="Arial"/>
                <a:ea typeface="Arial"/>
                <a:cs typeface="Arial"/>
                <a:sym typeface="Arial"/>
              </a:rPr>
              <a:t> pane, select the </a:t>
            </a:r>
            <a:r>
              <a:rPr lang="en-US" sz="1200" b="1" dirty="0" err="1">
                <a:solidFill>
                  <a:schemeClr val="dk1"/>
                </a:solidFill>
                <a:latin typeface="Arial"/>
                <a:ea typeface="Arial"/>
                <a:cs typeface="Arial"/>
                <a:sym typeface="Arial"/>
              </a:rPr>
              <a:t>Autoshape</a:t>
            </a:r>
            <a:r>
              <a:rPr lang="en-US" sz="1200" dirty="0">
                <a:solidFill>
                  <a:schemeClr val="dk1"/>
                </a:solidFill>
                <a:latin typeface="Arial"/>
                <a:ea typeface="Arial"/>
                <a:cs typeface="Arial"/>
                <a:sym typeface="Arial"/>
              </a:rPr>
              <a:t> object, and then press DELETE.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Press and hold CTRL, and then select all the clip art shapes. On the Quick Access Toolbar, click </a:t>
            </a:r>
            <a:r>
              <a:rPr lang="en-US" sz="1200" b="1" dirty="0">
                <a:solidFill>
                  <a:schemeClr val="dk1"/>
                </a:solidFill>
                <a:latin typeface="Arial"/>
                <a:ea typeface="Arial"/>
                <a:cs typeface="Arial"/>
                <a:sym typeface="Arial"/>
              </a:rPr>
              <a:t>Combine 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Union</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Position the new freeform shape in the bottom left corner of the slide so that it extends beyond the left and bottom edges of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freeform shape. Under </a:t>
            </a:r>
            <a:r>
              <a:rPr lang="en-US" sz="1200" b="1" dirty="0">
                <a:solidFill>
                  <a:schemeClr val="dk1"/>
                </a:solidFill>
                <a:latin typeface="Arial"/>
                <a:ea typeface="Arial"/>
                <a:cs typeface="Arial"/>
                <a:sym typeface="Arial"/>
              </a:rPr>
              <a:t>Drawing 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Shape Styles </a:t>
            </a:r>
            <a:r>
              <a:rPr lang="en-US" sz="1200" dirty="0">
                <a:solidFill>
                  <a:schemeClr val="dk1"/>
                </a:solidFill>
                <a:latin typeface="Arial"/>
                <a:ea typeface="Arial"/>
                <a:cs typeface="Arial"/>
                <a:sym typeface="Arial"/>
              </a:rPr>
              <a:t>group, click </a:t>
            </a:r>
            <a:r>
              <a:rPr lang="en-US" sz="1200" b="1" dirty="0">
                <a:solidFill>
                  <a:schemeClr val="dk1"/>
                </a:solidFill>
                <a:latin typeface="Arial"/>
                <a:ea typeface="Arial"/>
                <a:cs typeface="Arial"/>
                <a:sym typeface="Arial"/>
              </a:rPr>
              <a:t>Shape Fill</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dialog box, click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pane, click </a:t>
            </a:r>
            <a:r>
              <a:rPr lang="en-US" sz="1200" b="1" dirty="0">
                <a:solidFill>
                  <a:schemeClr val="dk1"/>
                </a:solidFill>
                <a:latin typeface="Arial"/>
                <a:ea typeface="Arial"/>
                <a:cs typeface="Arial"/>
                <a:sym typeface="Arial"/>
              </a:rPr>
              <a:t>Solid fill</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99%</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Format Picture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in the left pane, in the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pane, under </a:t>
            </a:r>
            <a:r>
              <a:rPr lang="en-US" sz="1200" b="1" dirty="0">
                <a:solidFill>
                  <a:schemeClr val="dk1"/>
                </a:solidFill>
                <a:latin typeface="Arial"/>
                <a:ea typeface="Arial"/>
                <a:cs typeface="Arial"/>
                <a:sym typeface="Arial"/>
              </a:rPr>
              <a:t>Glow</a:t>
            </a:r>
            <a:r>
              <a:rPr lang="en-US" sz="1200" b="0" dirty="0">
                <a:solidFill>
                  <a:schemeClr val="dk1"/>
                </a:solidFill>
                <a:latin typeface="Arial"/>
                <a:ea typeface="Arial"/>
                <a:cs typeface="Arial"/>
                <a:sym typeface="Arial"/>
              </a:rPr>
              <a:t>,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b="0" dirty="0">
                <a:solidFill>
                  <a:schemeClr val="dk1"/>
                </a:solidFill>
                <a:latin typeface="Arial"/>
                <a:ea typeface="Arial"/>
                <a:cs typeface="Arial"/>
                <a:sym typeface="Arial"/>
              </a:rPr>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Size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 pt</a:t>
            </a:r>
            <a:r>
              <a:rPr lang="en-US" sz="1200" b="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90%</a:t>
            </a:r>
            <a:r>
              <a:rPr lang="en-US" sz="1200" b="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None/>
            </a:pPr>
            <a:r>
              <a:rPr lang="en-US" dirty="0"/>
              <a:t>To reproduce the text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Insert</a:t>
            </a:r>
            <a:r>
              <a:rPr lang="en-US" b="0" dirty="0"/>
              <a:t> tab, in the </a:t>
            </a:r>
            <a:r>
              <a:rPr lang="en-US" b="1" dirty="0"/>
              <a:t>Text</a:t>
            </a:r>
            <a:r>
              <a:rPr lang="en-US" b="0" dirty="0"/>
              <a:t> group, click </a:t>
            </a:r>
            <a:r>
              <a:rPr lang="en-US" b="1" dirty="0"/>
              <a:t>Text Box</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text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Enter text in the text box, and then select the text.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group, select </a:t>
            </a:r>
            <a:r>
              <a:rPr lang="en-US" sz="1200" b="1" dirty="0">
                <a:solidFill>
                  <a:schemeClr val="dk1"/>
                </a:solidFill>
                <a:latin typeface="Arial"/>
                <a:ea typeface="Arial"/>
                <a:cs typeface="Arial"/>
                <a:sym typeface="Arial"/>
              </a:rPr>
              <a:t>Garamond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list, select </a:t>
            </a:r>
            <a:r>
              <a:rPr lang="en-US" sz="1200" b="1" dirty="0">
                <a:solidFill>
                  <a:schemeClr val="dk1"/>
                </a:solidFill>
                <a:latin typeface="Arial"/>
                <a:ea typeface="Arial"/>
                <a:cs typeface="Arial"/>
                <a:sym typeface="Arial"/>
              </a:rPr>
              <a:t>54 pt.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list, and then click </a:t>
            </a:r>
            <a:r>
              <a:rPr lang="en-US" sz="1200" b="1" dirty="0">
                <a:solidFill>
                  <a:schemeClr val="dk1"/>
                </a:solidFill>
                <a:latin typeface="Arial"/>
                <a:ea typeface="Arial"/>
                <a:cs typeface="Arial"/>
                <a:sym typeface="Arial"/>
              </a:rPr>
              <a:t>Bold</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Drawing</a:t>
            </a:r>
            <a:r>
              <a:rPr lang="en-US" sz="1200" b="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b="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b="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WordArt Styles </a:t>
            </a:r>
            <a:r>
              <a:rPr lang="en-US" sz="1200" b="0" dirty="0">
                <a:solidFill>
                  <a:schemeClr val="dk1"/>
                </a:solidFill>
                <a:latin typeface="Arial"/>
                <a:ea typeface="Arial"/>
                <a:cs typeface="Arial"/>
                <a:sym typeface="Arial"/>
              </a:rPr>
              <a:t>group, click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launcher. In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pane, do the following:</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70%</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Blur</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 pt</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Angle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315°</a:t>
            </a:r>
            <a:r>
              <a:rPr lang="en-US" sz="1200" b="0" dirty="0">
                <a:solidFill>
                  <a:schemeClr val="dk1"/>
                </a:solidFill>
                <a:latin typeface="Arial"/>
                <a:ea typeface="Arial"/>
                <a:cs typeface="Arial"/>
                <a:sym typeface="Arial"/>
              </a:rPr>
              <a:t>.</a:t>
            </a:r>
            <a:endParaRPr sz="1200" b="1" dirty="0">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Distance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4 pt</a:t>
            </a:r>
            <a:r>
              <a:rPr lang="en-US" sz="1200" b="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5"/>
            </a:pPr>
            <a:r>
              <a:rPr lang="en-US" sz="1200" b="0" dirty="0">
                <a:solidFill>
                  <a:schemeClr val="dk1"/>
                </a:solidFill>
                <a:latin typeface="Arial"/>
                <a:ea typeface="Arial"/>
                <a:cs typeface="Arial"/>
                <a:sym typeface="Arial"/>
              </a:rPr>
              <a:t>Drag the text box inside the rectangle and on the right side of the slide.</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first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Picture or texture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Stationary</a:t>
            </a:r>
            <a:r>
              <a:rPr lang="en-US" dirty="0"/>
              <a:t> (fourth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Shape</a:t>
            </a:r>
            <a:r>
              <a:rPr lang="en-US" dirty="0"/>
              <a:t> dialog box, click </a:t>
            </a:r>
            <a:r>
              <a:rPr lang="en-US" b="1" dirty="0"/>
              <a:t>Line Color </a:t>
            </a:r>
            <a:r>
              <a:rPr lang="en-US" dirty="0"/>
              <a:t>in the left pane, in the </a:t>
            </a:r>
            <a:r>
              <a:rPr lang="en-US" b="1" dirty="0"/>
              <a:t>Line Color </a:t>
            </a:r>
            <a:r>
              <a:rPr lang="en-US" dirty="0"/>
              <a:t>pane, click </a:t>
            </a:r>
            <a:r>
              <a:rPr lang="en-US" b="1" dirty="0"/>
              <a:t>No</a:t>
            </a:r>
            <a:r>
              <a:rPr lang="en-US" dirty="0"/>
              <a:t> </a:t>
            </a:r>
            <a:r>
              <a:rPr lang="en-US" b="1" dirty="0"/>
              <a:t>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Clipboard</a:t>
            </a:r>
            <a:r>
              <a:rPr lang="en-US" dirty="0"/>
              <a:t> group, click </a:t>
            </a:r>
            <a:r>
              <a:rPr lang="en-US" b="1" dirty="0"/>
              <a:t>Copy</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Press DELETE to delete the rectangle.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Clipboard</a:t>
            </a:r>
            <a:r>
              <a:rPr lang="en-US" sz="1200" dirty="0">
                <a:solidFill>
                  <a:schemeClr val="dk1"/>
                </a:solidFill>
                <a:latin typeface="Arial"/>
                <a:ea typeface="Arial"/>
                <a:cs typeface="Arial"/>
                <a:sym typeface="Arial"/>
              </a:rPr>
              <a:t> group, click the arrow below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select </a:t>
            </a:r>
            <a:r>
              <a:rPr lang="en-US" sz="1200" b="1" dirty="0">
                <a:solidFill>
                  <a:schemeClr val="dk1"/>
                </a:solidFill>
                <a:latin typeface="Arial"/>
                <a:ea typeface="Arial"/>
                <a:cs typeface="Arial"/>
                <a:sym typeface="Arial"/>
              </a:rPr>
              <a:t>Paste Special</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Paste Special </a:t>
            </a:r>
            <a:r>
              <a:rPr lang="en-US" sz="1200" dirty="0">
                <a:solidFill>
                  <a:schemeClr val="dk1"/>
                </a:solidFill>
                <a:latin typeface="Arial"/>
                <a:ea typeface="Arial"/>
                <a:cs typeface="Arial"/>
                <a:sym typeface="Arial"/>
              </a:rPr>
              <a:t>dialog box, select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As</a:t>
            </a:r>
            <a:r>
              <a:rPr lang="en-US" sz="1200" dirty="0">
                <a:solidFill>
                  <a:schemeClr val="dk1"/>
                </a:solidFill>
                <a:latin typeface="Arial"/>
                <a:ea typeface="Arial"/>
                <a:cs typeface="Arial"/>
                <a:sym typeface="Arial"/>
              </a:rPr>
              <a:t>, select </a:t>
            </a:r>
            <a:r>
              <a:rPr lang="en-US" sz="1200" b="1" dirty="0">
                <a:solidFill>
                  <a:schemeClr val="dk1"/>
                </a:solidFill>
                <a:latin typeface="Arial"/>
                <a:ea typeface="Arial"/>
                <a:cs typeface="Arial"/>
                <a:sym typeface="Arial"/>
              </a:rPr>
              <a:t>Picture (PNG)</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dirty="0"/>
              <a:t>Select the picture. Under </a:t>
            </a:r>
            <a:r>
              <a:rPr lang="en-US" b="1" dirty="0"/>
              <a:t>Picture Tools</a:t>
            </a:r>
            <a:r>
              <a:rPr lang="en-US" dirty="0"/>
              <a:t>, on the </a:t>
            </a:r>
            <a:r>
              <a:rPr lang="en-US" b="1" dirty="0"/>
              <a:t>Format</a:t>
            </a:r>
            <a:r>
              <a:rPr lang="en-US" dirty="0"/>
              <a:t> tab, in the </a:t>
            </a:r>
            <a:r>
              <a:rPr lang="en-US" b="1" dirty="0"/>
              <a:t>Adjust</a:t>
            </a:r>
            <a:r>
              <a:rPr lang="en-US" dirty="0"/>
              <a:t> group, click </a:t>
            </a:r>
            <a:r>
              <a:rPr lang="en-US" b="1" dirty="0"/>
              <a:t>Artistic Effects</a:t>
            </a:r>
            <a:r>
              <a:rPr lang="en-US" dirty="0"/>
              <a:t>, and then click </a:t>
            </a:r>
            <a:r>
              <a:rPr lang="en-US" b="1" dirty="0"/>
              <a:t>Artistic Effects Options</a:t>
            </a:r>
            <a:r>
              <a:rPr lang="en-US" dirty="0"/>
              <a:t>. In the </a:t>
            </a:r>
            <a:r>
              <a:rPr lang="en-US" b="1" dirty="0"/>
              <a:t>Format</a:t>
            </a:r>
            <a:r>
              <a:rPr lang="en-US" dirty="0"/>
              <a:t> </a:t>
            </a:r>
            <a:r>
              <a:rPr lang="en-US" b="1" dirty="0"/>
              <a:t>Picture</a:t>
            </a:r>
            <a:r>
              <a:rPr lang="en-US" dirty="0"/>
              <a:t> 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and then click </a:t>
            </a:r>
            <a:r>
              <a:rPr lang="en-US" b="1" dirty="0"/>
              <a:t>Paint Brush </a:t>
            </a:r>
            <a:r>
              <a:rPr lang="en-US" dirty="0"/>
              <a:t>(second row).</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Artistic Effects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Transparency</a:t>
            </a:r>
            <a:r>
              <a:rPr lang="en-US" dirty="0"/>
              <a:t> box, enter </a:t>
            </a:r>
            <a:r>
              <a:rPr lang="en-US" b="1" dirty="0"/>
              <a:t>15%</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Brush Size </a:t>
            </a:r>
            <a:r>
              <a:rPr lang="en-US" dirty="0"/>
              <a:t>box, enter </a:t>
            </a:r>
            <a:r>
              <a:rPr lang="en-US" b="1" dirty="0"/>
              <a:t>2</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Color </a:t>
            </a:r>
            <a:r>
              <a:rPr lang="en-US" dirty="0"/>
              <a:t>in the left pane, in the </a:t>
            </a:r>
            <a:r>
              <a:rPr lang="en-US" b="1" dirty="0"/>
              <a:t>Picture Color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Saturation</a:t>
            </a:r>
            <a:r>
              <a:rPr lang="en-US" dirty="0"/>
              <a:t>, in the </a:t>
            </a:r>
            <a:r>
              <a:rPr lang="en-US" b="1" dirty="0"/>
              <a:t>Saturation</a:t>
            </a:r>
            <a:r>
              <a:rPr lang="en-US" dirty="0"/>
              <a:t> box, enter </a:t>
            </a:r>
            <a:r>
              <a:rPr lang="en-US" b="1" dirty="0"/>
              <a:t>200%</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Tone</a:t>
            </a:r>
            <a:r>
              <a:rPr lang="en-US" dirty="0"/>
              <a:t>, click the button next to </a:t>
            </a:r>
            <a:r>
              <a:rPr lang="en-US" b="1" dirty="0"/>
              <a:t>Presets</a:t>
            </a:r>
            <a:r>
              <a:rPr lang="en-US" dirty="0"/>
              <a:t> and then click </a:t>
            </a:r>
            <a:r>
              <a:rPr lang="en-US" b="1" dirty="0"/>
              <a:t>Temperature: 5,300 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Format Picture dialog box, click Picture Corrections in the left pane, in the Picture Corrections 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Sharpen and Soften</a:t>
            </a:r>
            <a:r>
              <a:rPr lang="en-US" dirty="0"/>
              <a:t>, in the box next to </a:t>
            </a:r>
            <a:r>
              <a:rPr lang="en-US" b="1" dirty="0"/>
              <a:t>Sharpen</a:t>
            </a:r>
            <a:r>
              <a:rPr lang="en-US" dirty="0"/>
              <a:t>, enter </a:t>
            </a:r>
            <a:r>
              <a:rPr lang="en-US" b="1" dirty="0"/>
              <a:t>-70%.</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Brightness and Contrast</a:t>
            </a:r>
            <a:r>
              <a:rPr lang="en-US" dirty="0"/>
              <a:t>, in the </a:t>
            </a:r>
            <a:r>
              <a:rPr lang="en-US" b="1" dirty="0"/>
              <a:t>Contrast</a:t>
            </a:r>
            <a:r>
              <a:rPr lang="en-US" dirty="0"/>
              <a:t> box, enter </a:t>
            </a:r>
            <a:r>
              <a:rPr lang="en-US" b="1" dirty="0"/>
              <a:t>-10%</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Arrange</a:t>
            </a:r>
            <a:r>
              <a:rPr lang="en-US" dirty="0"/>
              <a:t>, and then click </a:t>
            </a:r>
            <a:r>
              <a:rPr lang="en-US" b="1" dirty="0"/>
              <a:t>Send to Back</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second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the button next to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Angle</a:t>
            </a:r>
            <a:r>
              <a:rPr lang="en-US" dirty="0"/>
              <a:t> box, enter </a:t>
            </a:r>
            <a:r>
              <a:rPr lang="en-US" b="1" dirty="0"/>
              <a:t>160°</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customize the gradient stops as follows:</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first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Theme Colors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Black, Text 1 </a:t>
            </a:r>
            <a:r>
              <a:rPr lang="en-US" sz="1200" dirty="0">
                <a:solidFill>
                  <a:schemeClr val="dk1"/>
                </a:solidFill>
                <a:latin typeface="Arial"/>
                <a:ea typeface="Arial"/>
                <a:cs typeface="Arial"/>
                <a:sym typeface="Arial"/>
              </a:rPr>
              <a:t>(first row).</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29%</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36</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25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15</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68%</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68%</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last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37%</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startAt="5"/>
            </a:pPr>
            <a:r>
              <a:rPr lang="en-US" b="0" dirty="0"/>
              <a:t>Also in the </a:t>
            </a:r>
            <a:r>
              <a:rPr lang="en-US" b="1" dirty="0"/>
              <a:t>Format Shape </a:t>
            </a:r>
            <a:r>
              <a:rPr lang="en-US" b="0" dirty="0"/>
              <a:t>dialog box, click </a:t>
            </a:r>
            <a:r>
              <a:rPr lang="en-US" b="1" dirty="0"/>
              <a:t>Line Color </a:t>
            </a:r>
            <a:r>
              <a:rPr lang="en-US" b="0" dirty="0"/>
              <a:t>in the left pane, in the </a:t>
            </a:r>
            <a:r>
              <a:rPr lang="en-US" b="1" dirty="0"/>
              <a:t>Line Color </a:t>
            </a:r>
            <a:r>
              <a:rPr lang="en-US" b="0" dirty="0"/>
              <a:t>pane, select </a:t>
            </a:r>
            <a:r>
              <a:rPr lang="en-US" b="1" dirty="0"/>
              <a:t>No line</a:t>
            </a:r>
            <a:r>
              <a:rPr lang="en-US" b="0"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startAt="5"/>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b="0" dirty="0"/>
          </a:p>
          <a:p>
            <a:pPr marL="228600" lvl="0" indent="-228600" algn="l" rtl="0">
              <a:spcBef>
                <a:spcPts val="0"/>
              </a:spcBef>
              <a:spcAft>
                <a:spcPts val="0"/>
              </a:spcAft>
              <a:buClr>
                <a:schemeClr val="dk1"/>
              </a:buClr>
              <a:buSzPts val="1200"/>
              <a:buFont typeface="Arial"/>
              <a:buAutoNum type="arabicPeriod" startAt="5"/>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r>
              <a:rPr lang="en-US" b="0" dirty="0"/>
              <a:t>To reproduce the third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Cork </a:t>
            </a:r>
            <a:r>
              <a:rPr lang="en-US" dirty="0"/>
              <a:t>(fifth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Stretch options</a:t>
            </a:r>
            <a:r>
              <a:rPr lang="en-US" dirty="0"/>
              <a:t>, in the </a:t>
            </a:r>
            <a:r>
              <a:rPr lang="en-US" b="1" dirty="0"/>
              <a:t>Transparency</a:t>
            </a:r>
            <a:r>
              <a:rPr lang="en-US" dirty="0"/>
              <a:t> box, enter </a:t>
            </a:r>
            <a:r>
              <a:rPr lang="en-US" b="1" dirty="0"/>
              <a:t>84%</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Paint Brush </a:t>
            </a:r>
            <a:r>
              <a:rPr lang="en-US" dirty="0"/>
              <a:t>(second row), and then in the </a:t>
            </a:r>
            <a:r>
              <a:rPr lang="en-US" b="1" dirty="0"/>
              <a:t>Brush Size </a:t>
            </a:r>
            <a:r>
              <a:rPr lang="en-US" dirty="0"/>
              <a:t>box, enter </a:t>
            </a:r>
            <a:r>
              <a:rPr lang="en-US" b="1" dirty="0"/>
              <a:t>1</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enter </a:t>
            </a:r>
            <a:r>
              <a:rPr lang="en-US" b="1" dirty="0"/>
              <a:t>1% </a:t>
            </a:r>
            <a:r>
              <a:rPr lang="en-US" dirty="0"/>
              <a:t>in the </a:t>
            </a:r>
            <a:r>
              <a:rPr lang="en-US" b="1" dirty="0"/>
              <a:t>Brightness</a:t>
            </a:r>
            <a:r>
              <a:rPr lang="en-US" dirty="0"/>
              <a:t> box and </a:t>
            </a:r>
            <a:r>
              <a:rPr lang="en-US" b="1" dirty="0"/>
              <a:t>26%</a:t>
            </a:r>
            <a:r>
              <a:rPr lang="en-US" dirty="0"/>
              <a:t> in the </a:t>
            </a:r>
            <a:r>
              <a:rPr lang="en-US" b="1" dirty="0"/>
              <a:t>Contrast</a:t>
            </a:r>
            <a:r>
              <a:rPr lang="en-US" dirty="0"/>
              <a:t> box.</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fourth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the button next to </a:t>
            </a:r>
            <a:r>
              <a:rPr lang="en-US" b="1" dirty="0"/>
              <a:t>Texture</a:t>
            </a:r>
            <a:r>
              <a:rPr lang="en-US" dirty="0"/>
              <a:t>, and then click </a:t>
            </a:r>
            <a:r>
              <a:rPr lang="en-US" b="1" dirty="0"/>
              <a:t>Granite </a:t>
            </a:r>
            <a:r>
              <a:rPr lang="en-US" dirty="0"/>
              <a:t>(third row).</a:t>
            </a:r>
            <a:endParaRPr dirty="0"/>
          </a:p>
          <a:p>
            <a:pPr marL="685800" lvl="1" indent="-228600" algn="l" rtl="0">
              <a:spcBef>
                <a:spcPts val="0"/>
              </a:spcBef>
              <a:spcAft>
                <a:spcPts val="0"/>
              </a:spcAft>
              <a:buClr>
                <a:schemeClr val="dk1"/>
              </a:buClr>
              <a:buSzPts val="1200"/>
              <a:buFont typeface="Arial"/>
              <a:buAutoNum type="arabicPeriod" startAt="2"/>
            </a:pPr>
            <a:r>
              <a:rPr lang="en-US" dirty="0"/>
              <a:t>Under </a:t>
            </a:r>
            <a:r>
              <a:rPr lang="en-US" b="1" dirty="0"/>
              <a:t>Tiling options</a:t>
            </a:r>
            <a:r>
              <a:rPr lang="en-US" dirty="0"/>
              <a:t>, in the </a:t>
            </a:r>
            <a:r>
              <a:rPr lang="en-US" b="1" dirty="0"/>
              <a:t>Transparency</a:t>
            </a:r>
            <a:r>
              <a:rPr lang="en-US" dirty="0"/>
              <a:t> box, enter </a:t>
            </a:r>
            <a:r>
              <a:rPr lang="en-US" b="1" dirty="0"/>
              <a:t>90%</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b="1"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Photocopy</a:t>
            </a:r>
            <a:r>
              <a:rPr lang="en-US" dirty="0"/>
              <a:t> (fifth row), and then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Transparency</a:t>
            </a:r>
            <a:r>
              <a:rPr lang="en-US" dirty="0"/>
              <a:t> box, enter </a:t>
            </a:r>
            <a:r>
              <a:rPr lang="en-US" b="1" dirty="0"/>
              <a:t>94%</a:t>
            </a:r>
            <a:r>
              <a:rPr lang="en-US" dirty="0"/>
              <a:t>.</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Detail</a:t>
            </a:r>
            <a:r>
              <a:rPr lang="en-US" dirty="0"/>
              <a:t> box, enter </a:t>
            </a:r>
            <a:r>
              <a:rPr lang="en-US" b="1" dirty="0"/>
              <a:t>9</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in the </a:t>
            </a:r>
            <a:r>
              <a:rPr lang="en-US" b="1" dirty="0"/>
              <a:t>Contrast</a:t>
            </a:r>
            <a:r>
              <a:rPr lang="en-US" dirty="0"/>
              <a:t> box, enter </a:t>
            </a:r>
            <a:r>
              <a:rPr lang="en-US" b="1" dirty="0"/>
              <a:t>35%</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p:txBody>
      </p:sp>
      <p:sp>
        <p:nvSpPr>
          <p:cNvPr id="3701" name="Google Shape;3701;p7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6"/>
        <p:cNvGrpSpPr/>
        <p:nvPr/>
      </p:nvGrpSpPr>
      <p:grpSpPr>
        <a:xfrm>
          <a:off x="0" y="0"/>
          <a:ext cx="0" cy="0"/>
          <a:chOff x="0" y="0"/>
          <a:chExt cx="0" cy="0"/>
        </a:xfrm>
      </p:grpSpPr>
      <p:sp>
        <p:nvSpPr>
          <p:cNvPr id="3757" name="Google Shape;3757;p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58" name="Google Shape;3758;p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dirty="0"/>
              <a:t>Textured and layered background with title</a:t>
            </a:r>
            <a:endParaRPr sz="1400" b="1" dirty="0"/>
          </a:p>
          <a:p>
            <a:pPr marL="0" lvl="0" indent="0" algn="l" rtl="0">
              <a:spcBef>
                <a:spcPts val="0"/>
              </a:spcBef>
              <a:spcAft>
                <a:spcPts val="0"/>
              </a:spcAft>
              <a:buNone/>
            </a:pPr>
            <a:r>
              <a:rPr lang="en-US" sz="1400" dirty="0"/>
              <a:t>(Advanced)</a:t>
            </a:r>
            <a:endParaRPr dirty="0"/>
          </a:p>
          <a:p>
            <a:pPr marL="0" lvl="0" indent="0" algn="l" rtl="0">
              <a:spcBef>
                <a:spcPts val="0"/>
              </a:spcBef>
              <a:spcAft>
                <a:spcPts val="0"/>
              </a:spcAft>
              <a:buNone/>
            </a:pPr>
            <a:endParaRPr sz="1400" dirty="0"/>
          </a:p>
          <a:p>
            <a:pPr marL="0" lvl="0" indent="0" algn="l" rtl="0">
              <a:spcBef>
                <a:spcPts val="0"/>
              </a:spcBef>
              <a:spcAft>
                <a:spcPts val="0"/>
              </a:spcAft>
              <a:buNone/>
            </a:pP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Tip</a:t>
            </a:r>
            <a:r>
              <a:rPr lang="en-US" sz="1200" dirty="0">
                <a:solidFill>
                  <a:schemeClr val="dk1"/>
                </a:solidFill>
                <a:latin typeface="Arial"/>
                <a:ea typeface="Arial"/>
                <a:cs typeface="Arial"/>
                <a:sym typeface="Arial"/>
              </a:rPr>
              <a:t>: Some shape effects on this slide are created with the </a:t>
            </a:r>
            <a:r>
              <a:rPr lang="en-US" sz="1200" b="1" dirty="0">
                <a:solidFill>
                  <a:schemeClr val="dk1"/>
                </a:solidFill>
                <a:latin typeface="Arial"/>
                <a:ea typeface="Arial"/>
                <a:cs typeface="Arial"/>
                <a:sym typeface="Arial"/>
              </a:rPr>
              <a:t>Combine Shapes </a:t>
            </a:r>
            <a:r>
              <a:rPr lang="en-US" sz="1200" dirty="0">
                <a:solidFill>
                  <a:schemeClr val="dk1"/>
                </a:solidFill>
                <a:latin typeface="Arial"/>
                <a:ea typeface="Arial"/>
                <a:cs typeface="Arial"/>
                <a:sym typeface="Arial"/>
              </a:rPr>
              <a:t>commands. To access this command, you must add it to the Quick Access Toolbar, located above the </a:t>
            </a:r>
            <a:r>
              <a:rPr lang="en-US" sz="1200" b="1" dirty="0">
                <a:solidFill>
                  <a:schemeClr val="dk1"/>
                </a:solidFill>
                <a:latin typeface="Arial"/>
                <a:ea typeface="Arial"/>
                <a:cs typeface="Arial"/>
                <a:sym typeface="Arial"/>
              </a:rPr>
              <a:t>File</a:t>
            </a:r>
            <a:r>
              <a:rPr lang="en-US" sz="1200" dirty="0">
                <a:solidFill>
                  <a:schemeClr val="dk1"/>
                </a:solidFill>
                <a:latin typeface="Arial"/>
                <a:ea typeface="Arial"/>
                <a:cs typeface="Arial"/>
                <a:sym typeface="Arial"/>
              </a:rPr>
              <a:t> tab.  To customize the Quick Access Toolbar, do the following:</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Click the arrow next to the Quick Access Toolbar, and then under </a:t>
            </a:r>
            <a:r>
              <a:rPr lang="en-US" sz="1200" b="1" dirty="0">
                <a:solidFill>
                  <a:schemeClr val="dk1"/>
                </a:solidFill>
                <a:latin typeface="Arial"/>
                <a:ea typeface="Arial"/>
                <a:cs typeface="Arial"/>
                <a:sym typeface="Arial"/>
              </a:rPr>
              <a:t>Customize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Quick</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Access</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Toolbar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Commands</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PowerPoint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Options</a:t>
            </a:r>
            <a:r>
              <a:rPr lang="en-US" sz="1200" dirty="0">
                <a:solidFill>
                  <a:schemeClr val="dk1"/>
                </a:solidFill>
                <a:latin typeface="Arial"/>
                <a:ea typeface="Arial"/>
                <a:cs typeface="Arial"/>
                <a:sym typeface="Arial"/>
              </a:rPr>
              <a:t> dialog box, in the </a:t>
            </a:r>
            <a:r>
              <a:rPr lang="en-US" sz="1200" b="1" dirty="0">
                <a:solidFill>
                  <a:schemeClr val="dk1"/>
                </a:solidFill>
                <a:latin typeface="Arial"/>
                <a:ea typeface="Arial"/>
                <a:cs typeface="Arial"/>
                <a:sym typeface="Arial"/>
              </a:rPr>
              <a:t>Choose commands from </a:t>
            </a:r>
            <a:r>
              <a:rPr lang="en-US" sz="1200" dirty="0">
                <a:solidFill>
                  <a:schemeClr val="dk1"/>
                </a:solidFill>
                <a:latin typeface="Arial"/>
                <a:ea typeface="Arial"/>
                <a:cs typeface="Arial"/>
                <a:sym typeface="Arial"/>
              </a:rPr>
              <a:t>list, select </a:t>
            </a:r>
            <a:r>
              <a:rPr lang="en-US" sz="1200" b="1" dirty="0">
                <a:solidFill>
                  <a:schemeClr val="dk1"/>
                </a:solidFill>
                <a:latin typeface="Arial"/>
                <a:ea typeface="Arial"/>
                <a:cs typeface="Arial"/>
                <a:sym typeface="Arial"/>
              </a:rPr>
              <a:t>All Commands</a:t>
            </a:r>
            <a:r>
              <a:rPr lang="en-US" sz="1200" dirty="0">
                <a:solidFill>
                  <a:schemeClr val="dk1"/>
                </a:solidFill>
                <a:latin typeface="Arial"/>
                <a:ea typeface="Arial"/>
                <a:cs typeface="Arial"/>
                <a:sym typeface="Arial"/>
              </a:rPr>
              <a:t>. </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list of commands, click </a:t>
            </a:r>
            <a:r>
              <a:rPr lang="en-US" sz="1200" b="1" dirty="0">
                <a:solidFill>
                  <a:schemeClr val="dk1"/>
                </a:solidFill>
                <a:latin typeface="Arial"/>
                <a:ea typeface="Arial"/>
                <a:cs typeface="Arial"/>
                <a:sym typeface="Arial"/>
              </a:rPr>
              <a:t>Combine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Add</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200"/>
              <a:buFont typeface="Arial"/>
              <a:buNone/>
            </a:pPr>
            <a:r>
              <a:rPr lang="en-US" dirty="0"/>
              <a:t>To reproduce the shape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Slides</a:t>
            </a:r>
            <a:r>
              <a:rPr lang="en-US" dirty="0"/>
              <a:t> group, click </a:t>
            </a:r>
            <a:r>
              <a:rPr lang="en-US" b="1" dirty="0"/>
              <a:t>Layout</a:t>
            </a:r>
            <a:r>
              <a:rPr lang="en-US" dirty="0"/>
              <a:t>, and then click </a:t>
            </a:r>
            <a:r>
              <a:rPr lang="en-US" b="1" dirty="0"/>
              <a:t>Blank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a:t>
            </a:r>
            <a:r>
              <a:rPr lang="en-US" dirty="0"/>
              <a:t> </a:t>
            </a:r>
            <a:r>
              <a:rPr lang="en-US" b="1" dirty="0"/>
              <a:t>Styles</a:t>
            </a:r>
            <a:r>
              <a:rPr lang="en-US" dirty="0"/>
              <a:t> group, click </a:t>
            </a:r>
            <a:r>
              <a:rPr lang="en-US" b="1" dirty="0"/>
              <a:t>Shape Fill</a:t>
            </a:r>
            <a:r>
              <a:rPr lang="en-US" dirty="0"/>
              <a:t>, point to </a:t>
            </a:r>
            <a:r>
              <a:rPr lang="en-US" b="1" dirty="0"/>
              <a:t>Gradient</a:t>
            </a:r>
            <a:r>
              <a:rPr lang="en-US" dirty="0"/>
              <a:t>, and then click </a:t>
            </a:r>
            <a:r>
              <a:rPr lang="en-US" b="1" dirty="0"/>
              <a:t>More Gradients</a:t>
            </a:r>
            <a:r>
              <a:rPr lang="en-US" dirty="0"/>
              <a:t>.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Angle</a:t>
            </a:r>
            <a:r>
              <a:rPr lang="en-US" dirty="0"/>
              <a:t> box, enter </a:t>
            </a:r>
            <a:r>
              <a:rPr lang="en-US" b="1" dirty="0"/>
              <a:t>160°</a:t>
            </a:r>
            <a:r>
              <a:rPr lang="en-US" b="0" dirty="0"/>
              <a:t>.</a:t>
            </a:r>
            <a:endParaRPr b="1" dirty="0"/>
          </a:p>
          <a:p>
            <a:pPr marL="685800" lvl="1"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dirty="0"/>
              <a:t>Also under </a:t>
            </a:r>
            <a:r>
              <a:rPr lang="en-US" b="1" dirty="0"/>
              <a:t>Gradient stops</a:t>
            </a:r>
            <a:r>
              <a:rPr lang="en-US" dirty="0"/>
              <a:t>, customize the gradient stops as follows:</a:t>
            </a:r>
            <a:endParaRPr dirty="0"/>
          </a:p>
          <a:p>
            <a:pPr marL="685800" lvl="1" indent="-228600" algn="l" rtl="0">
              <a:spcBef>
                <a:spcPts val="0"/>
              </a:spcBef>
              <a:spcAft>
                <a:spcPts val="0"/>
              </a:spcAft>
              <a:buClr>
                <a:schemeClr val="dk1"/>
              </a:buClr>
              <a:buSzPts val="1200"/>
              <a:buFont typeface="Arial"/>
              <a:buChar char="•"/>
            </a:pPr>
            <a:r>
              <a:rPr lang="en-US" dirty="0"/>
              <a:t>Select the first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200</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149</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79%</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29%</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124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93</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68%</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131</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7</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last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100%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98</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51%</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pane, select </a:t>
            </a:r>
            <a:r>
              <a:rPr lang="en-US" b="1" dirty="0">
                <a:solidFill>
                  <a:schemeClr val="dk1"/>
                </a:solidFill>
                <a:latin typeface="Arial"/>
                <a:ea typeface="Arial"/>
                <a:cs typeface="Arial"/>
                <a:sym typeface="Arial"/>
              </a:rPr>
              <a:t>No</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in the left pane, in the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pane, under </a:t>
            </a:r>
            <a:r>
              <a:rPr lang="en-US" b="1" dirty="0">
                <a:solidFill>
                  <a:schemeClr val="dk1"/>
                </a:solidFill>
                <a:latin typeface="Arial"/>
                <a:ea typeface="Arial"/>
                <a:cs typeface="Arial"/>
                <a:sym typeface="Arial"/>
              </a:rPr>
              <a:t>Soft Edges</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box, </a:t>
            </a:r>
            <a:r>
              <a:rPr lang="en-US" b="1" dirty="0">
                <a:solidFill>
                  <a:schemeClr val="dk1"/>
                </a:solidFill>
                <a:latin typeface="Arial"/>
                <a:ea typeface="Arial"/>
                <a:cs typeface="Arial"/>
                <a:sym typeface="Arial"/>
              </a:rPr>
              <a:t>enter 5 pt</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 Shape </a:t>
            </a:r>
            <a:r>
              <a:rPr lang="en-US" dirty="0">
                <a:solidFill>
                  <a:schemeClr val="dk1"/>
                </a:solidFill>
                <a:latin typeface="Arial"/>
                <a:ea typeface="Arial"/>
                <a:cs typeface="Arial"/>
                <a:sym typeface="Arial"/>
              </a:rPr>
              <a:t>dialog box, click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pane, enter </a:t>
            </a:r>
            <a:r>
              <a:rPr lang="en-US" b="1" dirty="0">
                <a:solidFill>
                  <a:schemeClr val="dk1"/>
                </a:solidFill>
                <a:latin typeface="Arial"/>
                <a:ea typeface="Arial"/>
                <a:cs typeface="Arial"/>
                <a:sym typeface="Arial"/>
              </a:rPr>
              <a:t>1.83” </a:t>
            </a:r>
            <a:r>
              <a:rPr lang="en-US" dirty="0">
                <a:solidFill>
                  <a:schemeClr val="dk1"/>
                </a:solidFill>
                <a:latin typeface="Arial"/>
                <a:ea typeface="Arial"/>
                <a:cs typeface="Arial"/>
                <a:sym typeface="Arial"/>
              </a:rPr>
              <a:t>in the </a:t>
            </a:r>
            <a:r>
              <a:rPr lang="en-US" b="1" dirty="0">
                <a:solidFill>
                  <a:schemeClr val="dk1"/>
                </a:solidFill>
                <a:latin typeface="Arial"/>
                <a:ea typeface="Arial"/>
                <a:cs typeface="Arial"/>
                <a:sym typeface="Arial"/>
              </a:rPr>
              <a:t>Height</a:t>
            </a:r>
            <a:r>
              <a:rPr lang="en-US" dirty="0">
                <a:solidFill>
                  <a:schemeClr val="dk1"/>
                </a:solidFill>
                <a:latin typeface="Arial"/>
                <a:ea typeface="Arial"/>
                <a:cs typeface="Arial"/>
                <a:sym typeface="Arial"/>
              </a:rPr>
              <a:t> box and </a:t>
            </a:r>
            <a:r>
              <a:rPr lang="en-US" b="1" dirty="0">
                <a:solidFill>
                  <a:schemeClr val="dk1"/>
                </a:solidFill>
                <a:latin typeface="Arial"/>
                <a:ea typeface="Arial"/>
                <a:cs typeface="Arial"/>
                <a:sym typeface="Arial"/>
              </a:rPr>
              <a:t>10.33”</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Width</a:t>
            </a:r>
            <a:r>
              <a:rPr lang="en-US"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startAt="6"/>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Align</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to Slide</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Center</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sz="1200" dirty="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dirty="0">
                <a:solidFill>
                  <a:schemeClr val="dk1"/>
                </a:solidFill>
                <a:latin typeface="Arial"/>
                <a:ea typeface="Arial"/>
                <a:cs typeface="Arial"/>
                <a:sym typeface="Arial"/>
              </a:rPr>
              <a:t>To reproduce the clip art effects on this slide, do the following:</a:t>
            </a:r>
            <a:endParaRPr sz="1200" dirty="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Insert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Images</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pane, in the </a:t>
            </a:r>
            <a:r>
              <a:rPr lang="en-US" sz="1200" b="1" dirty="0">
                <a:solidFill>
                  <a:schemeClr val="dk1"/>
                </a:solidFill>
                <a:latin typeface="Arial"/>
                <a:ea typeface="Arial"/>
                <a:cs typeface="Arial"/>
                <a:sym typeface="Arial"/>
              </a:rPr>
              <a:t>Search for</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00437948</a:t>
            </a:r>
            <a:r>
              <a:rPr lang="en-US" sz="1200" dirty="0">
                <a:solidFill>
                  <a:schemeClr val="dk1"/>
                </a:solidFill>
                <a:latin typeface="Arial"/>
                <a:ea typeface="Arial"/>
                <a:cs typeface="Arial"/>
                <a:sym typeface="Arial"/>
              </a:rPr>
              <a:t>, select the </a:t>
            </a:r>
            <a:r>
              <a:rPr lang="en-US" sz="1200" b="1" dirty="0">
                <a:solidFill>
                  <a:schemeClr val="dk1"/>
                </a:solidFill>
                <a:latin typeface="Arial"/>
                <a:ea typeface="Arial"/>
                <a:cs typeface="Arial"/>
                <a:sym typeface="Arial"/>
              </a:rPr>
              <a:t>Include Office.com content</a:t>
            </a:r>
            <a:r>
              <a:rPr lang="en-US" sz="1200" dirty="0">
                <a:solidFill>
                  <a:schemeClr val="dk1"/>
                </a:solidFill>
                <a:latin typeface="Arial"/>
                <a:ea typeface="Arial"/>
                <a:cs typeface="Arial"/>
                <a:sym typeface="Arial"/>
              </a:rPr>
              <a:t> check box, and then click </a:t>
            </a:r>
            <a:r>
              <a:rPr lang="en-US" sz="1200" b="1" dirty="0">
                <a:solidFill>
                  <a:schemeClr val="dk1"/>
                </a:solidFill>
                <a:latin typeface="Arial"/>
                <a:ea typeface="Arial"/>
                <a:cs typeface="Arial"/>
                <a:sym typeface="Arial"/>
              </a:rPr>
              <a:t>Go</a:t>
            </a:r>
            <a:r>
              <a:rPr lang="en-US" sz="1200" dirty="0">
                <a:solidFill>
                  <a:schemeClr val="dk1"/>
                </a:solidFill>
                <a:latin typeface="Arial"/>
                <a:ea typeface="Arial"/>
                <a:cs typeface="Arial"/>
                <a:sym typeface="Arial"/>
              </a:rPr>
              <a:t>. Select the clip art file in the pane to insert it into the slide. (</a:t>
            </a:r>
            <a:r>
              <a:rPr lang="en-US" sz="1200" b="1" dirty="0">
                <a:solidFill>
                  <a:schemeClr val="dk1"/>
                </a:solidFill>
                <a:latin typeface="Arial"/>
                <a:ea typeface="Arial"/>
                <a:cs typeface="Arial"/>
                <a:sym typeface="Arial"/>
              </a:rPr>
              <a:t>Note:</a:t>
            </a:r>
            <a:r>
              <a:rPr lang="en-US" sz="1200" dirty="0">
                <a:solidFill>
                  <a:schemeClr val="dk1"/>
                </a:solidFill>
                <a:latin typeface="Arial"/>
                <a:ea typeface="Arial"/>
                <a:cs typeface="Arial"/>
                <a:sym typeface="Arial"/>
              </a:rPr>
              <a:t> If you choose another clip art file, the clip art must be in the Windows Metafile format [.</a:t>
            </a:r>
            <a:r>
              <a:rPr lang="en-US" sz="1200" dirty="0" err="1">
                <a:solidFill>
                  <a:schemeClr val="dk1"/>
                </a:solidFill>
                <a:latin typeface="Arial"/>
                <a:ea typeface="Arial"/>
                <a:cs typeface="Arial"/>
                <a:sym typeface="Arial"/>
              </a:rPr>
              <a:t>wmf</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Drag the clip art from the </a:t>
            </a:r>
            <a:r>
              <a:rPr lang="en-US" sz="1200" b="1" dirty="0">
                <a:solidFill>
                  <a:schemeClr val="dk1"/>
                </a:solidFill>
                <a:latin typeface="Arial"/>
                <a:ea typeface="Arial"/>
                <a:cs typeface="Arial"/>
                <a:sym typeface="Arial"/>
              </a:rPr>
              <a:t>Clip Art </a:t>
            </a:r>
            <a:r>
              <a:rPr lang="en-US" sz="1200" dirty="0">
                <a:solidFill>
                  <a:schemeClr val="dk1"/>
                </a:solidFill>
                <a:latin typeface="Arial"/>
                <a:ea typeface="Arial"/>
                <a:cs typeface="Arial"/>
                <a:sym typeface="Arial"/>
              </a:rPr>
              <a:t>pane to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clip art. Under </a:t>
            </a:r>
            <a:r>
              <a:rPr lang="en-US" sz="1200" b="1" dirty="0">
                <a:solidFill>
                  <a:schemeClr val="dk1"/>
                </a:solidFill>
                <a:latin typeface="Arial"/>
                <a:ea typeface="Arial"/>
                <a:cs typeface="Arial"/>
                <a:sym typeface="Arial"/>
              </a:rPr>
              <a:t>Picture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group, enter </a:t>
            </a:r>
            <a:r>
              <a:rPr lang="en-US" sz="1200" b="1" dirty="0">
                <a:solidFill>
                  <a:schemeClr val="dk1"/>
                </a:solidFill>
                <a:latin typeface="Arial"/>
                <a:ea typeface="Arial"/>
                <a:cs typeface="Arial"/>
                <a:sym typeface="Arial"/>
              </a:rPr>
              <a:t>6.99”</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Height</a:t>
            </a:r>
            <a:r>
              <a:rPr lang="en-US" sz="1200" dirty="0">
                <a:solidFill>
                  <a:schemeClr val="dk1"/>
                </a:solidFill>
                <a:latin typeface="Arial"/>
                <a:ea typeface="Arial"/>
                <a:cs typeface="Arial"/>
                <a:sym typeface="Arial"/>
              </a:rPr>
              <a:t> box and </a:t>
            </a:r>
            <a:r>
              <a:rPr lang="en-US" sz="1200" b="1" dirty="0">
                <a:solidFill>
                  <a:schemeClr val="dk1"/>
                </a:solidFill>
                <a:latin typeface="Arial"/>
                <a:ea typeface="Arial"/>
                <a:cs typeface="Arial"/>
                <a:sym typeface="Arial"/>
              </a:rPr>
              <a:t>7.5”</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Width</a:t>
            </a:r>
            <a:r>
              <a:rPr lang="en-US" sz="1200"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Microsoft Office PowerPoint </a:t>
            </a:r>
            <a:r>
              <a:rPr lang="en-US" sz="120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Yes</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slide, select the converted clip art.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Editing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Select</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Selection Pane</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Selection and Visibility pane</a:t>
            </a:r>
            <a:r>
              <a:rPr lang="en-US" sz="1200" dirty="0">
                <a:solidFill>
                  <a:schemeClr val="dk1"/>
                </a:solidFill>
                <a:latin typeface="Arial"/>
                <a:ea typeface="Arial"/>
                <a:cs typeface="Arial"/>
                <a:sym typeface="Arial"/>
              </a:rPr>
              <a:t>, select the top-level group.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Selection and Visibility</a:t>
            </a:r>
            <a:r>
              <a:rPr lang="en-US" sz="1200" dirty="0">
                <a:solidFill>
                  <a:schemeClr val="dk1"/>
                </a:solidFill>
                <a:latin typeface="Arial"/>
                <a:ea typeface="Arial"/>
                <a:cs typeface="Arial"/>
                <a:sym typeface="Arial"/>
              </a:rPr>
              <a:t> pane, select the </a:t>
            </a:r>
            <a:r>
              <a:rPr lang="en-US" sz="1200" b="1" dirty="0" err="1">
                <a:solidFill>
                  <a:schemeClr val="dk1"/>
                </a:solidFill>
                <a:latin typeface="Arial"/>
                <a:ea typeface="Arial"/>
                <a:cs typeface="Arial"/>
                <a:sym typeface="Arial"/>
              </a:rPr>
              <a:t>Autoshape</a:t>
            </a:r>
            <a:r>
              <a:rPr lang="en-US" sz="1200" dirty="0">
                <a:solidFill>
                  <a:schemeClr val="dk1"/>
                </a:solidFill>
                <a:latin typeface="Arial"/>
                <a:ea typeface="Arial"/>
                <a:cs typeface="Arial"/>
                <a:sym typeface="Arial"/>
              </a:rPr>
              <a:t> object, and then press DELETE.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Press and hold CTRL, and then select all the clip art shapes. On the Quick Access Toolbar, click </a:t>
            </a:r>
            <a:r>
              <a:rPr lang="en-US" sz="1200" b="1" dirty="0">
                <a:solidFill>
                  <a:schemeClr val="dk1"/>
                </a:solidFill>
                <a:latin typeface="Arial"/>
                <a:ea typeface="Arial"/>
                <a:cs typeface="Arial"/>
                <a:sym typeface="Arial"/>
              </a:rPr>
              <a:t>Combine 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Union</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Position the new freeform shape in the bottom left corner of the slide so that it extends beyond the left and bottom edges of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freeform shape. Under </a:t>
            </a:r>
            <a:r>
              <a:rPr lang="en-US" sz="1200" b="1" dirty="0">
                <a:solidFill>
                  <a:schemeClr val="dk1"/>
                </a:solidFill>
                <a:latin typeface="Arial"/>
                <a:ea typeface="Arial"/>
                <a:cs typeface="Arial"/>
                <a:sym typeface="Arial"/>
              </a:rPr>
              <a:t>Drawing 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Shape Styles </a:t>
            </a:r>
            <a:r>
              <a:rPr lang="en-US" sz="1200" dirty="0">
                <a:solidFill>
                  <a:schemeClr val="dk1"/>
                </a:solidFill>
                <a:latin typeface="Arial"/>
                <a:ea typeface="Arial"/>
                <a:cs typeface="Arial"/>
                <a:sym typeface="Arial"/>
              </a:rPr>
              <a:t>group, click </a:t>
            </a:r>
            <a:r>
              <a:rPr lang="en-US" sz="1200" b="1" dirty="0">
                <a:solidFill>
                  <a:schemeClr val="dk1"/>
                </a:solidFill>
                <a:latin typeface="Arial"/>
                <a:ea typeface="Arial"/>
                <a:cs typeface="Arial"/>
                <a:sym typeface="Arial"/>
              </a:rPr>
              <a:t>Shape Fill</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dialog box, click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pane, click </a:t>
            </a:r>
            <a:r>
              <a:rPr lang="en-US" sz="1200" b="1" dirty="0">
                <a:solidFill>
                  <a:schemeClr val="dk1"/>
                </a:solidFill>
                <a:latin typeface="Arial"/>
                <a:ea typeface="Arial"/>
                <a:cs typeface="Arial"/>
                <a:sym typeface="Arial"/>
              </a:rPr>
              <a:t>Solid fill</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99%</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Format Picture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in the left pane, in the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pane, under </a:t>
            </a:r>
            <a:r>
              <a:rPr lang="en-US" sz="1200" b="1" dirty="0">
                <a:solidFill>
                  <a:schemeClr val="dk1"/>
                </a:solidFill>
                <a:latin typeface="Arial"/>
                <a:ea typeface="Arial"/>
                <a:cs typeface="Arial"/>
                <a:sym typeface="Arial"/>
              </a:rPr>
              <a:t>Glow</a:t>
            </a:r>
            <a:r>
              <a:rPr lang="en-US" sz="1200" b="0" dirty="0">
                <a:solidFill>
                  <a:schemeClr val="dk1"/>
                </a:solidFill>
                <a:latin typeface="Arial"/>
                <a:ea typeface="Arial"/>
                <a:cs typeface="Arial"/>
                <a:sym typeface="Arial"/>
              </a:rPr>
              <a:t>,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b="0" dirty="0">
                <a:solidFill>
                  <a:schemeClr val="dk1"/>
                </a:solidFill>
                <a:latin typeface="Arial"/>
                <a:ea typeface="Arial"/>
                <a:cs typeface="Arial"/>
                <a:sym typeface="Arial"/>
              </a:rPr>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Size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 pt</a:t>
            </a:r>
            <a:r>
              <a:rPr lang="en-US" sz="1200" b="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90%</a:t>
            </a:r>
            <a:r>
              <a:rPr lang="en-US" sz="1200" b="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None/>
            </a:pPr>
            <a:r>
              <a:rPr lang="en-US" dirty="0"/>
              <a:t>To reproduce the text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Insert</a:t>
            </a:r>
            <a:r>
              <a:rPr lang="en-US" b="0" dirty="0"/>
              <a:t> tab, in the </a:t>
            </a:r>
            <a:r>
              <a:rPr lang="en-US" b="1" dirty="0"/>
              <a:t>Text</a:t>
            </a:r>
            <a:r>
              <a:rPr lang="en-US" b="0" dirty="0"/>
              <a:t> group, click </a:t>
            </a:r>
            <a:r>
              <a:rPr lang="en-US" b="1" dirty="0"/>
              <a:t>Text Box</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text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Enter text in the text box, and then select the text.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group, select </a:t>
            </a:r>
            <a:r>
              <a:rPr lang="en-US" sz="1200" b="1" dirty="0">
                <a:solidFill>
                  <a:schemeClr val="dk1"/>
                </a:solidFill>
                <a:latin typeface="Arial"/>
                <a:ea typeface="Arial"/>
                <a:cs typeface="Arial"/>
                <a:sym typeface="Arial"/>
              </a:rPr>
              <a:t>Garamond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list, select </a:t>
            </a:r>
            <a:r>
              <a:rPr lang="en-US" sz="1200" b="1" dirty="0">
                <a:solidFill>
                  <a:schemeClr val="dk1"/>
                </a:solidFill>
                <a:latin typeface="Arial"/>
                <a:ea typeface="Arial"/>
                <a:cs typeface="Arial"/>
                <a:sym typeface="Arial"/>
              </a:rPr>
              <a:t>54 pt.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list, and then click </a:t>
            </a:r>
            <a:r>
              <a:rPr lang="en-US" sz="1200" b="1" dirty="0">
                <a:solidFill>
                  <a:schemeClr val="dk1"/>
                </a:solidFill>
                <a:latin typeface="Arial"/>
                <a:ea typeface="Arial"/>
                <a:cs typeface="Arial"/>
                <a:sym typeface="Arial"/>
              </a:rPr>
              <a:t>Bold</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Drawing</a:t>
            </a:r>
            <a:r>
              <a:rPr lang="en-US" sz="1200" b="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b="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b="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WordArt Styles </a:t>
            </a:r>
            <a:r>
              <a:rPr lang="en-US" sz="1200" b="0" dirty="0">
                <a:solidFill>
                  <a:schemeClr val="dk1"/>
                </a:solidFill>
                <a:latin typeface="Arial"/>
                <a:ea typeface="Arial"/>
                <a:cs typeface="Arial"/>
                <a:sym typeface="Arial"/>
              </a:rPr>
              <a:t>group, click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launcher. In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pane, do the following:</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70%</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Blur</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 pt</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Angle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315°</a:t>
            </a:r>
            <a:r>
              <a:rPr lang="en-US" sz="1200" b="0" dirty="0">
                <a:solidFill>
                  <a:schemeClr val="dk1"/>
                </a:solidFill>
                <a:latin typeface="Arial"/>
                <a:ea typeface="Arial"/>
                <a:cs typeface="Arial"/>
                <a:sym typeface="Arial"/>
              </a:rPr>
              <a:t>.</a:t>
            </a:r>
            <a:endParaRPr sz="1200" b="1" dirty="0">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Distance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4 pt</a:t>
            </a:r>
            <a:r>
              <a:rPr lang="en-US" sz="1200" b="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5"/>
            </a:pPr>
            <a:r>
              <a:rPr lang="en-US" sz="1200" b="0" dirty="0">
                <a:solidFill>
                  <a:schemeClr val="dk1"/>
                </a:solidFill>
                <a:latin typeface="Arial"/>
                <a:ea typeface="Arial"/>
                <a:cs typeface="Arial"/>
                <a:sym typeface="Arial"/>
              </a:rPr>
              <a:t>Drag the text box inside the rectangle and on the right side of the slide.</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first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Picture or texture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Stationary</a:t>
            </a:r>
            <a:r>
              <a:rPr lang="en-US" dirty="0"/>
              <a:t> (fourth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Shape</a:t>
            </a:r>
            <a:r>
              <a:rPr lang="en-US" dirty="0"/>
              <a:t> dialog box, click </a:t>
            </a:r>
            <a:r>
              <a:rPr lang="en-US" b="1" dirty="0"/>
              <a:t>Line Color </a:t>
            </a:r>
            <a:r>
              <a:rPr lang="en-US" dirty="0"/>
              <a:t>in the left pane, in the </a:t>
            </a:r>
            <a:r>
              <a:rPr lang="en-US" b="1" dirty="0"/>
              <a:t>Line Color </a:t>
            </a:r>
            <a:r>
              <a:rPr lang="en-US" dirty="0"/>
              <a:t>pane, click </a:t>
            </a:r>
            <a:r>
              <a:rPr lang="en-US" b="1" dirty="0"/>
              <a:t>No</a:t>
            </a:r>
            <a:r>
              <a:rPr lang="en-US" dirty="0"/>
              <a:t> </a:t>
            </a:r>
            <a:r>
              <a:rPr lang="en-US" b="1" dirty="0"/>
              <a:t>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Clipboard</a:t>
            </a:r>
            <a:r>
              <a:rPr lang="en-US" dirty="0"/>
              <a:t> group, click </a:t>
            </a:r>
            <a:r>
              <a:rPr lang="en-US" b="1" dirty="0"/>
              <a:t>Copy</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Press DELETE to delete the rectangle.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Clipboard</a:t>
            </a:r>
            <a:r>
              <a:rPr lang="en-US" sz="1200" dirty="0">
                <a:solidFill>
                  <a:schemeClr val="dk1"/>
                </a:solidFill>
                <a:latin typeface="Arial"/>
                <a:ea typeface="Arial"/>
                <a:cs typeface="Arial"/>
                <a:sym typeface="Arial"/>
              </a:rPr>
              <a:t> group, click the arrow below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select </a:t>
            </a:r>
            <a:r>
              <a:rPr lang="en-US" sz="1200" b="1" dirty="0">
                <a:solidFill>
                  <a:schemeClr val="dk1"/>
                </a:solidFill>
                <a:latin typeface="Arial"/>
                <a:ea typeface="Arial"/>
                <a:cs typeface="Arial"/>
                <a:sym typeface="Arial"/>
              </a:rPr>
              <a:t>Paste Special</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Paste Special </a:t>
            </a:r>
            <a:r>
              <a:rPr lang="en-US" sz="1200" dirty="0">
                <a:solidFill>
                  <a:schemeClr val="dk1"/>
                </a:solidFill>
                <a:latin typeface="Arial"/>
                <a:ea typeface="Arial"/>
                <a:cs typeface="Arial"/>
                <a:sym typeface="Arial"/>
              </a:rPr>
              <a:t>dialog box, select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As</a:t>
            </a:r>
            <a:r>
              <a:rPr lang="en-US" sz="1200" dirty="0">
                <a:solidFill>
                  <a:schemeClr val="dk1"/>
                </a:solidFill>
                <a:latin typeface="Arial"/>
                <a:ea typeface="Arial"/>
                <a:cs typeface="Arial"/>
                <a:sym typeface="Arial"/>
              </a:rPr>
              <a:t>, select </a:t>
            </a:r>
            <a:r>
              <a:rPr lang="en-US" sz="1200" b="1" dirty="0">
                <a:solidFill>
                  <a:schemeClr val="dk1"/>
                </a:solidFill>
                <a:latin typeface="Arial"/>
                <a:ea typeface="Arial"/>
                <a:cs typeface="Arial"/>
                <a:sym typeface="Arial"/>
              </a:rPr>
              <a:t>Picture (PNG)</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dirty="0"/>
              <a:t>Select the picture. Under </a:t>
            </a:r>
            <a:r>
              <a:rPr lang="en-US" b="1" dirty="0"/>
              <a:t>Picture Tools</a:t>
            </a:r>
            <a:r>
              <a:rPr lang="en-US" dirty="0"/>
              <a:t>, on the </a:t>
            </a:r>
            <a:r>
              <a:rPr lang="en-US" b="1" dirty="0"/>
              <a:t>Format</a:t>
            </a:r>
            <a:r>
              <a:rPr lang="en-US" dirty="0"/>
              <a:t> tab, in the </a:t>
            </a:r>
            <a:r>
              <a:rPr lang="en-US" b="1" dirty="0"/>
              <a:t>Adjust</a:t>
            </a:r>
            <a:r>
              <a:rPr lang="en-US" dirty="0"/>
              <a:t> group, click </a:t>
            </a:r>
            <a:r>
              <a:rPr lang="en-US" b="1" dirty="0"/>
              <a:t>Artistic Effects</a:t>
            </a:r>
            <a:r>
              <a:rPr lang="en-US" dirty="0"/>
              <a:t>, and then click </a:t>
            </a:r>
            <a:r>
              <a:rPr lang="en-US" b="1" dirty="0"/>
              <a:t>Artistic Effects Options</a:t>
            </a:r>
            <a:r>
              <a:rPr lang="en-US" dirty="0"/>
              <a:t>. In the </a:t>
            </a:r>
            <a:r>
              <a:rPr lang="en-US" b="1" dirty="0"/>
              <a:t>Format</a:t>
            </a:r>
            <a:r>
              <a:rPr lang="en-US" dirty="0"/>
              <a:t> </a:t>
            </a:r>
            <a:r>
              <a:rPr lang="en-US" b="1" dirty="0"/>
              <a:t>Picture</a:t>
            </a:r>
            <a:r>
              <a:rPr lang="en-US" dirty="0"/>
              <a:t> 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and then click </a:t>
            </a:r>
            <a:r>
              <a:rPr lang="en-US" b="1" dirty="0"/>
              <a:t>Paint Brush </a:t>
            </a:r>
            <a:r>
              <a:rPr lang="en-US" dirty="0"/>
              <a:t>(second row).</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Artistic Effects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Transparency</a:t>
            </a:r>
            <a:r>
              <a:rPr lang="en-US" dirty="0"/>
              <a:t> box, enter </a:t>
            </a:r>
            <a:r>
              <a:rPr lang="en-US" b="1" dirty="0"/>
              <a:t>15%</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Brush Size </a:t>
            </a:r>
            <a:r>
              <a:rPr lang="en-US" dirty="0"/>
              <a:t>box, enter </a:t>
            </a:r>
            <a:r>
              <a:rPr lang="en-US" b="1" dirty="0"/>
              <a:t>2</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Color </a:t>
            </a:r>
            <a:r>
              <a:rPr lang="en-US" dirty="0"/>
              <a:t>in the left pane, in the </a:t>
            </a:r>
            <a:r>
              <a:rPr lang="en-US" b="1" dirty="0"/>
              <a:t>Picture Color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Saturation</a:t>
            </a:r>
            <a:r>
              <a:rPr lang="en-US" dirty="0"/>
              <a:t>, in the </a:t>
            </a:r>
            <a:r>
              <a:rPr lang="en-US" b="1" dirty="0"/>
              <a:t>Saturation</a:t>
            </a:r>
            <a:r>
              <a:rPr lang="en-US" dirty="0"/>
              <a:t> box, enter </a:t>
            </a:r>
            <a:r>
              <a:rPr lang="en-US" b="1" dirty="0"/>
              <a:t>200%</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Tone</a:t>
            </a:r>
            <a:r>
              <a:rPr lang="en-US" dirty="0"/>
              <a:t>, click the button next to </a:t>
            </a:r>
            <a:r>
              <a:rPr lang="en-US" b="1" dirty="0"/>
              <a:t>Presets</a:t>
            </a:r>
            <a:r>
              <a:rPr lang="en-US" dirty="0"/>
              <a:t> and then click </a:t>
            </a:r>
            <a:r>
              <a:rPr lang="en-US" b="1" dirty="0"/>
              <a:t>Temperature: 5,300 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Format Picture dialog box, click Picture Corrections in the left pane, in the Picture Corrections 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Sharpen and Soften</a:t>
            </a:r>
            <a:r>
              <a:rPr lang="en-US" dirty="0"/>
              <a:t>, in the box next to </a:t>
            </a:r>
            <a:r>
              <a:rPr lang="en-US" b="1" dirty="0"/>
              <a:t>Sharpen</a:t>
            </a:r>
            <a:r>
              <a:rPr lang="en-US" dirty="0"/>
              <a:t>, enter </a:t>
            </a:r>
            <a:r>
              <a:rPr lang="en-US" b="1" dirty="0"/>
              <a:t>-70%.</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Brightness and Contrast</a:t>
            </a:r>
            <a:r>
              <a:rPr lang="en-US" dirty="0"/>
              <a:t>, in the </a:t>
            </a:r>
            <a:r>
              <a:rPr lang="en-US" b="1" dirty="0"/>
              <a:t>Contrast</a:t>
            </a:r>
            <a:r>
              <a:rPr lang="en-US" dirty="0"/>
              <a:t> box, enter </a:t>
            </a:r>
            <a:r>
              <a:rPr lang="en-US" b="1" dirty="0"/>
              <a:t>-10%</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Arrange</a:t>
            </a:r>
            <a:r>
              <a:rPr lang="en-US" dirty="0"/>
              <a:t>, and then click </a:t>
            </a:r>
            <a:r>
              <a:rPr lang="en-US" b="1" dirty="0"/>
              <a:t>Send to Back</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second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the button next to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Angle</a:t>
            </a:r>
            <a:r>
              <a:rPr lang="en-US" dirty="0"/>
              <a:t> box, enter </a:t>
            </a:r>
            <a:r>
              <a:rPr lang="en-US" b="1" dirty="0"/>
              <a:t>160°</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customize the gradient stops as follows:</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first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Theme Colors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Black, Text 1 </a:t>
            </a:r>
            <a:r>
              <a:rPr lang="en-US" sz="1200" dirty="0">
                <a:solidFill>
                  <a:schemeClr val="dk1"/>
                </a:solidFill>
                <a:latin typeface="Arial"/>
                <a:ea typeface="Arial"/>
                <a:cs typeface="Arial"/>
                <a:sym typeface="Arial"/>
              </a:rPr>
              <a:t>(first row).</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29%</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36</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25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15</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68%</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68%</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last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37%</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startAt="5"/>
            </a:pPr>
            <a:r>
              <a:rPr lang="en-US" b="0" dirty="0"/>
              <a:t>Also in the </a:t>
            </a:r>
            <a:r>
              <a:rPr lang="en-US" b="1" dirty="0"/>
              <a:t>Format Shape </a:t>
            </a:r>
            <a:r>
              <a:rPr lang="en-US" b="0" dirty="0"/>
              <a:t>dialog box, click </a:t>
            </a:r>
            <a:r>
              <a:rPr lang="en-US" b="1" dirty="0"/>
              <a:t>Line Color </a:t>
            </a:r>
            <a:r>
              <a:rPr lang="en-US" b="0" dirty="0"/>
              <a:t>in the left pane, in the </a:t>
            </a:r>
            <a:r>
              <a:rPr lang="en-US" b="1" dirty="0"/>
              <a:t>Line Color </a:t>
            </a:r>
            <a:r>
              <a:rPr lang="en-US" b="0" dirty="0"/>
              <a:t>pane, select </a:t>
            </a:r>
            <a:r>
              <a:rPr lang="en-US" b="1" dirty="0"/>
              <a:t>No line</a:t>
            </a:r>
            <a:r>
              <a:rPr lang="en-US" b="0"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startAt="5"/>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b="0" dirty="0"/>
          </a:p>
          <a:p>
            <a:pPr marL="228600" lvl="0" indent="-228600" algn="l" rtl="0">
              <a:spcBef>
                <a:spcPts val="0"/>
              </a:spcBef>
              <a:spcAft>
                <a:spcPts val="0"/>
              </a:spcAft>
              <a:buClr>
                <a:schemeClr val="dk1"/>
              </a:buClr>
              <a:buSzPts val="1200"/>
              <a:buFont typeface="Arial"/>
              <a:buAutoNum type="arabicPeriod" startAt="5"/>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r>
              <a:rPr lang="en-US" b="0" dirty="0"/>
              <a:t>To reproduce the third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Cork </a:t>
            </a:r>
            <a:r>
              <a:rPr lang="en-US" dirty="0"/>
              <a:t>(fifth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Stretch options</a:t>
            </a:r>
            <a:r>
              <a:rPr lang="en-US" dirty="0"/>
              <a:t>, in the </a:t>
            </a:r>
            <a:r>
              <a:rPr lang="en-US" b="1" dirty="0"/>
              <a:t>Transparency</a:t>
            </a:r>
            <a:r>
              <a:rPr lang="en-US" dirty="0"/>
              <a:t> box, enter </a:t>
            </a:r>
            <a:r>
              <a:rPr lang="en-US" b="1" dirty="0"/>
              <a:t>84%</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Paint Brush </a:t>
            </a:r>
            <a:r>
              <a:rPr lang="en-US" dirty="0"/>
              <a:t>(second row), and then in the </a:t>
            </a:r>
            <a:r>
              <a:rPr lang="en-US" b="1" dirty="0"/>
              <a:t>Brush Size </a:t>
            </a:r>
            <a:r>
              <a:rPr lang="en-US" dirty="0"/>
              <a:t>box, enter </a:t>
            </a:r>
            <a:r>
              <a:rPr lang="en-US" b="1" dirty="0"/>
              <a:t>1</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enter </a:t>
            </a:r>
            <a:r>
              <a:rPr lang="en-US" b="1" dirty="0"/>
              <a:t>1% </a:t>
            </a:r>
            <a:r>
              <a:rPr lang="en-US" dirty="0"/>
              <a:t>in the </a:t>
            </a:r>
            <a:r>
              <a:rPr lang="en-US" b="1" dirty="0"/>
              <a:t>Brightness</a:t>
            </a:r>
            <a:r>
              <a:rPr lang="en-US" dirty="0"/>
              <a:t> box and </a:t>
            </a:r>
            <a:r>
              <a:rPr lang="en-US" b="1" dirty="0"/>
              <a:t>26%</a:t>
            </a:r>
            <a:r>
              <a:rPr lang="en-US" dirty="0"/>
              <a:t> in the </a:t>
            </a:r>
            <a:r>
              <a:rPr lang="en-US" b="1" dirty="0"/>
              <a:t>Contrast</a:t>
            </a:r>
            <a:r>
              <a:rPr lang="en-US" dirty="0"/>
              <a:t> box.</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fourth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the button next to </a:t>
            </a:r>
            <a:r>
              <a:rPr lang="en-US" b="1" dirty="0"/>
              <a:t>Texture</a:t>
            </a:r>
            <a:r>
              <a:rPr lang="en-US" dirty="0"/>
              <a:t>, and then click </a:t>
            </a:r>
            <a:r>
              <a:rPr lang="en-US" b="1" dirty="0"/>
              <a:t>Granite </a:t>
            </a:r>
            <a:r>
              <a:rPr lang="en-US" dirty="0"/>
              <a:t>(third row).</a:t>
            </a:r>
            <a:endParaRPr dirty="0"/>
          </a:p>
          <a:p>
            <a:pPr marL="685800" lvl="1" indent="-228600" algn="l" rtl="0">
              <a:spcBef>
                <a:spcPts val="0"/>
              </a:spcBef>
              <a:spcAft>
                <a:spcPts val="0"/>
              </a:spcAft>
              <a:buClr>
                <a:schemeClr val="dk1"/>
              </a:buClr>
              <a:buSzPts val="1200"/>
              <a:buFont typeface="Arial"/>
              <a:buAutoNum type="arabicPeriod" startAt="2"/>
            </a:pPr>
            <a:r>
              <a:rPr lang="en-US" dirty="0"/>
              <a:t>Under </a:t>
            </a:r>
            <a:r>
              <a:rPr lang="en-US" b="1" dirty="0"/>
              <a:t>Tiling options</a:t>
            </a:r>
            <a:r>
              <a:rPr lang="en-US" dirty="0"/>
              <a:t>, in the </a:t>
            </a:r>
            <a:r>
              <a:rPr lang="en-US" b="1" dirty="0"/>
              <a:t>Transparency</a:t>
            </a:r>
            <a:r>
              <a:rPr lang="en-US" dirty="0"/>
              <a:t> box, enter </a:t>
            </a:r>
            <a:r>
              <a:rPr lang="en-US" b="1" dirty="0"/>
              <a:t>90%</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b="1"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Photocopy</a:t>
            </a:r>
            <a:r>
              <a:rPr lang="en-US" dirty="0"/>
              <a:t> (fifth row), and then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Transparency</a:t>
            </a:r>
            <a:r>
              <a:rPr lang="en-US" dirty="0"/>
              <a:t> box, enter </a:t>
            </a:r>
            <a:r>
              <a:rPr lang="en-US" b="1" dirty="0"/>
              <a:t>94%</a:t>
            </a:r>
            <a:r>
              <a:rPr lang="en-US" dirty="0"/>
              <a:t>.</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Detail</a:t>
            </a:r>
            <a:r>
              <a:rPr lang="en-US" dirty="0"/>
              <a:t> box, enter </a:t>
            </a:r>
            <a:r>
              <a:rPr lang="en-US" b="1" dirty="0"/>
              <a:t>9</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in the </a:t>
            </a:r>
            <a:r>
              <a:rPr lang="en-US" b="1" dirty="0"/>
              <a:t>Contrast</a:t>
            </a:r>
            <a:r>
              <a:rPr lang="en-US" dirty="0"/>
              <a:t> box, enter </a:t>
            </a:r>
            <a:r>
              <a:rPr lang="en-US" b="1" dirty="0"/>
              <a:t>35%</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p:txBody>
      </p:sp>
      <p:sp>
        <p:nvSpPr>
          <p:cNvPr id="3759" name="Google Shape;3759;p7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5"/>
        <p:cNvGrpSpPr/>
        <p:nvPr/>
      </p:nvGrpSpPr>
      <p:grpSpPr>
        <a:xfrm>
          <a:off x="0" y="0"/>
          <a:ext cx="0" cy="0"/>
          <a:chOff x="0" y="0"/>
          <a:chExt cx="0" cy="0"/>
        </a:xfrm>
      </p:grpSpPr>
      <p:sp>
        <p:nvSpPr>
          <p:cNvPr id="3816" name="Google Shape;3816;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17" name="Google Shape;3817;p7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dirty="0"/>
              <a:t>Textured and layered background with title</a:t>
            </a:r>
            <a:endParaRPr sz="1400" b="1" dirty="0"/>
          </a:p>
          <a:p>
            <a:pPr marL="0" lvl="0" indent="0" algn="l" rtl="0">
              <a:spcBef>
                <a:spcPts val="0"/>
              </a:spcBef>
              <a:spcAft>
                <a:spcPts val="0"/>
              </a:spcAft>
              <a:buNone/>
            </a:pPr>
            <a:r>
              <a:rPr lang="en-US" sz="1400" dirty="0"/>
              <a:t>(Advanced)</a:t>
            </a:r>
            <a:endParaRPr dirty="0"/>
          </a:p>
          <a:p>
            <a:pPr marL="0" lvl="0" indent="0" algn="l" rtl="0">
              <a:spcBef>
                <a:spcPts val="0"/>
              </a:spcBef>
              <a:spcAft>
                <a:spcPts val="0"/>
              </a:spcAft>
              <a:buNone/>
            </a:pPr>
            <a:endParaRPr sz="1400" dirty="0"/>
          </a:p>
          <a:p>
            <a:pPr marL="0" lvl="0" indent="0" algn="l" rtl="0">
              <a:spcBef>
                <a:spcPts val="0"/>
              </a:spcBef>
              <a:spcAft>
                <a:spcPts val="0"/>
              </a:spcAft>
              <a:buNone/>
            </a:pPr>
            <a:endParaRPr dirty="0"/>
          </a:p>
          <a:p>
            <a:pPr marL="0" lvl="0" indent="0" algn="l" rtl="0">
              <a:spcBef>
                <a:spcPts val="0"/>
              </a:spcBef>
              <a:spcAft>
                <a:spcPts val="0"/>
              </a:spcAft>
              <a:buNone/>
            </a:pPr>
            <a:r>
              <a:rPr lang="en-US" sz="1200" b="1" dirty="0">
                <a:solidFill>
                  <a:schemeClr val="dk1"/>
                </a:solidFill>
                <a:latin typeface="Arial"/>
                <a:ea typeface="Arial"/>
                <a:cs typeface="Arial"/>
                <a:sym typeface="Arial"/>
              </a:rPr>
              <a:t>Tip</a:t>
            </a:r>
            <a:r>
              <a:rPr lang="en-US" sz="1200" dirty="0">
                <a:solidFill>
                  <a:schemeClr val="dk1"/>
                </a:solidFill>
                <a:latin typeface="Arial"/>
                <a:ea typeface="Arial"/>
                <a:cs typeface="Arial"/>
                <a:sym typeface="Arial"/>
              </a:rPr>
              <a:t>: Some shape effects on this slide are created with the </a:t>
            </a:r>
            <a:r>
              <a:rPr lang="en-US" sz="1200" b="1" dirty="0">
                <a:solidFill>
                  <a:schemeClr val="dk1"/>
                </a:solidFill>
                <a:latin typeface="Arial"/>
                <a:ea typeface="Arial"/>
                <a:cs typeface="Arial"/>
                <a:sym typeface="Arial"/>
              </a:rPr>
              <a:t>Combine Shapes </a:t>
            </a:r>
            <a:r>
              <a:rPr lang="en-US" sz="1200" dirty="0">
                <a:solidFill>
                  <a:schemeClr val="dk1"/>
                </a:solidFill>
                <a:latin typeface="Arial"/>
                <a:ea typeface="Arial"/>
                <a:cs typeface="Arial"/>
                <a:sym typeface="Arial"/>
              </a:rPr>
              <a:t>commands. To access this command, you must add it to the Quick Access Toolbar, located above the </a:t>
            </a:r>
            <a:r>
              <a:rPr lang="en-US" sz="1200" b="1" dirty="0">
                <a:solidFill>
                  <a:schemeClr val="dk1"/>
                </a:solidFill>
                <a:latin typeface="Arial"/>
                <a:ea typeface="Arial"/>
                <a:cs typeface="Arial"/>
                <a:sym typeface="Arial"/>
              </a:rPr>
              <a:t>File</a:t>
            </a:r>
            <a:r>
              <a:rPr lang="en-US" sz="1200" dirty="0">
                <a:solidFill>
                  <a:schemeClr val="dk1"/>
                </a:solidFill>
                <a:latin typeface="Arial"/>
                <a:ea typeface="Arial"/>
                <a:cs typeface="Arial"/>
                <a:sym typeface="Arial"/>
              </a:rPr>
              <a:t> tab.  To customize the Quick Access Toolbar, do the following:</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Click the arrow next to the Quick Access Toolbar, and then under </a:t>
            </a:r>
            <a:r>
              <a:rPr lang="en-US" sz="1200" b="1" dirty="0">
                <a:solidFill>
                  <a:schemeClr val="dk1"/>
                </a:solidFill>
                <a:latin typeface="Arial"/>
                <a:ea typeface="Arial"/>
                <a:cs typeface="Arial"/>
                <a:sym typeface="Arial"/>
              </a:rPr>
              <a:t>Customize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Quick</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Access</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Toolbar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Commands</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PowerPoint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Options</a:t>
            </a:r>
            <a:r>
              <a:rPr lang="en-US" sz="1200" dirty="0">
                <a:solidFill>
                  <a:schemeClr val="dk1"/>
                </a:solidFill>
                <a:latin typeface="Arial"/>
                <a:ea typeface="Arial"/>
                <a:cs typeface="Arial"/>
                <a:sym typeface="Arial"/>
              </a:rPr>
              <a:t> dialog box, in the </a:t>
            </a:r>
            <a:r>
              <a:rPr lang="en-US" sz="1200" b="1" dirty="0">
                <a:solidFill>
                  <a:schemeClr val="dk1"/>
                </a:solidFill>
                <a:latin typeface="Arial"/>
                <a:ea typeface="Arial"/>
                <a:cs typeface="Arial"/>
                <a:sym typeface="Arial"/>
              </a:rPr>
              <a:t>Choose commands from </a:t>
            </a:r>
            <a:r>
              <a:rPr lang="en-US" sz="1200" dirty="0">
                <a:solidFill>
                  <a:schemeClr val="dk1"/>
                </a:solidFill>
                <a:latin typeface="Arial"/>
                <a:ea typeface="Arial"/>
                <a:cs typeface="Arial"/>
                <a:sym typeface="Arial"/>
              </a:rPr>
              <a:t>list, select </a:t>
            </a:r>
            <a:r>
              <a:rPr lang="en-US" sz="1200" b="1" dirty="0">
                <a:solidFill>
                  <a:schemeClr val="dk1"/>
                </a:solidFill>
                <a:latin typeface="Arial"/>
                <a:ea typeface="Arial"/>
                <a:cs typeface="Arial"/>
                <a:sym typeface="Arial"/>
              </a:rPr>
              <a:t>All Commands</a:t>
            </a:r>
            <a:r>
              <a:rPr lang="en-US" sz="1200" dirty="0">
                <a:solidFill>
                  <a:schemeClr val="dk1"/>
                </a:solidFill>
                <a:latin typeface="Arial"/>
                <a:ea typeface="Arial"/>
                <a:cs typeface="Arial"/>
                <a:sym typeface="Arial"/>
              </a:rPr>
              <a:t>. </a:t>
            </a:r>
            <a:endParaRPr dirty="0"/>
          </a:p>
          <a:p>
            <a:pPr marL="0" lvl="0" indent="0" algn="l" rtl="0">
              <a:spcBef>
                <a:spcPts val="0"/>
              </a:spcBef>
              <a:spcAft>
                <a:spcPts val="0"/>
              </a:spcAft>
              <a:buNone/>
            </a:pPr>
            <a:r>
              <a:rPr lang="en-US" sz="1200" dirty="0">
                <a:solidFill>
                  <a:schemeClr val="dk1"/>
                </a:solidFill>
                <a:latin typeface="Arial"/>
                <a:ea typeface="Arial"/>
                <a:cs typeface="Arial"/>
                <a:sym typeface="Arial"/>
              </a:rPr>
              <a:t>In the list of commands, click </a:t>
            </a:r>
            <a:r>
              <a:rPr lang="en-US" sz="1200" b="1" dirty="0">
                <a:solidFill>
                  <a:schemeClr val="dk1"/>
                </a:solidFill>
                <a:latin typeface="Arial"/>
                <a:ea typeface="Arial"/>
                <a:cs typeface="Arial"/>
                <a:sym typeface="Arial"/>
              </a:rPr>
              <a:t>Combine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Add</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200"/>
              <a:buFont typeface="Arial"/>
              <a:buNone/>
            </a:pPr>
            <a:r>
              <a:rPr lang="en-US" dirty="0"/>
              <a:t>To reproduce the shape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Slides</a:t>
            </a:r>
            <a:r>
              <a:rPr lang="en-US" dirty="0"/>
              <a:t> group, click </a:t>
            </a:r>
            <a:r>
              <a:rPr lang="en-US" b="1" dirty="0"/>
              <a:t>Layout</a:t>
            </a:r>
            <a:r>
              <a:rPr lang="en-US" dirty="0"/>
              <a:t>, and then click </a:t>
            </a:r>
            <a:r>
              <a:rPr lang="en-US" b="1" dirty="0"/>
              <a:t>Blank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a:t>
            </a:r>
            <a:r>
              <a:rPr lang="en-US" dirty="0"/>
              <a:t> </a:t>
            </a:r>
            <a:r>
              <a:rPr lang="en-US" b="1" dirty="0"/>
              <a:t>Styles</a:t>
            </a:r>
            <a:r>
              <a:rPr lang="en-US" dirty="0"/>
              <a:t> group, click </a:t>
            </a:r>
            <a:r>
              <a:rPr lang="en-US" b="1" dirty="0"/>
              <a:t>Shape Fill</a:t>
            </a:r>
            <a:r>
              <a:rPr lang="en-US" dirty="0"/>
              <a:t>, point to </a:t>
            </a:r>
            <a:r>
              <a:rPr lang="en-US" b="1" dirty="0"/>
              <a:t>Gradient</a:t>
            </a:r>
            <a:r>
              <a:rPr lang="en-US" dirty="0"/>
              <a:t>, and then click </a:t>
            </a:r>
            <a:r>
              <a:rPr lang="en-US" b="1" dirty="0"/>
              <a:t>More Gradients</a:t>
            </a:r>
            <a:r>
              <a:rPr lang="en-US" dirty="0"/>
              <a:t>.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Angle</a:t>
            </a:r>
            <a:r>
              <a:rPr lang="en-US" dirty="0"/>
              <a:t> box, enter </a:t>
            </a:r>
            <a:r>
              <a:rPr lang="en-US" b="1" dirty="0"/>
              <a:t>160°</a:t>
            </a:r>
            <a:r>
              <a:rPr lang="en-US" b="0" dirty="0"/>
              <a:t>.</a:t>
            </a:r>
            <a:endParaRPr b="1" dirty="0"/>
          </a:p>
          <a:p>
            <a:pPr marL="685800" lvl="1"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dirty="0"/>
              <a:t>Also under </a:t>
            </a:r>
            <a:r>
              <a:rPr lang="en-US" b="1" dirty="0"/>
              <a:t>Gradient stops</a:t>
            </a:r>
            <a:r>
              <a:rPr lang="en-US" dirty="0"/>
              <a:t>, customize the gradient stops as follows:</a:t>
            </a:r>
            <a:endParaRPr dirty="0"/>
          </a:p>
          <a:p>
            <a:pPr marL="685800" lvl="1" indent="-228600" algn="l" rtl="0">
              <a:spcBef>
                <a:spcPts val="0"/>
              </a:spcBef>
              <a:spcAft>
                <a:spcPts val="0"/>
              </a:spcAft>
              <a:buClr>
                <a:schemeClr val="dk1"/>
              </a:buClr>
              <a:buSzPts val="1200"/>
              <a:buFont typeface="Arial"/>
              <a:buChar char="•"/>
            </a:pPr>
            <a:r>
              <a:rPr lang="en-US" dirty="0"/>
              <a:t>Select the first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200</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149</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79%</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29%</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124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93</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next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68%</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131</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7</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dirty="0"/>
              <a:t>Select the last stop in the slider, and then do the following:</a:t>
            </a:r>
            <a:endParaRPr dirty="0"/>
          </a:p>
          <a:p>
            <a:pPr marL="1143000" lvl="2" indent="-228600" algn="l" rtl="0">
              <a:spcBef>
                <a:spcPts val="0"/>
              </a:spcBef>
              <a:spcAft>
                <a:spcPts val="0"/>
              </a:spcAft>
              <a:buClr>
                <a:schemeClr val="dk1"/>
              </a:buClr>
              <a:buSzPts val="1200"/>
              <a:buFont typeface="Arial"/>
              <a:buChar char="•"/>
            </a:pPr>
            <a:r>
              <a:rPr lang="en-US" dirty="0"/>
              <a:t>In the </a:t>
            </a:r>
            <a:r>
              <a:rPr lang="en-US" b="1" dirty="0"/>
              <a:t>Position</a:t>
            </a:r>
            <a:r>
              <a:rPr lang="en-US" dirty="0"/>
              <a:t> box, enter </a:t>
            </a:r>
            <a:r>
              <a:rPr lang="en-US" b="1" dirty="0"/>
              <a:t>100%</a:t>
            </a:r>
            <a:r>
              <a:rPr lang="en-US" dirty="0"/>
              <a:t>.</a:t>
            </a:r>
            <a:endParaRPr dirty="0"/>
          </a:p>
          <a:p>
            <a:pPr marL="1143000" lvl="2" indent="-228600" algn="l" rtl="0">
              <a:spcBef>
                <a:spcPts val="0"/>
              </a:spcBef>
              <a:spcAft>
                <a:spcPts val="0"/>
              </a:spcAft>
              <a:buClr>
                <a:schemeClr val="dk1"/>
              </a:buClr>
              <a:buSzPts val="1200"/>
              <a:buFont typeface="Arial"/>
              <a:buChar char="•"/>
            </a:pPr>
            <a:r>
              <a:rPr lang="en-US" dirty="0"/>
              <a:t>Click the button next to </a:t>
            </a:r>
            <a:r>
              <a:rPr lang="en-US" b="1" dirty="0"/>
              <a:t>Color</a:t>
            </a:r>
            <a:r>
              <a:rPr lang="en-US" dirty="0"/>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98</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40</a:t>
            </a:r>
            <a:r>
              <a:rPr lang="en-US" sz="1200" dirty="0">
                <a:solidFill>
                  <a:schemeClr val="dk1"/>
                </a:solidFill>
                <a:latin typeface="Arial"/>
                <a:ea typeface="Arial"/>
                <a:cs typeface="Arial"/>
                <a:sym typeface="Arial"/>
              </a:rPr>
              <a:t>.</a:t>
            </a:r>
            <a:endParaRPr dirty="0"/>
          </a:p>
          <a:p>
            <a:pPr marL="1143000" lvl="2"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51%</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Color</a:t>
            </a:r>
            <a:r>
              <a:rPr lang="en-US" dirty="0">
                <a:solidFill>
                  <a:schemeClr val="dk1"/>
                </a:solidFill>
                <a:latin typeface="Arial"/>
                <a:ea typeface="Arial"/>
                <a:cs typeface="Arial"/>
                <a:sym typeface="Arial"/>
              </a:rPr>
              <a:t> pane, select </a:t>
            </a:r>
            <a:r>
              <a:rPr lang="en-US" b="1" dirty="0">
                <a:solidFill>
                  <a:schemeClr val="dk1"/>
                </a:solidFill>
                <a:latin typeface="Arial"/>
                <a:ea typeface="Arial"/>
                <a:cs typeface="Arial"/>
                <a:sym typeface="Arial"/>
              </a:rPr>
              <a:t>No</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line</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a:t>
            </a:r>
            <a:r>
              <a:rPr lang="en-US" dirty="0">
                <a:solidFill>
                  <a:schemeClr val="dk1"/>
                </a:solidFill>
                <a:latin typeface="Arial"/>
                <a:ea typeface="Arial"/>
                <a:cs typeface="Arial"/>
                <a:sym typeface="Arial"/>
              </a:rPr>
              <a:t> </a:t>
            </a:r>
            <a:r>
              <a:rPr lang="en-US" b="1" dirty="0">
                <a:solidFill>
                  <a:schemeClr val="dk1"/>
                </a:solidFill>
                <a:latin typeface="Arial"/>
                <a:ea typeface="Arial"/>
                <a:cs typeface="Arial"/>
                <a:sym typeface="Arial"/>
              </a:rPr>
              <a:t>Shape</a:t>
            </a:r>
            <a:r>
              <a:rPr lang="en-US" dirty="0">
                <a:solidFill>
                  <a:schemeClr val="dk1"/>
                </a:solidFill>
                <a:latin typeface="Arial"/>
                <a:ea typeface="Arial"/>
                <a:cs typeface="Arial"/>
                <a:sym typeface="Arial"/>
              </a:rPr>
              <a:t> dialog box, click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in the left pane, in the </a:t>
            </a:r>
            <a:r>
              <a:rPr lang="en-US" b="1" dirty="0">
                <a:solidFill>
                  <a:schemeClr val="dk1"/>
                </a:solidFill>
                <a:latin typeface="Arial"/>
                <a:ea typeface="Arial"/>
                <a:cs typeface="Arial"/>
                <a:sym typeface="Arial"/>
              </a:rPr>
              <a:t>Glow and Soft Edges </a:t>
            </a:r>
            <a:r>
              <a:rPr lang="en-US" dirty="0">
                <a:solidFill>
                  <a:schemeClr val="dk1"/>
                </a:solidFill>
                <a:latin typeface="Arial"/>
                <a:ea typeface="Arial"/>
                <a:cs typeface="Arial"/>
                <a:sym typeface="Arial"/>
              </a:rPr>
              <a:t>pane, under </a:t>
            </a:r>
            <a:r>
              <a:rPr lang="en-US" b="1" dirty="0">
                <a:solidFill>
                  <a:schemeClr val="dk1"/>
                </a:solidFill>
                <a:latin typeface="Arial"/>
                <a:ea typeface="Arial"/>
                <a:cs typeface="Arial"/>
                <a:sym typeface="Arial"/>
              </a:rPr>
              <a:t>Soft Edges</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box, </a:t>
            </a:r>
            <a:r>
              <a:rPr lang="en-US" b="1" dirty="0">
                <a:solidFill>
                  <a:schemeClr val="dk1"/>
                </a:solidFill>
                <a:latin typeface="Arial"/>
                <a:ea typeface="Arial"/>
                <a:cs typeface="Arial"/>
                <a:sym typeface="Arial"/>
              </a:rPr>
              <a:t>enter 5 pt</a:t>
            </a:r>
            <a:r>
              <a:rPr lang="en-US"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6"/>
            </a:pPr>
            <a:r>
              <a:rPr lang="en-US" dirty="0">
                <a:solidFill>
                  <a:schemeClr val="dk1"/>
                </a:solidFill>
                <a:latin typeface="Arial"/>
                <a:ea typeface="Arial"/>
                <a:cs typeface="Arial"/>
                <a:sym typeface="Arial"/>
              </a:rPr>
              <a:t>Also in the </a:t>
            </a:r>
            <a:r>
              <a:rPr lang="en-US" b="1" dirty="0">
                <a:solidFill>
                  <a:schemeClr val="dk1"/>
                </a:solidFill>
                <a:latin typeface="Arial"/>
                <a:ea typeface="Arial"/>
                <a:cs typeface="Arial"/>
                <a:sym typeface="Arial"/>
              </a:rPr>
              <a:t>Format Shape </a:t>
            </a:r>
            <a:r>
              <a:rPr lang="en-US" dirty="0">
                <a:solidFill>
                  <a:schemeClr val="dk1"/>
                </a:solidFill>
                <a:latin typeface="Arial"/>
                <a:ea typeface="Arial"/>
                <a:cs typeface="Arial"/>
                <a:sym typeface="Arial"/>
              </a:rPr>
              <a:t>dialog box, click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in the left pane, in the </a:t>
            </a:r>
            <a:r>
              <a:rPr lang="en-US" b="1" dirty="0">
                <a:solidFill>
                  <a:schemeClr val="dk1"/>
                </a:solidFill>
                <a:latin typeface="Arial"/>
                <a:ea typeface="Arial"/>
                <a:cs typeface="Arial"/>
                <a:sym typeface="Arial"/>
              </a:rPr>
              <a:t>Size</a:t>
            </a:r>
            <a:r>
              <a:rPr lang="en-US" dirty="0">
                <a:solidFill>
                  <a:schemeClr val="dk1"/>
                </a:solidFill>
                <a:latin typeface="Arial"/>
                <a:ea typeface="Arial"/>
                <a:cs typeface="Arial"/>
                <a:sym typeface="Arial"/>
              </a:rPr>
              <a:t> pane, enter </a:t>
            </a:r>
            <a:r>
              <a:rPr lang="en-US" b="1" dirty="0">
                <a:solidFill>
                  <a:schemeClr val="dk1"/>
                </a:solidFill>
                <a:latin typeface="Arial"/>
                <a:ea typeface="Arial"/>
                <a:cs typeface="Arial"/>
                <a:sym typeface="Arial"/>
              </a:rPr>
              <a:t>1.83” </a:t>
            </a:r>
            <a:r>
              <a:rPr lang="en-US" dirty="0">
                <a:solidFill>
                  <a:schemeClr val="dk1"/>
                </a:solidFill>
                <a:latin typeface="Arial"/>
                <a:ea typeface="Arial"/>
                <a:cs typeface="Arial"/>
                <a:sym typeface="Arial"/>
              </a:rPr>
              <a:t>in the </a:t>
            </a:r>
            <a:r>
              <a:rPr lang="en-US" b="1" dirty="0">
                <a:solidFill>
                  <a:schemeClr val="dk1"/>
                </a:solidFill>
                <a:latin typeface="Arial"/>
                <a:ea typeface="Arial"/>
                <a:cs typeface="Arial"/>
                <a:sym typeface="Arial"/>
              </a:rPr>
              <a:t>Height</a:t>
            </a:r>
            <a:r>
              <a:rPr lang="en-US" dirty="0">
                <a:solidFill>
                  <a:schemeClr val="dk1"/>
                </a:solidFill>
                <a:latin typeface="Arial"/>
                <a:ea typeface="Arial"/>
                <a:cs typeface="Arial"/>
                <a:sym typeface="Arial"/>
              </a:rPr>
              <a:t> box and </a:t>
            </a:r>
            <a:r>
              <a:rPr lang="en-US" b="1" dirty="0">
                <a:solidFill>
                  <a:schemeClr val="dk1"/>
                </a:solidFill>
                <a:latin typeface="Arial"/>
                <a:ea typeface="Arial"/>
                <a:cs typeface="Arial"/>
                <a:sym typeface="Arial"/>
              </a:rPr>
              <a:t>10.33”</a:t>
            </a:r>
            <a:r>
              <a:rPr lang="en-US" dirty="0">
                <a:solidFill>
                  <a:schemeClr val="dk1"/>
                </a:solidFill>
                <a:latin typeface="Arial"/>
                <a:ea typeface="Arial"/>
                <a:cs typeface="Arial"/>
                <a:sym typeface="Arial"/>
              </a:rPr>
              <a:t> in the </a:t>
            </a:r>
            <a:r>
              <a:rPr lang="en-US" b="1" dirty="0">
                <a:solidFill>
                  <a:schemeClr val="dk1"/>
                </a:solidFill>
                <a:latin typeface="Arial"/>
                <a:ea typeface="Arial"/>
                <a:cs typeface="Arial"/>
                <a:sym typeface="Arial"/>
              </a:rPr>
              <a:t>Width</a:t>
            </a:r>
            <a:r>
              <a:rPr lang="en-US"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startAt="6"/>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Align</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to Slide</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Align Center</a:t>
            </a:r>
            <a:r>
              <a:rPr lang="en-US" sz="120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sz="1200" dirty="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dirty="0">
                <a:solidFill>
                  <a:schemeClr val="dk1"/>
                </a:solidFill>
                <a:latin typeface="Arial"/>
                <a:ea typeface="Arial"/>
                <a:cs typeface="Arial"/>
                <a:sym typeface="Arial"/>
              </a:rPr>
              <a:t>To reproduce the clip art effects on this slide, do the following:</a:t>
            </a:r>
            <a:endParaRPr sz="1200" dirty="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Insert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Images</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Clip Art</a:t>
            </a:r>
            <a:r>
              <a:rPr lang="en-US" sz="1200" dirty="0">
                <a:solidFill>
                  <a:schemeClr val="dk1"/>
                </a:solidFill>
                <a:latin typeface="Arial"/>
                <a:ea typeface="Arial"/>
                <a:cs typeface="Arial"/>
                <a:sym typeface="Arial"/>
              </a:rPr>
              <a:t> pane, in the </a:t>
            </a:r>
            <a:r>
              <a:rPr lang="en-US" sz="1200" b="1" dirty="0">
                <a:solidFill>
                  <a:schemeClr val="dk1"/>
                </a:solidFill>
                <a:latin typeface="Arial"/>
                <a:ea typeface="Arial"/>
                <a:cs typeface="Arial"/>
                <a:sym typeface="Arial"/>
              </a:rPr>
              <a:t>Search for</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00437948</a:t>
            </a:r>
            <a:r>
              <a:rPr lang="en-US" sz="1200" dirty="0">
                <a:solidFill>
                  <a:schemeClr val="dk1"/>
                </a:solidFill>
                <a:latin typeface="Arial"/>
                <a:ea typeface="Arial"/>
                <a:cs typeface="Arial"/>
                <a:sym typeface="Arial"/>
              </a:rPr>
              <a:t>, select the </a:t>
            </a:r>
            <a:r>
              <a:rPr lang="en-US" sz="1200" b="1" dirty="0">
                <a:solidFill>
                  <a:schemeClr val="dk1"/>
                </a:solidFill>
                <a:latin typeface="Arial"/>
                <a:ea typeface="Arial"/>
                <a:cs typeface="Arial"/>
                <a:sym typeface="Arial"/>
              </a:rPr>
              <a:t>Include Office.com content</a:t>
            </a:r>
            <a:r>
              <a:rPr lang="en-US" sz="1200" dirty="0">
                <a:solidFill>
                  <a:schemeClr val="dk1"/>
                </a:solidFill>
                <a:latin typeface="Arial"/>
                <a:ea typeface="Arial"/>
                <a:cs typeface="Arial"/>
                <a:sym typeface="Arial"/>
              </a:rPr>
              <a:t> check box, and then click </a:t>
            </a:r>
            <a:r>
              <a:rPr lang="en-US" sz="1200" b="1" dirty="0">
                <a:solidFill>
                  <a:schemeClr val="dk1"/>
                </a:solidFill>
                <a:latin typeface="Arial"/>
                <a:ea typeface="Arial"/>
                <a:cs typeface="Arial"/>
                <a:sym typeface="Arial"/>
              </a:rPr>
              <a:t>Go</a:t>
            </a:r>
            <a:r>
              <a:rPr lang="en-US" sz="1200" dirty="0">
                <a:solidFill>
                  <a:schemeClr val="dk1"/>
                </a:solidFill>
                <a:latin typeface="Arial"/>
                <a:ea typeface="Arial"/>
                <a:cs typeface="Arial"/>
                <a:sym typeface="Arial"/>
              </a:rPr>
              <a:t>. Select the clip art file in the pane to insert it into the slide. (</a:t>
            </a:r>
            <a:r>
              <a:rPr lang="en-US" sz="1200" b="1" dirty="0">
                <a:solidFill>
                  <a:schemeClr val="dk1"/>
                </a:solidFill>
                <a:latin typeface="Arial"/>
                <a:ea typeface="Arial"/>
                <a:cs typeface="Arial"/>
                <a:sym typeface="Arial"/>
              </a:rPr>
              <a:t>Note:</a:t>
            </a:r>
            <a:r>
              <a:rPr lang="en-US" sz="1200" dirty="0">
                <a:solidFill>
                  <a:schemeClr val="dk1"/>
                </a:solidFill>
                <a:latin typeface="Arial"/>
                <a:ea typeface="Arial"/>
                <a:cs typeface="Arial"/>
                <a:sym typeface="Arial"/>
              </a:rPr>
              <a:t> If you choose another clip art file, the clip art must be in the Windows Metafile format [.</a:t>
            </a:r>
            <a:r>
              <a:rPr lang="en-US" sz="1200" dirty="0" err="1">
                <a:solidFill>
                  <a:schemeClr val="dk1"/>
                </a:solidFill>
                <a:latin typeface="Arial"/>
                <a:ea typeface="Arial"/>
                <a:cs typeface="Arial"/>
                <a:sym typeface="Arial"/>
              </a:rPr>
              <a:t>wmf</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Drag the clip art from the </a:t>
            </a:r>
            <a:r>
              <a:rPr lang="en-US" sz="1200" b="1" dirty="0">
                <a:solidFill>
                  <a:schemeClr val="dk1"/>
                </a:solidFill>
                <a:latin typeface="Arial"/>
                <a:ea typeface="Arial"/>
                <a:cs typeface="Arial"/>
                <a:sym typeface="Arial"/>
              </a:rPr>
              <a:t>Clip Art </a:t>
            </a:r>
            <a:r>
              <a:rPr lang="en-US" sz="1200" dirty="0">
                <a:solidFill>
                  <a:schemeClr val="dk1"/>
                </a:solidFill>
                <a:latin typeface="Arial"/>
                <a:ea typeface="Arial"/>
                <a:cs typeface="Arial"/>
                <a:sym typeface="Arial"/>
              </a:rPr>
              <a:t>pane to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clip art. Under </a:t>
            </a:r>
            <a:r>
              <a:rPr lang="en-US" sz="1200" b="1" dirty="0">
                <a:solidFill>
                  <a:schemeClr val="dk1"/>
                </a:solidFill>
                <a:latin typeface="Arial"/>
                <a:ea typeface="Arial"/>
                <a:cs typeface="Arial"/>
                <a:sym typeface="Arial"/>
              </a:rPr>
              <a:t>Picture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group, enter </a:t>
            </a:r>
            <a:r>
              <a:rPr lang="en-US" sz="1200" b="1" dirty="0">
                <a:solidFill>
                  <a:schemeClr val="dk1"/>
                </a:solidFill>
                <a:latin typeface="Arial"/>
                <a:ea typeface="Arial"/>
                <a:cs typeface="Arial"/>
                <a:sym typeface="Arial"/>
              </a:rPr>
              <a:t>6.99”</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Height</a:t>
            </a:r>
            <a:r>
              <a:rPr lang="en-US" sz="1200" dirty="0">
                <a:solidFill>
                  <a:schemeClr val="dk1"/>
                </a:solidFill>
                <a:latin typeface="Arial"/>
                <a:ea typeface="Arial"/>
                <a:cs typeface="Arial"/>
                <a:sym typeface="Arial"/>
              </a:rPr>
              <a:t> box and </a:t>
            </a:r>
            <a:r>
              <a:rPr lang="en-US" sz="1200" b="1" dirty="0">
                <a:solidFill>
                  <a:schemeClr val="dk1"/>
                </a:solidFill>
                <a:latin typeface="Arial"/>
                <a:ea typeface="Arial"/>
                <a:cs typeface="Arial"/>
                <a:sym typeface="Arial"/>
              </a:rPr>
              <a:t>7.5”</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Width</a:t>
            </a:r>
            <a:r>
              <a:rPr lang="en-US" sz="1200" dirty="0">
                <a:solidFill>
                  <a:schemeClr val="dk1"/>
                </a:solidFill>
                <a:latin typeface="Arial"/>
                <a:ea typeface="Arial"/>
                <a:cs typeface="Arial"/>
                <a:sym typeface="Arial"/>
              </a:rPr>
              <a: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Microsoft Office PowerPoint </a:t>
            </a:r>
            <a:r>
              <a:rPr lang="en-US" sz="120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Yes</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On the slide, select the converted clip art.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Editing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Select</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Selection Pane</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Selection and Visibility pane</a:t>
            </a:r>
            <a:r>
              <a:rPr lang="en-US" sz="1200" dirty="0">
                <a:solidFill>
                  <a:schemeClr val="dk1"/>
                </a:solidFill>
                <a:latin typeface="Arial"/>
                <a:ea typeface="Arial"/>
                <a:cs typeface="Arial"/>
                <a:sym typeface="Arial"/>
              </a:rPr>
              <a:t>, select the top-level group.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Drawing</a:t>
            </a:r>
            <a:r>
              <a:rPr lang="en-US" sz="1200" dirty="0">
                <a:solidFill>
                  <a:schemeClr val="dk1"/>
                </a:solidFill>
                <a:latin typeface="Arial"/>
                <a:ea typeface="Arial"/>
                <a:cs typeface="Arial"/>
                <a:sym typeface="Arial"/>
              </a:rPr>
              <a:t> group, click </a:t>
            </a:r>
            <a:r>
              <a:rPr lang="en-US" sz="1200" b="1" dirty="0">
                <a:solidFill>
                  <a:schemeClr val="dk1"/>
                </a:solidFill>
                <a:latin typeface="Arial"/>
                <a:ea typeface="Arial"/>
                <a:cs typeface="Arial"/>
                <a:sym typeface="Arial"/>
              </a:rPr>
              <a:t>Arrange</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Ungroup</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Selection and Visibility</a:t>
            </a:r>
            <a:r>
              <a:rPr lang="en-US" sz="1200" dirty="0">
                <a:solidFill>
                  <a:schemeClr val="dk1"/>
                </a:solidFill>
                <a:latin typeface="Arial"/>
                <a:ea typeface="Arial"/>
                <a:cs typeface="Arial"/>
                <a:sym typeface="Arial"/>
              </a:rPr>
              <a:t> pane, select the </a:t>
            </a:r>
            <a:r>
              <a:rPr lang="en-US" sz="1200" b="1" dirty="0" err="1">
                <a:solidFill>
                  <a:schemeClr val="dk1"/>
                </a:solidFill>
                <a:latin typeface="Arial"/>
                <a:ea typeface="Arial"/>
                <a:cs typeface="Arial"/>
                <a:sym typeface="Arial"/>
              </a:rPr>
              <a:t>Autoshape</a:t>
            </a:r>
            <a:r>
              <a:rPr lang="en-US" sz="1200" dirty="0">
                <a:solidFill>
                  <a:schemeClr val="dk1"/>
                </a:solidFill>
                <a:latin typeface="Arial"/>
                <a:ea typeface="Arial"/>
                <a:cs typeface="Arial"/>
                <a:sym typeface="Arial"/>
              </a:rPr>
              <a:t> object, and then press DELETE. </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Press and hold CTRL, and then select all the clip art shapes. On the Quick Access Toolbar, click </a:t>
            </a:r>
            <a:r>
              <a:rPr lang="en-US" sz="1200" b="1" dirty="0">
                <a:solidFill>
                  <a:schemeClr val="dk1"/>
                </a:solidFill>
                <a:latin typeface="Arial"/>
                <a:ea typeface="Arial"/>
                <a:cs typeface="Arial"/>
                <a:sym typeface="Arial"/>
              </a:rPr>
              <a:t>Combine Shapes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Union</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Position the new freeform shape in the bottom left corner of the slide so that it extends beyond the left and bottom edges of the slide.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Select the freeform shape. Under </a:t>
            </a:r>
            <a:r>
              <a:rPr lang="en-US" sz="1200" b="1" dirty="0">
                <a:solidFill>
                  <a:schemeClr val="dk1"/>
                </a:solidFill>
                <a:latin typeface="Arial"/>
                <a:ea typeface="Arial"/>
                <a:cs typeface="Arial"/>
                <a:sym typeface="Arial"/>
              </a:rPr>
              <a:t>Drawing Tools</a:t>
            </a:r>
            <a:r>
              <a:rPr lang="en-US" sz="120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Shape Styles </a:t>
            </a:r>
            <a:r>
              <a:rPr lang="en-US" sz="1200" dirty="0">
                <a:solidFill>
                  <a:schemeClr val="dk1"/>
                </a:solidFill>
                <a:latin typeface="Arial"/>
                <a:ea typeface="Arial"/>
                <a:cs typeface="Arial"/>
                <a:sym typeface="Arial"/>
              </a:rPr>
              <a:t>group, click </a:t>
            </a:r>
            <a:r>
              <a:rPr lang="en-US" sz="1200" b="1" dirty="0">
                <a:solidFill>
                  <a:schemeClr val="dk1"/>
                </a:solidFill>
                <a:latin typeface="Arial"/>
                <a:ea typeface="Arial"/>
                <a:cs typeface="Arial"/>
                <a:sym typeface="Arial"/>
              </a:rPr>
              <a:t>Shape Fill</a:t>
            </a:r>
            <a:r>
              <a:rPr lang="en-US" sz="1200" dirty="0">
                <a:solidFill>
                  <a:schemeClr val="dk1"/>
                </a:solidFill>
                <a:latin typeface="Arial"/>
                <a:ea typeface="Arial"/>
                <a:cs typeface="Arial"/>
                <a:sym typeface="Arial"/>
              </a:rPr>
              <a:t>, point to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and then click </a:t>
            </a:r>
            <a:r>
              <a:rPr lang="en-US" sz="1200" b="1" dirty="0">
                <a:solidFill>
                  <a:schemeClr val="dk1"/>
                </a:solidFill>
                <a:latin typeface="Arial"/>
                <a:ea typeface="Arial"/>
                <a:cs typeface="Arial"/>
                <a:sym typeface="Arial"/>
              </a:rPr>
              <a:t>More</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Gradients</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Format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Shape</a:t>
            </a:r>
            <a:r>
              <a:rPr lang="en-US" sz="1200" dirty="0">
                <a:solidFill>
                  <a:schemeClr val="dk1"/>
                </a:solidFill>
                <a:latin typeface="Arial"/>
                <a:ea typeface="Arial"/>
                <a:cs typeface="Arial"/>
                <a:sym typeface="Arial"/>
              </a:rPr>
              <a:t> dialog box, click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Fill</a:t>
            </a:r>
            <a:r>
              <a:rPr lang="en-US" sz="1200" dirty="0">
                <a:solidFill>
                  <a:schemeClr val="dk1"/>
                </a:solidFill>
                <a:latin typeface="Arial"/>
                <a:ea typeface="Arial"/>
                <a:cs typeface="Arial"/>
                <a:sym typeface="Arial"/>
              </a:rPr>
              <a:t> pane, click </a:t>
            </a:r>
            <a:r>
              <a:rPr lang="en-US" sz="1200" b="1" dirty="0">
                <a:solidFill>
                  <a:schemeClr val="dk1"/>
                </a:solidFill>
                <a:latin typeface="Arial"/>
                <a:ea typeface="Arial"/>
                <a:cs typeface="Arial"/>
                <a:sym typeface="Arial"/>
              </a:rPr>
              <a:t>Solid fill</a:t>
            </a:r>
            <a:r>
              <a:rPr lang="en-US" sz="1200" dirty="0">
                <a:solidFill>
                  <a:schemeClr val="dk1"/>
                </a:solidFill>
                <a:latin typeface="Arial"/>
                <a:ea typeface="Arial"/>
                <a:cs typeface="Arial"/>
                <a:sym typeface="Arial"/>
              </a:rPr>
              <a:t>, and then do the following:</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99%</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Also in the </a:t>
            </a:r>
            <a:r>
              <a:rPr lang="en-US" sz="1200" b="1" dirty="0">
                <a:solidFill>
                  <a:schemeClr val="dk1"/>
                </a:solidFill>
                <a:latin typeface="Arial"/>
                <a:ea typeface="Arial"/>
                <a:cs typeface="Arial"/>
                <a:sym typeface="Arial"/>
              </a:rPr>
              <a:t>Format Picture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in the left pane, in the </a:t>
            </a:r>
            <a:r>
              <a:rPr lang="en-US" sz="1200" b="1" dirty="0">
                <a:solidFill>
                  <a:schemeClr val="dk1"/>
                </a:solidFill>
                <a:latin typeface="Arial"/>
                <a:ea typeface="Arial"/>
                <a:cs typeface="Arial"/>
                <a:sym typeface="Arial"/>
              </a:rPr>
              <a:t>Glow and Soft Edges </a:t>
            </a:r>
            <a:r>
              <a:rPr lang="en-US" sz="1200" b="0" dirty="0">
                <a:solidFill>
                  <a:schemeClr val="dk1"/>
                </a:solidFill>
                <a:latin typeface="Arial"/>
                <a:ea typeface="Arial"/>
                <a:cs typeface="Arial"/>
                <a:sym typeface="Arial"/>
              </a:rPr>
              <a:t>pane, under </a:t>
            </a:r>
            <a:r>
              <a:rPr lang="en-US" sz="1200" b="1" dirty="0">
                <a:solidFill>
                  <a:schemeClr val="dk1"/>
                </a:solidFill>
                <a:latin typeface="Arial"/>
                <a:ea typeface="Arial"/>
                <a:cs typeface="Arial"/>
                <a:sym typeface="Arial"/>
              </a:rPr>
              <a:t>Glow</a:t>
            </a:r>
            <a:r>
              <a:rPr lang="en-US" sz="1200" b="0" dirty="0">
                <a:solidFill>
                  <a:schemeClr val="dk1"/>
                </a:solidFill>
                <a:latin typeface="Arial"/>
                <a:ea typeface="Arial"/>
                <a:cs typeface="Arial"/>
                <a:sym typeface="Arial"/>
              </a:rPr>
              <a:t>,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b="0" dirty="0">
                <a:solidFill>
                  <a:schemeClr val="dk1"/>
                </a:solidFill>
                <a:latin typeface="Arial"/>
                <a:ea typeface="Arial"/>
                <a:cs typeface="Arial"/>
                <a:sym typeface="Arial"/>
              </a:rPr>
              <a:t>, </a:t>
            </a:r>
            <a:r>
              <a:rPr lang="en-US" sz="1200" dirty="0">
                <a:solidFill>
                  <a:schemeClr val="dk1"/>
                </a:solidFill>
                <a:latin typeface="Arial"/>
                <a:ea typeface="Arial"/>
                <a:cs typeface="Arial"/>
                <a:sym typeface="Arial"/>
              </a:rPr>
              <a:t>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Size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 pt</a:t>
            </a:r>
            <a:r>
              <a:rPr lang="en-US" sz="1200" b="0" dirty="0">
                <a:solidFill>
                  <a:schemeClr val="dk1"/>
                </a:solidFill>
                <a:latin typeface="Arial"/>
                <a:ea typeface="Arial"/>
                <a:cs typeface="Arial"/>
                <a:sym typeface="Arial"/>
              </a:rPr>
              <a:t>.</a:t>
            </a:r>
            <a:endParaRPr dirty="0"/>
          </a:p>
          <a:p>
            <a:pPr marL="685800" lvl="1"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90%</a:t>
            </a:r>
            <a:r>
              <a:rPr lang="en-US" sz="1200" b="0" dirty="0">
                <a:solidFill>
                  <a:schemeClr val="dk1"/>
                </a:solidFill>
                <a:latin typeface="Arial"/>
                <a:ea typeface="Arial"/>
                <a:cs typeface="Arial"/>
                <a:sym typeface="Arial"/>
              </a:rPr>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None/>
            </a:pPr>
            <a:r>
              <a:rPr lang="en-US" dirty="0"/>
              <a:t>To reproduce the text effects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Insert</a:t>
            </a:r>
            <a:r>
              <a:rPr lang="en-US" b="0" dirty="0"/>
              <a:t> tab, in the </a:t>
            </a:r>
            <a:r>
              <a:rPr lang="en-US" b="1" dirty="0"/>
              <a:t>Text</a:t>
            </a:r>
            <a:r>
              <a:rPr lang="en-US" b="0" dirty="0"/>
              <a:t> group, click </a:t>
            </a:r>
            <a:r>
              <a:rPr lang="en-US" b="1" dirty="0"/>
              <a:t>Text Box</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text box.</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Enter text in the text box, and then select the text.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group, select </a:t>
            </a:r>
            <a:r>
              <a:rPr lang="en-US" sz="1200" b="1" dirty="0">
                <a:solidFill>
                  <a:schemeClr val="dk1"/>
                </a:solidFill>
                <a:latin typeface="Arial"/>
                <a:ea typeface="Arial"/>
                <a:cs typeface="Arial"/>
                <a:sym typeface="Arial"/>
              </a:rPr>
              <a:t>Garamond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list, select </a:t>
            </a:r>
            <a:r>
              <a:rPr lang="en-US" sz="1200" b="1" dirty="0">
                <a:solidFill>
                  <a:schemeClr val="dk1"/>
                </a:solidFill>
                <a:latin typeface="Arial"/>
                <a:ea typeface="Arial"/>
                <a:cs typeface="Arial"/>
                <a:sym typeface="Arial"/>
              </a:rPr>
              <a:t>54 pt. </a:t>
            </a:r>
            <a:r>
              <a:rPr lang="en-US" sz="1200" dirty="0">
                <a:solidFill>
                  <a:schemeClr val="dk1"/>
                </a:solidFill>
                <a:latin typeface="Arial"/>
                <a:ea typeface="Arial"/>
                <a:cs typeface="Arial"/>
                <a:sym typeface="Arial"/>
              </a:rPr>
              <a:t>from the </a:t>
            </a:r>
            <a:r>
              <a:rPr lang="en-US" sz="1200" b="1" dirty="0">
                <a:solidFill>
                  <a:schemeClr val="dk1"/>
                </a:solidFill>
                <a:latin typeface="Arial"/>
                <a:ea typeface="Arial"/>
                <a:cs typeface="Arial"/>
                <a:sym typeface="Arial"/>
              </a:rPr>
              <a:t>Font</a:t>
            </a:r>
            <a:r>
              <a:rPr lang="en-US" sz="120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Size</a:t>
            </a:r>
            <a:r>
              <a:rPr lang="en-US" sz="1200" dirty="0">
                <a:solidFill>
                  <a:schemeClr val="dk1"/>
                </a:solidFill>
                <a:latin typeface="Arial"/>
                <a:ea typeface="Arial"/>
                <a:cs typeface="Arial"/>
                <a:sym typeface="Arial"/>
              </a:rPr>
              <a:t> list, and then click </a:t>
            </a:r>
            <a:r>
              <a:rPr lang="en-US" sz="1200" b="1" dirty="0">
                <a:solidFill>
                  <a:schemeClr val="dk1"/>
                </a:solidFill>
                <a:latin typeface="Arial"/>
                <a:ea typeface="Arial"/>
                <a:cs typeface="Arial"/>
                <a:sym typeface="Arial"/>
              </a:rPr>
              <a:t>Bold</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sz="1200" b="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Drawing</a:t>
            </a:r>
            <a:r>
              <a:rPr lang="en-US" sz="1200" b="0" dirty="0">
                <a:solidFill>
                  <a:schemeClr val="dk1"/>
                </a:solidFill>
                <a:latin typeface="Arial"/>
                <a:ea typeface="Arial"/>
                <a:cs typeface="Arial"/>
                <a:sym typeface="Arial"/>
              </a:rPr>
              <a:t> </a:t>
            </a:r>
            <a:r>
              <a:rPr lang="en-US" sz="1200" b="1" dirty="0">
                <a:solidFill>
                  <a:schemeClr val="dk1"/>
                </a:solidFill>
                <a:latin typeface="Arial"/>
                <a:ea typeface="Arial"/>
                <a:cs typeface="Arial"/>
                <a:sym typeface="Arial"/>
              </a:rPr>
              <a:t>Tools</a:t>
            </a:r>
            <a:r>
              <a:rPr lang="en-US" sz="1200" b="0" dirty="0">
                <a:solidFill>
                  <a:schemeClr val="dk1"/>
                </a:solidFill>
                <a:latin typeface="Arial"/>
                <a:ea typeface="Arial"/>
                <a:cs typeface="Arial"/>
                <a:sym typeface="Arial"/>
              </a:rPr>
              <a:t>, on the </a:t>
            </a:r>
            <a:r>
              <a:rPr lang="en-US" sz="1200" b="1" dirty="0">
                <a:solidFill>
                  <a:schemeClr val="dk1"/>
                </a:solidFill>
                <a:latin typeface="Arial"/>
                <a:ea typeface="Arial"/>
                <a:cs typeface="Arial"/>
                <a:sym typeface="Arial"/>
              </a:rPr>
              <a:t>Format</a:t>
            </a:r>
            <a:r>
              <a:rPr lang="en-US" sz="1200" b="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WordArt Styles </a:t>
            </a:r>
            <a:r>
              <a:rPr lang="en-US" sz="1200" b="0" dirty="0">
                <a:solidFill>
                  <a:schemeClr val="dk1"/>
                </a:solidFill>
                <a:latin typeface="Arial"/>
                <a:ea typeface="Arial"/>
                <a:cs typeface="Arial"/>
                <a:sym typeface="Arial"/>
              </a:rPr>
              <a:t>group, click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launcher. In the </a:t>
            </a:r>
            <a:r>
              <a:rPr lang="en-US" sz="1200" b="1" dirty="0">
                <a:solidFill>
                  <a:schemeClr val="dk1"/>
                </a:solidFill>
                <a:latin typeface="Arial"/>
                <a:ea typeface="Arial"/>
                <a:cs typeface="Arial"/>
                <a:sym typeface="Arial"/>
              </a:rPr>
              <a:t>Format Text Effects </a:t>
            </a:r>
            <a:r>
              <a:rPr lang="en-US" sz="1200" b="0" dirty="0">
                <a:solidFill>
                  <a:schemeClr val="dk1"/>
                </a:solidFill>
                <a:latin typeface="Arial"/>
                <a:ea typeface="Arial"/>
                <a:cs typeface="Arial"/>
                <a:sym typeface="Arial"/>
              </a:rPr>
              <a:t>dialog box, click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in the left pane, in the </a:t>
            </a:r>
            <a:r>
              <a:rPr lang="en-US" sz="1200" b="1" dirty="0">
                <a:solidFill>
                  <a:schemeClr val="dk1"/>
                </a:solidFill>
                <a:latin typeface="Arial"/>
                <a:ea typeface="Arial"/>
                <a:cs typeface="Arial"/>
                <a:sym typeface="Arial"/>
              </a:rPr>
              <a:t>Shadow</a:t>
            </a:r>
            <a:r>
              <a:rPr lang="en-US" sz="1200" b="0" dirty="0">
                <a:solidFill>
                  <a:schemeClr val="dk1"/>
                </a:solidFill>
                <a:latin typeface="Arial"/>
                <a:ea typeface="Arial"/>
                <a:cs typeface="Arial"/>
                <a:sym typeface="Arial"/>
              </a:rPr>
              <a:t> pane, do the following:</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70%</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Blur</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5 pt</a:t>
            </a:r>
            <a:r>
              <a:rPr lang="en-US" sz="1200" b="0" dirty="0">
                <a:solidFill>
                  <a:schemeClr val="dk1"/>
                </a:solidFill>
                <a:latin typeface="Arial"/>
                <a:ea typeface="Arial"/>
                <a:cs typeface="Arial"/>
                <a:sym typeface="Arial"/>
              </a:rPr>
              <a:t>.</a:t>
            </a:r>
            <a:endParaRPr dirty="0"/>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Angle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315°</a:t>
            </a:r>
            <a:r>
              <a:rPr lang="en-US" sz="1200" b="0" dirty="0">
                <a:solidFill>
                  <a:schemeClr val="dk1"/>
                </a:solidFill>
                <a:latin typeface="Arial"/>
                <a:ea typeface="Arial"/>
                <a:cs typeface="Arial"/>
                <a:sym typeface="Arial"/>
              </a:rPr>
              <a:t>.</a:t>
            </a:r>
            <a:endParaRPr sz="1200" b="1" dirty="0">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Distance</a:t>
            </a:r>
            <a:r>
              <a:rPr lang="en-US" sz="1200" b="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4 pt</a:t>
            </a:r>
            <a:r>
              <a:rPr lang="en-US" sz="1200" b="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startAt="5"/>
            </a:pPr>
            <a:r>
              <a:rPr lang="en-US" sz="1200" b="0" dirty="0">
                <a:solidFill>
                  <a:schemeClr val="dk1"/>
                </a:solidFill>
                <a:latin typeface="Arial"/>
                <a:ea typeface="Arial"/>
                <a:cs typeface="Arial"/>
                <a:sym typeface="Arial"/>
              </a:rPr>
              <a:t>Drag the text box inside the rectangle and on the right side of the slide.</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first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Picture or texture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Stationary</a:t>
            </a:r>
            <a:r>
              <a:rPr lang="en-US" dirty="0"/>
              <a:t> (fourth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Shape</a:t>
            </a:r>
            <a:r>
              <a:rPr lang="en-US" dirty="0"/>
              <a:t> dialog box, click </a:t>
            </a:r>
            <a:r>
              <a:rPr lang="en-US" b="1" dirty="0"/>
              <a:t>Line Color </a:t>
            </a:r>
            <a:r>
              <a:rPr lang="en-US" dirty="0"/>
              <a:t>in the left pane, in the </a:t>
            </a:r>
            <a:r>
              <a:rPr lang="en-US" b="1" dirty="0"/>
              <a:t>Line Color </a:t>
            </a:r>
            <a:r>
              <a:rPr lang="en-US" dirty="0"/>
              <a:t>pane, click </a:t>
            </a:r>
            <a:r>
              <a:rPr lang="en-US" b="1" dirty="0"/>
              <a:t>No</a:t>
            </a:r>
            <a:r>
              <a:rPr lang="en-US" dirty="0"/>
              <a:t> </a:t>
            </a:r>
            <a:r>
              <a:rPr lang="en-US" b="1" dirty="0"/>
              <a:t>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Clipboard</a:t>
            </a:r>
            <a:r>
              <a:rPr lang="en-US" dirty="0"/>
              <a:t> group, click </a:t>
            </a:r>
            <a:r>
              <a:rPr lang="en-US" b="1" dirty="0"/>
              <a:t>Copy</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Press DELETE to delete the rectangle.</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on the </a:t>
            </a:r>
            <a:r>
              <a:rPr lang="en-US" sz="1200" b="1" dirty="0">
                <a:solidFill>
                  <a:schemeClr val="dk1"/>
                </a:solidFill>
                <a:latin typeface="Arial"/>
                <a:ea typeface="Arial"/>
                <a:cs typeface="Arial"/>
                <a:sym typeface="Arial"/>
              </a:rPr>
              <a:t>Home</a:t>
            </a:r>
            <a:r>
              <a:rPr lang="en-US" sz="1200" dirty="0">
                <a:solidFill>
                  <a:schemeClr val="dk1"/>
                </a:solidFill>
                <a:latin typeface="Arial"/>
                <a:ea typeface="Arial"/>
                <a:cs typeface="Arial"/>
                <a:sym typeface="Arial"/>
              </a:rPr>
              <a:t> tab, in the </a:t>
            </a:r>
            <a:r>
              <a:rPr lang="en-US" sz="1200" b="1" dirty="0">
                <a:solidFill>
                  <a:schemeClr val="dk1"/>
                </a:solidFill>
                <a:latin typeface="Arial"/>
                <a:ea typeface="Arial"/>
                <a:cs typeface="Arial"/>
                <a:sym typeface="Arial"/>
              </a:rPr>
              <a:t>Clipboard</a:t>
            </a:r>
            <a:r>
              <a:rPr lang="en-US" sz="1200" dirty="0">
                <a:solidFill>
                  <a:schemeClr val="dk1"/>
                </a:solidFill>
                <a:latin typeface="Arial"/>
                <a:ea typeface="Arial"/>
                <a:cs typeface="Arial"/>
                <a:sym typeface="Arial"/>
              </a:rPr>
              <a:t> group, click the arrow below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select </a:t>
            </a:r>
            <a:r>
              <a:rPr lang="en-US" sz="1200" b="1" dirty="0">
                <a:solidFill>
                  <a:schemeClr val="dk1"/>
                </a:solidFill>
                <a:latin typeface="Arial"/>
                <a:ea typeface="Arial"/>
                <a:cs typeface="Arial"/>
                <a:sym typeface="Arial"/>
              </a:rPr>
              <a:t>Paste Special</a:t>
            </a:r>
            <a:r>
              <a:rPr lang="en-US" sz="1200" dirty="0">
                <a:solidFill>
                  <a:schemeClr val="dk1"/>
                </a:solidFill>
                <a:latin typeface="Arial"/>
                <a:ea typeface="Arial"/>
                <a:cs typeface="Arial"/>
                <a:sym typeface="Arial"/>
              </a:rPr>
              <a:t>. In the </a:t>
            </a:r>
            <a:r>
              <a:rPr lang="en-US" sz="1200" b="1" dirty="0">
                <a:solidFill>
                  <a:schemeClr val="dk1"/>
                </a:solidFill>
                <a:latin typeface="Arial"/>
                <a:ea typeface="Arial"/>
                <a:cs typeface="Arial"/>
                <a:sym typeface="Arial"/>
              </a:rPr>
              <a:t>Paste Special </a:t>
            </a:r>
            <a:r>
              <a:rPr lang="en-US" sz="1200" dirty="0">
                <a:solidFill>
                  <a:schemeClr val="dk1"/>
                </a:solidFill>
                <a:latin typeface="Arial"/>
                <a:ea typeface="Arial"/>
                <a:cs typeface="Arial"/>
                <a:sym typeface="Arial"/>
              </a:rPr>
              <a:t>dialog box, select </a:t>
            </a:r>
            <a:r>
              <a:rPr lang="en-US" sz="1200" b="1" dirty="0">
                <a:solidFill>
                  <a:schemeClr val="dk1"/>
                </a:solidFill>
                <a:latin typeface="Arial"/>
                <a:ea typeface="Arial"/>
                <a:cs typeface="Arial"/>
                <a:sym typeface="Arial"/>
              </a:rPr>
              <a:t>Paste</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As</a:t>
            </a:r>
            <a:r>
              <a:rPr lang="en-US" sz="1200" dirty="0">
                <a:solidFill>
                  <a:schemeClr val="dk1"/>
                </a:solidFill>
                <a:latin typeface="Arial"/>
                <a:ea typeface="Arial"/>
                <a:cs typeface="Arial"/>
                <a:sym typeface="Arial"/>
              </a:rPr>
              <a:t>, select </a:t>
            </a:r>
            <a:r>
              <a:rPr lang="en-US" sz="1200" b="1" dirty="0">
                <a:solidFill>
                  <a:schemeClr val="dk1"/>
                </a:solidFill>
                <a:latin typeface="Arial"/>
                <a:ea typeface="Arial"/>
                <a:cs typeface="Arial"/>
                <a:sym typeface="Arial"/>
              </a:rPr>
              <a:t>Picture (PNG)</a:t>
            </a:r>
            <a:r>
              <a:rPr lang="en-US" sz="1200" dirty="0">
                <a:solidFill>
                  <a:schemeClr val="dk1"/>
                </a:solidFill>
                <a:latin typeface="Arial"/>
                <a:ea typeface="Arial"/>
                <a:cs typeface="Arial"/>
                <a:sym typeface="Arial"/>
              </a:rPr>
              <a:t>.</a:t>
            </a:r>
            <a:endParaRPr dirty="0"/>
          </a:p>
          <a:p>
            <a:pPr marL="228600" lvl="0" indent="-228600" algn="l" rtl="0">
              <a:spcBef>
                <a:spcPts val="0"/>
              </a:spcBef>
              <a:spcAft>
                <a:spcPts val="0"/>
              </a:spcAft>
              <a:buClr>
                <a:schemeClr val="dk1"/>
              </a:buClr>
              <a:buSzPts val="1200"/>
              <a:buFont typeface="Arial"/>
              <a:buAutoNum type="arabicPeriod"/>
            </a:pPr>
            <a:r>
              <a:rPr lang="en-US" dirty="0"/>
              <a:t>Select the picture. Under </a:t>
            </a:r>
            <a:r>
              <a:rPr lang="en-US" b="1" dirty="0"/>
              <a:t>Picture Tools</a:t>
            </a:r>
            <a:r>
              <a:rPr lang="en-US" dirty="0"/>
              <a:t>, on the </a:t>
            </a:r>
            <a:r>
              <a:rPr lang="en-US" b="1" dirty="0"/>
              <a:t>Format</a:t>
            </a:r>
            <a:r>
              <a:rPr lang="en-US" dirty="0"/>
              <a:t> tab, in the </a:t>
            </a:r>
            <a:r>
              <a:rPr lang="en-US" b="1" dirty="0"/>
              <a:t>Adjust</a:t>
            </a:r>
            <a:r>
              <a:rPr lang="en-US" dirty="0"/>
              <a:t> group, click </a:t>
            </a:r>
            <a:r>
              <a:rPr lang="en-US" b="1" dirty="0"/>
              <a:t>Artistic Effects</a:t>
            </a:r>
            <a:r>
              <a:rPr lang="en-US" dirty="0"/>
              <a:t>, and then click </a:t>
            </a:r>
            <a:r>
              <a:rPr lang="en-US" b="1" dirty="0"/>
              <a:t>Artistic Effects Options</a:t>
            </a:r>
            <a:r>
              <a:rPr lang="en-US" dirty="0"/>
              <a:t>. In the </a:t>
            </a:r>
            <a:r>
              <a:rPr lang="en-US" b="1" dirty="0"/>
              <a:t>Format</a:t>
            </a:r>
            <a:r>
              <a:rPr lang="en-US" dirty="0"/>
              <a:t> </a:t>
            </a:r>
            <a:r>
              <a:rPr lang="en-US" b="1" dirty="0"/>
              <a:t>Picture</a:t>
            </a:r>
            <a:r>
              <a:rPr lang="en-US" dirty="0"/>
              <a:t> 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and then click </a:t>
            </a:r>
            <a:r>
              <a:rPr lang="en-US" b="1" dirty="0"/>
              <a:t>Paint Brush </a:t>
            </a:r>
            <a:r>
              <a:rPr lang="en-US" dirty="0"/>
              <a:t>(second row).</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Artistic Effects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Transparency</a:t>
            </a:r>
            <a:r>
              <a:rPr lang="en-US" dirty="0"/>
              <a:t> box, enter </a:t>
            </a:r>
            <a:r>
              <a:rPr lang="en-US" b="1" dirty="0"/>
              <a:t>15%</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In the </a:t>
            </a:r>
            <a:r>
              <a:rPr lang="en-US" b="1" dirty="0"/>
              <a:t>Brush Size </a:t>
            </a:r>
            <a:r>
              <a:rPr lang="en-US" dirty="0"/>
              <a:t>box, enter </a:t>
            </a:r>
            <a:r>
              <a:rPr lang="en-US" b="1" dirty="0"/>
              <a:t>2</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Color </a:t>
            </a:r>
            <a:r>
              <a:rPr lang="en-US" dirty="0"/>
              <a:t>in the left pane, in the </a:t>
            </a:r>
            <a:r>
              <a:rPr lang="en-US" b="1" dirty="0"/>
              <a:t>Picture Color </a:t>
            </a:r>
            <a:r>
              <a:rPr lang="en-US" dirty="0"/>
              <a:t>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Saturation</a:t>
            </a:r>
            <a:r>
              <a:rPr lang="en-US" dirty="0"/>
              <a:t>, in the </a:t>
            </a:r>
            <a:r>
              <a:rPr lang="en-US" b="1" dirty="0"/>
              <a:t>Saturation</a:t>
            </a:r>
            <a:r>
              <a:rPr lang="en-US" dirty="0"/>
              <a:t> box, enter </a:t>
            </a:r>
            <a:r>
              <a:rPr lang="en-US" b="1" dirty="0"/>
              <a:t>200%</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Color Tone</a:t>
            </a:r>
            <a:r>
              <a:rPr lang="en-US" dirty="0"/>
              <a:t>, click the button next to </a:t>
            </a:r>
            <a:r>
              <a:rPr lang="en-US" b="1" dirty="0"/>
              <a:t>Presets</a:t>
            </a:r>
            <a:r>
              <a:rPr lang="en-US" dirty="0"/>
              <a:t> and then click </a:t>
            </a:r>
            <a:r>
              <a:rPr lang="en-US" b="1" dirty="0"/>
              <a:t>Temperature: 5,300 K</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Format Picture dialog box, click Picture Corrections in the left pane, in the Picture Corrections pane,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Sharpen and Soften</a:t>
            </a:r>
            <a:r>
              <a:rPr lang="en-US" dirty="0"/>
              <a:t>, in the box next to </a:t>
            </a:r>
            <a:r>
              <a:rPr lang="en-US" b="1" dirty="0"/>
              <a:t>Sharpen</a:t>
            </a:r>
            <a:r>
              <a:rPr lang="en-US" dirty="0"/>
              <a:t>, enter </a:t>
            </a:r>
            <a:r>
              <a:rPr lang="en-US" b="1" dirty="0"/>
              <a:t>-70%.</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Brightness and Contrast</a:t>
            </a:r>
            <a:r>
              <a:rPr lang="en-US" dirty="0"/>
              <a:t>, in the </a:t>
            </a:r>
            <a:r>
              <a:rPr lang="en-US" b="1" dirty="0"/>
              <a:t>Contrast</a:t>
            </a:r>
            <a:r>
              <a:rPr lang="en-US" dirty="0"/>
              <a:t> box, enter </a:t>
            </a:r>
            <a:r>
              <a:rPr lang="en-US" b="1" dirty="0"/>
              <a:t>-10%</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a:t>
            </a:r>
            <a:r>
              <a:rPr lang="en-US" b="1" dirty="0"/>
              <a:t>Arrange</a:t>
            </a:r>
            <a:r>
              <a:rPr lang="en-US" dirty="0"/>
              <a:t>, and then click </a:t>
            </a:r>
            <a:r>
              <a:rPr lang="en-US" b="1" dirty="0"/>
              <a:t>Send to Back</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second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dirty="0"/>
              <a:t>On the </a:t>
            </a:r>
            <a:r>
              <a:rPr lang="en-US" b="1" dirty="0"/>
              <a:t>Home</a:t>
            </a:r>
            <a:r>
              <a:rPr lang="en-US" dirty="0"/>
              <a:t> tab, in the </a:t>
            </a:r>
            <a:r>
              <a:rPr lang="en-US" b="1" dirty="0"/>
              <a:t>Drawing</a:t>
            </a:r>
            <a:r>
              <a:rPr lang="en-US" dirty="0"/>
              <a:t> group, click the button next to </a:t>
            </a:r>
            <a:r>
              <a:rPr lang="en-US" b="1" dirty="0"/>
              <a:t>Shapes</a:t>
            </a:r>
            <a:r>
              <a:rPr lang="en-US" dirty="0"/>
              <a:t>, and then under </a:t>
            </a:r>
            <a:r>
              <a:rPr lang="en-US" b="1" dirty="0"/>
              <a:t>Rectangles</a:t>
            </a:r>
            <a:r>
              <a:rPr lang="en-US" dirty="0"/>
              <a:t> click </a:t>
            </a:r>
            <a:r>
              <a:rPr lang="en-US" b="1" dirty="0"/>
              <a:t>Rectangle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Under </a:t>
            </a:r>
            <a:r>
              <a:rPr lang="en-US" b="1" dirty="0"/>
              <a:t>Drawing Tools</a:t>
            </a:r>
            <a:r>
              <a:rPr lang="en-US" dirty="0"/>
              <a:t>, on the </a:t>
            </a:r>
            <a:r>
              <a:rPr lang="en-US" b="1" dirty="0"/>
              <a:t>Format</a:t>
            </a:r>
            <a:r>
              <a:rPr lang="en-US" dirty="0"/>
              <a:t> tab, in the </a:t>
            </a:r>
            <a:r>
              <a:rPr lang="en-US" b="1" dirty="0"/>
              <a:t>Shape Styles </a:t>
            </a:r>
            <a:r>
              <a:rPr lang="en-US" dirty="0"/>
              <a:t>group, click the </a:t>
            </a:r>
            <a:r>
              <a:rPr lang="en-US" b="1" dirty="0"/>
              <a:t>Format Shape </a:t>
            </a:r>
            <a:r>
              <a:rPr lang="en-US" dirty="0"/>
              <a:t>dialog box launcher. In the </a:t>
            </a:r>
            <a:r>
              <a:rPr lang="en-US" b="1" dirty="0"/>
              <a:t>Format Shape </a:t>
            </a:r>
            <a:r>
              <a:rPr lang="en-US" dirty="0"/>
              <a:t>dialog box, click </a:t>
            </a:r>
            <a:r>
              <a:rPr lang="en-US" b="1" dirty="0"/>
              <a:t>Fill</a:t>
            </a:r>
            <a:r>
              <a:rPr lang="en-US" dirty="0"/>
              <a:t> in the left pane, in the </a:t>
            </a:r>
            <a:r>
              <a:rPr lang="en-US" b="1" dirty="0"/>
              <a:t>Fill</a:t>
            </a:r>
            <a:r>
              <a:rPr lang="en-US" dirty="0"/>
              <a:t> pane, click </a:t>
            </a:r>
            <a:r>
              <a:rPr lang="en-US" b="1" dirty="0"/>
              <a:t>Gradient fill</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Type</a:t>
            </a:r>
            <a:r>
              <a:rPr lang="en-US" dirty="0"/>
              <a:t> list, select </a:t>
            </a:r>
            <a:r>
              <a:rPr lang="en-US" b="1" dirty="0"/>
              <a:t>Linear</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In the </a:t>
            </a:r>
            <a:r>
              <a:rPr lang="en-US" b="1" dirty="0"/>
              <a:t>Angle</a:t>
            </a:r>
            <a:r>
              <a:rPr lang="en-US" dirty="0"/>
              <a:t> box, enter </a:t>
            </a:r>
            <a:r>
              <a:rPr lang="en-US" b="1" dirty="0"/>
              <a:t>160°</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sz="1200" dirty="0">
                <a:solidFill>
                  <a:schemeClr val="dk1"/>
                </a:solidFill>
                <a:latin typeface="Arial"/>
                <a:ea typeface="Arial"/>
                <a:cs typeface="Arial"/>
                <a:sym typeface="Arial"/>
              </a:rPr>
              <a:t>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Add gradient stop</a:t>
            </a:r>
            <a:r>
              <a:rPr lang="en-US" sz="1200" dirty="0">
                <a:solidFill>
                  <a:schemeClr val="dk1"/>
                </a:solidFill>
                <a:latin typeface="Arial"/>
                <a:ea typeface="Arial"/>
                <a:cs typeface="Arial"/>
                <a:sym typeface="Arial"/>
              </a:rPr>
              <a:t> or </a:t>
            </a:r>
            <a:r>
              <a:rPr lang="en-US" sz="1200" b="1" dirty="0">
                <a:solidFill>
                  <a:schemeClr val="dk1"/>
                </a:solidFill>
                <a:latin typeface="Arial"/>
                <a:ea typeface="Arial"/>
                <a:cs typeface="Arial"/>
                <a:sym typeface="Arial"/>
              </a:rPr>
              <a:t>Remove gradient stop</a:t>
            </a:r>
            <a:r>
              <a:rPr lang="en-US" sz="1200" dirty="0">
                <a:solidFill>
                  <a:schemeClr val="dk1"/>
                </a:solidFill>
                <a:latin typeface="Arial"/>
                <a:ea typeface="Arial"/>
                <a:cs typeface="Arial"/>
                <a:sym typeface="Arial"/>
              </a:rPr>
              <a:t> until four stops appear in the slider.</a:t>
            </a:r>
            <a:endParaRPr dirty="0"/>
          </a:p>
          <a:p>
            <a:pPr marL="228600" lvl="0" indent="-228600" algn="l" rtl="0">
              <a:spcBef>
                <a:spcPts val="0"/>
              </a:spcBef>
              <a:spcAft>
                <a:spcPts val="0"/>
              </a:spcAft>
              <a:buClr>
                <a:schemeClr val="dk1"/>
              </a:buClr>
              <a:buSzPts val="1200"/>
              <a:buFont typeface="Arial"/>
              <a:buAutoNum type="arabicPeriod"/>
            </a:pPr>
            <a:r>
              <a:rPr lang="en-US" sz="1200" dirty="0">
                <a:solidFill>
                  <a:schemeClr val="dk1"/>
                </a:solidFill>
                <a:latin typeface="Arial"/>
                <a:ea typeface="Arial"/>
                <a:cs typeface="Arial"/>
                <a:sym typeface="Arial"/>
              </a:rPr>
              <a:t>Also under </a:t>
            </a:r>
            <a:r>
              <a:rPr lang="en-US" sz="1200" b="1" dirty="0">
                <a:solidFill>
                  <a:schemeClr val="dk1"/>
                </a:solidFill>
                <a:latin typeface="Arial"/>
                <a:ea typeface="Arial"/>
                <a:cs typeface="Arial"/>
                <a:sym typeface="Arial"/>
              </a:rPr>
              <a:t>Gradient stops</a:t>
            </a:r>
            <a:r>
              <a:rPr lang="en-US" sz="1200" dirty="0">
                <a:solidFill>
                  <a:schemeClr val="dk1"/>
                </a:solidFill>
                <a:latin typeface="Arial"/>
                <a:ea typeface="Arial"/>
                <a:cs typeface="Arial"/>
                <a:sym typeface="Arial"/>
              </a:rPr>
              <a:t>, customize the gradient stops as follows:</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first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and then under </a:t>
            </a:r>
            <a:r>
              <a:rPr lang="en-US" sz="1200" b="1" dirty="0">
                <a:solidFill>
                  <a:schemeClr val="dk1"/>
                </a:solidFill>
                <a:latin typeface="Arial"/>
                <a:ea typeface="Arial"/>
                <a:cs typeface="Arial"/>
                <a:sym typeface="Arial"/>
              </a:rPr>
              <a:t>Theme Colors</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Black, Text 1 </a:t>
            </a:r>
            <a:r>
              <a:rPr lang="en-US" sz="1200" dirty="0">
                <a:solidFill>
                  <a:schemeClr val="dk1"/>
                </a:solidFill>
                <a:latin typeface="Arial"/>
                <a:ea typeface="Arial"/>
                <a:cs typeface="Arial"/>
                <a:sym typeface="Arial"/>
              </a:rPr>
              <a:t>(first row).</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29%</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36</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25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15</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 </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next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68%</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104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71</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34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68%</a:t>
            </a:r>
            <a:endParaRPr dirty="0"/>
          </a:p>
          <a:p>
            <a:pPr marL="628650" lvl="1"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Select the last stop in the slider, and then do the following: </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Position </a:t>
            </a:r>
            <a:r>
              <a:rPr lang="en-US" sz="1200" dirty="0">
                <a:solidFill>
                  <a:schemeClr val="dk1"/>
                </a:solidFill>
                <a:latin typeface="Arial"/>
                <a:ea typeface="Arial"/>
                <a:cs typeface="Arial"/>
                <a:sym typeface="Arial"/>
              </a:rPr>
              <a:t>box, enter </a:t>
            </a:r>
            <a:r>
              <a:rPr lang="en-US" sz="1200" b="1" dirty="0">
                <a:solidFill>
                  <a:schemeClr val="dk1"/>
                </a:solidFill>
                <a:latin typeface="Arial"/>
                <a:ea typeface="Arial"/>
                <a:cs typeface="Arial"/>
                <a:sym typeface="Arial"/>
              </a:rPr>
              <a:t>100%</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Click the button next to </a:t>
            </a:r>
            <a:r>
              <a:rPr lang="en-US" sz="1200" b="1" dirty="0">
                <a:solidFill>
                  <a:schemeClr val="dk1"/>
                </a:solidFill>
                <a:latin typeface="Arial"/>
                <a:ea typeface="Arial"/>
                <a:cs typeface="Arial"/>
                <a:sym typeface="Arial"/>
              </a:rPr>
              <a:t>Color</a:t>
            </a:r>
            <a:r>
              <a:rPr lang="en-US" sz="1200" dirty="0">
                <a:solidFill>
                  <a:schemeClr val="dk1"/>
                </a:solidFill>
                <a:latin typeface="Arial"/>
                <a:ea typeface="Arial"/>
                <a:cs typeface="Arial"/>
                <a:sym typeface="Arial"/>
              </a:rPr>
              <a:t>, click </a:t>
            </a:r>
            <a:r>
              <a:rPr lang="en-US" sz="1200" b="1" dirty="0">
                <a:solidFill>
                  <a:schemeClr val="dk1"/>
                </a:solidFill>
                <a:latin typeface="Arial"/>
                <a:ea typeface="Arial"/>
                <a:cs typeface="Arial"/>
                <a:sym typeface="Arial"/>
              </a:rPr>
              <a:t>More Colors</a:t>
            </a:r>
            <a:r>
              <a:rPr lang="en-US" sz="1200" dirty="0">
                <a:solidFill>
                  <a:schemeClr val="dk1"/>
                </a:solidFill>
                <a:latin typeface="Arial"/>
                <a:ea typeface="Arial"/>
                <a:cs typeface="Arial"/>
                <a:sym typeface="Arial"/>
              </a:rPr>
              <a:t>, and then in the </a:t>
            </a:r>
            <a:r>
              <a:rPr lang="en-US" sz="1200" b="1" dirty="0">
                <a:solidFill>
                  <a:schemeClr val="dk1"/>
                </a:solidFill>
                <a:latin typeface="Arial"/>
                <a:ea typeface="Arial"/>
                <a:cs typeface="Arial"/>
                <a:sym typeface="Arial"/>
              </a:rPr>
              <a:t>Colors</a:t>
            </a:r>
            <a:r>
              <a:rPr lang="en-US" sz="1200" dirty="0">
                <a:solidFill>
                  <a:schemeClr val="dk1"/>
                </a:solidFill>
                <a:latin typeface="Arial"/>
                <a:ea typeface="Arial"/>
                <a:cs typeface="Arial"/>
                <a:sym typeface="Arial"/>
              </a:rPr>
              <a:t> dialog box, on the </a:t>
            </a:r>
            <a:r>
              <a:rPr lang="en-US" sz="1200" b="1" dirty="0">
                <a:solidFill>
                  <a:schemeClr val="dk1"/>
                </a:solidFill>
                <a:latin typeface="Arial"/>
                <a:ea typeface="Arial"/>
                <a:cs typeface="Arial"/>
                <a:sym typeface="Arial"/>
              </a:rPr>
              <a:t>Custom</a:t>
            </a:r>
            <a:r>
              <a:rPr lang="en-US" sz="1200" dirty="0">
                <a:solidFill>
                  <a:schemeClr val="dk1"/>
                </a:solidFill>
                <a:latin typeface="Arial"/>
                <a:ea typeface="Arial"/>
                <a:cs typeface="Arial"/>
                <a:sym typeface="Arial"/>
              </a:rPr>
              <a:t> tab, enter values for Red: </a:t>
            </a:r>
            <a:r>
              <a:rPr lang="en-US" sz="1200" b="1" dirty="0">
                <a:solidFill>
                  <a:schemeClr val="dk1"/>
                </a:solidFill>
                <a:latin typeface="Arial"/>
                <a:ea typeface="Arial"/>
                <a:cs typeface="Arial"/>
                <a:sym typeface="Arial"/>
              </a:rPr>
              <a:t>84</a:t>
            </a:r>
            <a:r>
              <a:rPr lang="en-US" sz="1200" dirty="0">
                <a:solidFill>
                  <a:schemeClr val="dk1"/>
                </a:solidFill>
                <a:latin typeface="Arial"/>
                <a:ea typeface="Arial"/>
                <a:cs typeface="Arial"/>
                <a:sym typeface="Arial"/>
              </a:rPr>
              <a:t>, Green: </a:t>
            </a:r>
            <a:r>
              <a:rPr lang="en-US" sz="1200" b="1" dirty="0">
                <a:solidFill>
                  <a:schemeClr val="dk1"/>
                </a:solidFill>
                <a:latin typeface="Arial"/>
                <a:ea typeface="Arial"/>
                <a:cs typeface="Arial"/>
                <a:sym typeface="Arial"/>
              </a:rPr>
              <a:t>65</a:t>
            </a:r>
            <a:r>
              <a:rPr lang="en-US" sz="1200" dirty="0">
                <a:solidFill>
                  <a:schemeClr val="dk1"/>
                </a:solidFill>
                <a:latin typeface="Arial"/>
                <a:ea typeface="Arial"/>
                <a:cs typeface="Arial"/>
                <a:sym typeface="Arial"/>
              </a:rPr>
              <a:t>, and Blue: </a:t>
            </a:r>
            <a:r>
              <a:rPr lang="en-US" sz="1200" b="1" dirty="0">
                <a:solidFill>
                  <a:schemeClr val="dk1"/>
                </a:solidFill>
                <a:latin typeface="Arial"/>
                <a:ea typeface="Arial"/>
                <a:cs typeface="Arial"/>
                <a:sym typeface="Arial"/>
              </a:rPr>
              <a:t>54</a:t>
            </a:r>
            <a:r>
              <a:rPr lang="en-US" sz="1200" dirty="0">
                <a:solidFill>
                  <a:schemeClr val="dk1"/>
                </a:solidFill>
                <a:latin typeface="Arial"/>
                <a:ea typeface="Arial"/>
                <a:cs typeface="Arial"/>
                <a:sym typeface="Arial"/>
              </a:rPr>
              <a:t>.</a:t>
            </a:r>
            <a:endParaRPr dirty="0"/>
          </a:p>
          <a:p>
            <a:pPr marL="1085850" lvl="2" indent="-171450" algn="l" rtl="0">
              <a:spcBef>
                <a:spcPts val="0"/>
              </a:spcBef>
              <a:spcAft>
                <a:spcPts val="0"/>
              </a:spcAft>
              <a:buClr>
                <a:schemeClr val="dk1"/>
              </a:buClr>
              <a:buSzPts val="1200"/>
              <a:buFont typeface="Arial"/>
              <a:buChar char="•"/>
            </a:pPr>
            <a:r>
              <a:rPr lang="en-US" sz="1200" dirty="0">
                <a:solidFill>
                  <a:schemeClr val="dk1"/>
                </a:solidFill>
                <a:latin typeface="Arial"/>
                <a:ea typeface="Arial"/>
                <a:cs typeface="Arial"/>
                <a:sym typeface="Arial"/>
              </a:rPr>
              <a:t>In the </a:t>
            </a:r>
            <a:r>
              <a:rPr lang="en-US" sz="1200" b="1" dirty="0">
                <a:solidFill>
                  <a:schemeClr val="dk1"/>
                </a:solidFill>
                <a:latin typeface="Arial"/>
                <a:ea typeface="Arial"/>
                <a:cs typeface="Arial"/>
                <a:sym typeface="Arial"/>
              </a:rPr>
              <a:t>Transparency</a:t>
            </a:r>
            <a:r>
              <a:rPr lang="en-US" sz="1200" dirty="0">
                <a:solidFill>
                  <a:schemeClr val="dk1"/>
                </a:solidFill>
                <a:latin typeface="Arial"/>
                <a:ea typeface="Arial"/>
                <a:cs typeface="Arial"/>
                <a:sym typeface="Arial"/>
              </a:rPr>
              <a:t> box, enter </a:t>
            </a:r>
            <a:r>
              <a:rPr lang="en-US" sz="1200" b="1" dirty="0">
                <a:solidFill>
                  <a:schemeClr val="dk1"/>
                </a:solidFill>
                <a:latin typeface="Arial"/>
                <a:ea typeface="Arial"/>
                <a:cs typeface="Arial"/>
                <a:sym typeface="Arial"/>
              </a:rPr>
              <a:t>37%</a:t>
            </a:r>
            <a:r>
              <a:rPr lang="en-US" sz="1200" dirty="0">
                <a:solidFill>
                  <a:schemeClr val="dk1"/>
                </a:solidFill>
                <a:latin typeface="Arial"/>
                <a:ea typeface="Arial"/>
                <a:cs typeface="Arial"/>
                <a:sym typeface="Arial"/>
              </a:rPr>
              <a:t>. </a:t>
            </a:r>
            <a:endParaRPr dirty="0"/>
          </a:p>
          <a:p>
            <a:pPr marL="228600" lvl="0" indent="-228600" algn="l" rtl="0">
              <a:spcBef>
                <a:spcPts val="0"/>
              </a:spcBef>
              <a:spcAft>
                <a:spcPts val="0"/>
              </a:spcAft>
              <a:buClr>
                <a:schemeClr val="dk1"/>
              </a:buClr>
              <a:buSzPts val="1200"/>
              <a:buFont typeface="Arial"/>
              <a:buAutoNum type="arabicPeriod" startAt="5"/>
            </a:pPr>
            <a:r>
              <a:rPr lang="en-US" b="0" dirty="0"/>
              <a:t>Also in the </a:t>
            </a:r>
            <a:r>
              <a:rPr lang="en-US" b="1" dirty="0"/>
              <a:t>Format Shape </a:t>
            </a:r>
            <a:r>
              <a:rPr lang="en-US" b="0" dirty="0"/>
              <a:t>dialog box, click </a:t>
            </a:r>
            <a:r>
              <a:rPr lang="en-US" b="1" dirty="0"/>
              <a:t>Line Color </a:t>
            </a:r>
            <a:r>
              <a:rPr lang="en-US" b="0" dirty="0"/>
              <a:t>in the left pane, in the </a:t>
            </a:r>
            <a:r>
              <a:rPr lang="en-US" b="1" dirty="0"/>
              <a:t>Line Color </a:t>
            </a:r>
            <a:r>
              <a:rPr lang="en-US" b="0" dirty="0"/>
              <a:t>pane, select </a:t>
            </a:r>
            <a:r>
              <a:rPr lang="en-US" b="1" dirty="0"/>
              <a:t>No line</a:t>
            </a:r>
            <a:r>
              <a:rPr lang="en-US" b="0"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startAt="5"/>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b="0" dirty="0"/>
          </a:p>
          <a:p>
            <a:pPr marL="228600" lvl="0" indent="-228600" algn="l" rtl="0">
              <a:spcBef>
                <a:spcPts val="0"/>
              </a:spcBef>
              <a:spcAft>
                <a:spcPts val="0"/>
              </a:spcAft>
              <a:buClr>
                <a:schemeClr val="dk1"/>
              </a:buClr>
              <a:buSzPts val="1200"/>
              <a:buFont typeface="Arial"/>
              <a:buAutoNum type="arabicPeriod" startAt="5"/>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endParaRPr b="1" dirty="0"/>
          </a:p>
          <a:p>
            <a:pPr marL="0" lvl="0" indent="0" algn="l" rtl="0">
              <a:spcBef>
                <a:spcPts val="0"/>
              </a:spcBef>
              <a:spcAft>
                <a:spcPts val="0"/>
              </a:spcAft>
              <a:buClr>
                <a:schemeClr val="dk1"/>
              </a:buClr>
              <a:buSzPts val="1200"/>
              <a:buFont typeface="Arial"/>
              <a:buNone/>
            </a:pPr>
            <a:r>
              <a:rPr lang="en-US" b="0" dirty="0"/>
              <a:t>To reproduce the third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the button next to </a:t>
            </a:r>
            <a:r>
              <a:rPr lang="en-US" b="1" dirty="0"/>
              <a:t>Texture</a:t>
            </a:r>
            <a:r>
              <a:rPr lang="en-US" dirty="0"/>
              <a:t>, and then click </a:t>
            </a:r>
            <a:r>
              <a:rPr lang="en-US" b="1" dirty="0"/>
              <a:t>Cork </a:t>
            </a:r>
            <a:r>
              <a:rPr lang="en-US" dirty="0"/>
              <a:t>(fifth row).</a:t>
            </a:r>
            <a:endParaRPr dirty="0"/>
          </a:p>
          <a:p>
            <a:pPr marL="685800" lvl="1" indent="-228600" algn="l" rtl="0">
              <a:spcBef>
                <a:spcPts val="0"/>
              </a:spcBef>
              <a:spcAft>
                <a:spcPts val="0"/>
              </a:spcAft>
              <a:buClr>
                <a:schemeClr val="dk1"/>
              </a:buClr>
              <a:buSzPts val="1200"/>
              <a:buFont typeface="Arial"/>
              <a:buAutoNum type="arabicPeriod"/>
            </a:pPr>
            <a:r>
              <a:rPr lang="en-US" dirty="0"/>
              <a:t>Clear the </a:t>
            </a:r>
            <a:r>
              <a:rPr lang="en-US" b="1" dirty="0"/>
              <a:t>Tile picture as texture </a:t>
            </a:r>
            <a:r>
              <a:rPr lang="en-US" dirty="0"/>
              <a:t>check box.</a:t>
            </a:r>
            <a:endParaRPr dirty="0"/>
          </a:p>
          <a:p>
            <a:pPr marL="685800" lvl="1" indent="-228600" algn="l" rtl="0">
              <a:spcBef>
                <a:spcPts val="0"/>
              </a:spcBef>
              <a:spcAft>
                <a:spcPts val="0"/>
              </a:spcAft>
              <a:buClr>
                <a:schemeClr val="dk1"/>
              </a:buClr>
              <a:buSzPts val="1200"/>
              <a:buFont typeface="Arial"/>
              <a:buAutoNum type="arabicPeriod"/>
            </a:pPr>
            <a:r>
              <a:rPr lang="en-US" dirty="0"/>
              <a:t>Under </a:t>
            </a:r>
            <a:r>
              <a:rPr lang="en-US" b="1" dirty="0"/>
              <a:t>Stretch options</a:t>
            </a:r>
            <a:r>
              <a:rPr lang="en-US" dirty="0"/>
              <a:t>, in the </a:t>
            </a:r>
            <a:r>
              <a:rPr lang="en-US" b="1" dirty="0"/>
              <a:t>Transparency</a:t>
            </a:r>
            <a:r>
              <a:rPr lang="en-US" dirty="0"/>
              <a:t> box, enter </a:t>
            </a:r>
            <a:r>
              <a:rPr lang="en-US" b="1" dirty="0"/>
              <a:t>84%</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Paint Brush </a:t>
            </a:r>
            <a:r>
              <a:rPr lang="en-US" dirty="0"/>
              <a:t>(second row), and then in the </a:t>
            </a:r>
            <a:r>
              <a:rPr lang="en-US" b="1" dirty="0"/>
              <a:t>Brush Size </a:t>
            </a:r>
            <a:r>
              <a:rPr lang="en-US" dirty="0"/>
              <a:t>box, enter </a:t>
            </a:r>
            <a:r>
              <a:rPr lang="en-US" b="1" dirty="0"/>
              <a:t>1</a:t>
            </a:r>
            <a:r>
              <a:rPr lang="en-US" dirty="0"/>
              <a:t>.</a:t>
            </a:r>
            <a:endParaRPr dirty="0"/>
          </a:p>
          <a:p>
            <a:pPr marL="228600" lvl="0" indent="-228600" algn="l" rtl="0">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enter </a:t>
            </a:r>
            <a:r>
              <a:rPr lang="en-US" b="1" dirty="0"/>
              <a:t>1% </a:t>
            </a:r>
            <a:r>
              <a:rPr lang="en-US" dirty="0"/>
              <a:t>in the </a:t>
            </a:r>
            <a:r>
              <a:rPr lang="en-US" b="1" dirty="0"/>
              <a:t>Brightness</a:t>
            </a:r>
            <a:r>
              <a:rPr lang="en-US" dirty="0"/>
              <a:t> box and </a:t>
            </a:r>
            <a:r>
              <a:rPr lang="en-US" b="1" dirty="0"/>
              <a:t>26%</a:t>
            </a:r>
            <a:r>
              <a:rPr lang="en-US" dirty="0"/>
              <a:t> in the </a:t>
            </a:r>
            <a:r>
              <a:rPr lang="en-US" b="1" dirty="0"/>
              <a:t>Contrast</a:t>
            </a:r>
            <a:r>
              <a:rPr lang="en-US" dirty="0"/>
              <a:t> box.</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endParaRPr dirty="0"/>
          </a:p>
          <a:p>
            <a:pPr marL="0" lvl="0" indent="0" algn="l" rtl="0">
              <a:spcBef>
                <a:spcPts val="0"/>
              </a:spcBef>
              <a:spcAft>
                <a:spcPts val="0"/>
              </a:spcAft>
              <a:buClr>
                <a:schemeClr val="dk1"/>
              </a:buClr>
              <a:buSzPts val="1200"/>
              <a:buFont typeface="Arial"/>
              <a:buNone/>
            </a:pPr>
            <a:r>
              <a:rPr lang="en-US" dirty="0"/>
              <a:t>To reproduce the fourth background layer on this slide, do the following:</a:t>
            </a:r>
            <a:endParaRPr dirty="0"/>
          </a:p>
          <a:p>
            <a:pPr marL="228600" lvl="0" indent="-228600" algn="l" rtl="0">
              <a:spcBef>
                <a:spcPts val="0"/>
              </a:spcBef>
              <a:spcAft>
                <a:spcPts val="0"/>
              </a:spcAft>
              <a:buClr>
                <a:schemeClr val="dk1"/>
              </a:buClr>
              <a:buSzPts val="1200"/>
              <a:buFont typeface="Arial"/>
              <a:buAutoNum type="arabicPeriod"/>
            </a:pPr>
            <a:r>
              <a:rPr lang="en-US" b="0" dirty="0"/>
              <a:t>On the </a:t>
            </a:r>
            <a:r>
              <a:rPr lang="en-US" b="1" dirty="0"/>
              <a:t>Home</a:t>
            </a:r>
            <a:r>
              <a:rPr lang="en-US" b="0" dirty="0"/>
              <a:t> tab, in the </a:t>
            </a:r>
            <a:r>
              <a:rPr lang="en-US" b="1" dirty="0"/>
              <a:t>Drawing</a:t>
            </a:r>
            <a:r>
              <a:rPr lang="en-US" b="0" dirty="0"/>
              <a:t> group, click </a:t>
            </a:r>
            <a:r>
              <a:rPr lang="en-US" b="1" dirty="0"/>
              <a:t>Shapes</a:t>
            </a:r>
            <a:r>
              <a:rPr lang="en-US" b="0" dirty="0"/>
              <a:t>, and then under </a:t>
            </a:r>
            <a:r>
              <a:rPr lang="en-US" b="1" dirty="0"/>
              <a:t>Rectangles</a:t>
            </a:r>
            <a:r>
              <a:rPr lang="en-US" b="0" dirty="0"/>
              <a:t> click </a:t>
            </a:r>
            <a:r>
              <a:rPr lang="en-US" b="1" dirty="0"/>
              <a:t>Rectangle</a:t>
            </a:r>
            <a:r>
              <a:rPr lang="en-US" b="0" dirty="0"/>
              <a:t>.</a:t>
            </a:r>
            <a:endParaRPr dirty="0"/>
          </a:p>
          <a:p>
            <a:pPr marL="228600" lvl="0" indent="-228600" algn="l" rtl="0">
              <a:spcBef>
                <a:spcPts val="0"/>
              </a:spcBef>
              <a:spcAft>
                <a:spcPts val="0"/>
              </a:spcAft>
              <a:buClr>
                <a:schemeClr val="dk1"/>
              </a:buClr>
              <a:buSzPts val="1200"/>
              <a:buFont typeface="Arial"/>
              <a:buAutoNum type="arabicPeriod"/>
            </a:pPr>
            <a:r>
              <a:rPr lang="en-US" b="0" dirty="0"/>
              <a:t>On the slide, drag to draw a rectangle.</a:t>
            </a:r>
            <a:endParaRPr dirty="0"/>
          </a:p>
          <a:p>
            <a:pPr marL="228600" lvl="0" indent="-228600" algn="l" rtl="0">
              <a:spcBef>
                <a:spcPts val="0"/>
              </a:spcBef>
              <a:spcAft>
                <a:spcPts val="0"/>
              </a:spcAft>
              <a:buClr>
                <a:schemeClr val="dk1"/>
              </a:buClr>
              <a:buSzPts val="1200"/>
              <a:buFont typeface="Arial"/>
              <a:buAutoNum type="arabicPeriod"/>
            </a:pPr>
            <a:r>
              <a:rPr lang="en-US" b="0" dirty="0"/>
              <a:t>Select the rectangle. Under </a:t>
            </a:r>
            <a:r>
              <a:rPr lang="en-US" b="1" dirty="0"/>
              <a:t>Drawing Tools</a:t>
            </a:r>
            <a:r>
              <a:rPr lang="en-US" b="0" dirty="0"/>
              <a:t>, on the </a:t>
            </a:r>
            <a:r>
              <a:rPr lang="en-US" b="1" dirty="0"/>
              <a:t>Format</a:t>
            </a:r>
            <a:r>
              <a:rPr lang="en-US" b="0" dirty="0"/>
              <a:t> tab, in the </a:t>
            </a:r>
            <a:r>
              <a:rPr lang="en-US" b="1" dirty="0"/>
              <a:t>Shape Styles </a:t>
            </a:r>
            <a:r>
              <a:rPr lang="en-US" b="0" dirty="0"/>
              <a:t>group, click the </a:t>
            </a:r>
            <a:r>
              <a:rPr lang="en-US" b="1" dirty="0"/>
              <a:t>Format Shape </a:t>
            </a:r>
            <a:r>
              <a:rPr lang="en-US" b="0" dirty="0"/>
              <a:t>dialog box. In the </a:t>
            </a:r>
            <a:r>
              <a:rPr lang="en-US" b="1" dirty="0"/>
              <a:t>Format Shape </a:t>
            </a:r>
            <a:r>
              <a:rPr lang="en-US" b="0" dirty="0"/>
              <a:t>dialog box, click </a:t>
            </a:r>
            <a:r>
              <a:rPr lang="en-US" b="1" dirty="0"/>
              <a:t>Fill</a:t>
            </a:r>
            <a:r>
              <a:rPr lang="en-US" b="0" dirty="0"/>
              <a:t> in the left pane, in the </a:t>
            </a:r>
            <a:r>
              <a:rPr lang="en-US" b="1" dirty="0"/>
              <a:t>Fill</a:t>
            </a:r>
            <a:r>
              <a:rPr lang="en-US" b="0" dirty="0"/>
              <a:t> pane, select </a:t>
            </a:r>
            <a:r>
              <a:rPr lang="en-US" b="1" dirty="0"/>
              <a:t>Picture or texture fill</a:t>
            </a:r>
            <a:r>
              <a:rPr lang="en-US" b="0"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the button next to </a:t>
            </a:r>
            <a:r>
              <a:rPr lang="en-US" b="1" dirty="0"/>
              <a:t>Texture</a:t>
            </a:r>
            <a:r>
              <a:rPr lang="en-US" dirty="0"/>
              <a:t>, and then click </a:t>
            </a:r>
            <a:r>
              <a:rPr lang="en-US" b="1" dirty="0"/>
              <a:t>Granite </a:t>
            </a:r>
            <a:r>
              <a:rPr lang="en-US" dirty="0"/>
              <a:t>(third row).</a:t>
            </a:r>
            <a:endParaRPr dirty="0"/>
          </a:p>
          <a:p>
            <a:pPr marL="685800" lvl="1" indent="-228600" algn="l" rtl="0">
              <a:spcBef>
                <a:spcPts val="0"/>
              </a:spcBef>
              <a:spcAft>
                <a:spcPts val="0"/>
              </a:spcAft>
              <a:buClr>
                <a:schemeClr val="dk1"/>
              </a:buClr>
              <a:buSzPts val="1200"/>
              <a:buFont typeface="Arial"/>
              <a:buAutoNum type="arabicPeriod" startAt="2"/>
            </a:pPr>
            <a:r>
              <a:rPr lang="en-US" dirty="0"/>
              <a:t>Under </a:t>
            </a:r>
            <a:r>
              <a:rPr lang="en-US" b="1" dirty="0"/>
              <a:t>Tiling options</a:t>
            </a:r>
            <a:r>
              <a:rPr lang="en-US" dirty="0"/>
              <a:t>, in the </a:t>
            </a:r>
            <a:r>
              <a:rPr lang="en-US" b="1" dirty="0"/>
              <a:t>Transparency</a:t>
            </a:r>
            <a:r>
              <a:rPr lang="en-US" dirty="0"/>
              <a:t> box, enter </a:t>
            </a:r>
            <a:r>
              <a:rPr lang="en-US" b="1" dirty="0"/>
              <a:t>90%</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a:t>
            </a:r>
            <a:r>
              <a:rPr lang="en-US" dirty="0"/>
              <a:t> </a:t>
            </a:r>
            <a:r>
              <a:rPr lang="en-US" b="1" dirty="0"/>
              <a:t>Picture</a:t>
            </a:r>
            <a:r>
              <a:rPr lang="en-US" dirty="0"/>
              <a:t> dialog box, click </a:t>
            </a:r>
            <a:r>
              <a:rPr lang="en-US" b="1" dirty="0"/>
              <a:t>Line</a:t>
            </a:r>
            <a:r>
              <a:rPr lang="en-US" dirty="0"/>
              <a:t> </a:t>
            </a:r>
            <a:r>
              <a:rPr lang="en-US" b="1" dirty="0"/>
              <a:t>Color</a:t>
            </a:r>
            <a:r>
              <a:rPr lang="en-US" dirty="0"/>
              <a:t> in the left pane, in the </a:t>
            </a:r>
            <a:r>
              <a:rPr lang="en-US" b="1" dirty="0"/>
              <a:t>Line Color </a:t>
            </a:r>
            <a:r>
              <a:rPr lang="en-US" dirty="0"/>
              <a:t>pane, select </a:t>
            </a:r>
            <a:r>
              <a:rPr lang="en-US" b="1" dirty="0"/>
              <a:t>No line</a:t>
            </a:r>
            <a:r>
              <a:rPr lang="en-US" dirty="0"/>
              <a:t>.</a:t>
            </a:r>
            <a:endParaRPr b="1"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Artistic Effects </a:t>
            </a:r>
            <a:r>
              <a:rPr lang="en-US" dirty="0"/>
              <a:t>in the left pane, in the </a:t>
            </a:r>
            <a:r>
              <a:rPr lang="en-US" b="1" dirty="0"/>
              <a:t>Artistic Effects </a:t>
            </a:r>
            <a:r>
              <a:rPr lang="en-US" dirty="0"/>
              <a:t>pane, click the button next to </a:t>
            </a:r>
            <a:r>
              <a:rPr lang="en-US" b="1" dirty="0"/>
              <a:t>Artistic Effect</a:t>
            </a:r>
            <a:r>
              <a:rPr lang="en-US" dirty="0"/>
              <a:t>, click </a:t>
            </a:r>
            <a:r>
              <a:rPr lang="en-US" b="1" dirty="0"/>
              <a:t>Photocopy</a:t>
            </a:r>
            <a:r>
              <a:rPr lang="en-US" dirty="0"/>
              <a:t> (fifth row), and then do the following:</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Transparency</a:t>
            </a:r>
            <a:r>
              <a:rPr lang="en-US" dirty="0"/>
              <a:t> box, enter </a:t>
            </a:r>
            <a:r>
              <a:rPr lang="en-US" b="1" dirty="0"/>
              <a:t>94%</a:t>
            </a:r>
            <a:r>
              <a:rPr lang="en-US" dirty="0"/>
              <a:t>.</a:t>
            </a:r>
            <a:endParaRPr dirty="0"/>
          </a:p>
          <a:p>
            <a:pPr marL="685800" marR="0" lvl="1" indent="-228600" algn="l" rtl="0">
              <a:lnSpc>
                <a:spcPct val="100000"/>
              </a:lnSpc>
              <a:spcBef>
                <a:spcPts val="0"/>
              </a:spcBef>
              <a:spcAft>
                <a:spcPts val="0"/>
              </a:spcAft>
              <a:buClr>
                <a:schemeClr val="dk1"/>
              </a:buClr>
              <a:buSzPts val="1200"/>
              <a:buFont typeface="Arial"/>
              <a:buAutoNum type="arabicPeriod" startAt="2"/>
            </a:pPr>
            <a:r>
              <a:rPr lang="en-US" dirty="0"/>
              <a:t>In the </a:t>
            </a:r>
            <a:r>
              <a:rPr lang="en-US" b="1" dirty="0"/>
              <a:t>Detail</a:t>
            </a:r>
            <a:r>
              <a:rPr lang="en-US" dirty="0"/>
              <a:t> box, enter </a:t>
            </a:r>
            <a:r>
              <a:rPr lang="en-US" b="1" dirty="0"/>
              <a:t>9</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Picture </a:t>
            </a:r>
            <a:r>
              <a:rPr lang="en-US" dirty="0"/>
              <a:t>dialog box, click </a:t>
            </a:r>
            <a:r>
              <a:rPr lang="en-US" b="1" dirty="0"/>
              <a:t>Picture Corrections </a:t>
            </a:r>
            <a:r>
              <a:rPr lang="en-US" dirty="0"/>
              <a:t>in the left pane, in the </a:t>
            </a:r>
            <a:r>
              <a:rPr lang="en-US" b="1" dirty="0"/>
              <a:t>Picture Corrections </a:t>
            </a:r>
            <a:r>
              <a:rPr lang="en-US" dirty="0"/>
              <a:t>pane, under </a:t>
            </a:r>
            <a:r>
              <a:rPr lang="en-US" b="1" dirty="0"/>
              <a:t>Brightness and Contrast</a:t>
            </a:r>
            <a:r>
              <a:rPr lang="en-US" dirty="0"/>
              <a:t>, in the </a:t>
            </a:r>
            <a:r>
              <a:rPr lang="en-US" b="1" dirty="0"/>
              <a:t>Contrast</a:t>
            </a:r>
            <a:r>
              <a:rPr lang="en-US" dirty="0"/>
              <a:t> box, enter </a:t>
            </a:r>
            <a:r>
              <a:rPr lang="en-US" b="1" dirty="0"/>
              <a:t>35%</a:t>
            </a:r>
            <a:r>
              <a:rPr lang="en-US" dirty="0"/>
              <a:t>.</a:t>
            </a:r>
            <a:endParaRPr dirty="0"/>
          </a:p>
          <a:p>
            <a:pPr marL="228600" marR="0" lvl="0" indent="-228600" algn="l" rtl="0">
              <a:lnSpc>
                <a:spcPct val="100000"/>
              </a:lnSpc>
              <a:spcBef>
                <a:spcPts val="0"/>
              </a:spcBef>
              <a:spcAft>
                <a:spcPts val="0"/>
              </a:spcAft>
              <a:buClr>
                <a:schemeClr val="dk1"/>
              </a:buClr>
              <a:buSzPts val="1200"/>
              <a:buFont typeface="Arial"/>
              <a:buAutoNum type="arabicPeriod"/>
            </a:pPr>
            <a:r>
              <a:rPr lang="en-US" dirty="0"/>
              <a:t>Also in the </a:t>
            </a:r>
            <a:r>
              <a:rPr lang="en-US" b="1" dirty="0"/>
              <a:t>Format Shape </a:t>
            </a:r>
            <a:r>
              <a:rPr lang="en-US" dirty="0"/>
              <a:t>dialog box, click </a:t>
            </a:r>
            <a:r>
              <a:rPr lang="en-US" b="1" dirty="0"/>
              <a:t>Size</a:t>
            </a:r>
            <a:r>
              <a:rPr lang="en-US" dirty="0"/>
              <a:t> in the left pane, in the </a:t>
            </a:r>
            <a:r>
              <a:rPr lang="en-US" b="1" dirty="0"/>
              <a:t>Size</a:t>
            </a:r>
            <a:r>
              <a:rPr lang="en-US" dirty="0"/>
              <a:t> pane, under </a:t>
            </a:r>
            <a:r>
              <a:rPr lang="en-US" b="1" dirty="0"/>
              <a:t>Size and rotate</a:t>
            </a:r>
            <a:r>
              <a:rPr lang="en-US" dirty="0"/>
              <a:t>, enter </a:t>
            </a:r>
            <a:r>
              <a:rPr lang="en-US" b="1" dirty="0"/>
              <a:t>7.5” </a:t>
            </a:r>
            <a:r>
              <a:rPr lang="en-US" dirty="0"/>
              <a:t>in the </a:t>
            </a:r>
            <a:r>
              <a:rPr lang="en-US" b="1" dirty="0"/>
              <a:t>Height</a:t>
            </a:r>
            <a:r>
              <a:rPr lang="en-US" dirty="0"/>
              <a:t> box and </a:t>
            </a:r>
            <a:r>
              <a:rPr lang="en-US" b="1" dirty="0"/>
              <a:t>10” </a:t>
            </a:r>
            <a:r>
              <a:rPr lang="en-US" dirty="0"/>
              <a:t>in the </a:t>
            </a:r>
            <a:r>
              <a:rPr lang="en-US" b="1" dirty="0"/>
              <a:t>Width</a:t>
            </a:r>
            <a:r>
              <a:rPr lang="en-US" dirty="0"/>
              <a:t> box.</a:t>
            </a:r>
            <a:endParaRPr dirty="0"/>
          </a:p>
          <a:p>
            <a:pPr marL="228600" lvl="0" indent="-228600" algn="l" rtl="0">
              <a:spcBef>
                <a:spcPts val="0"/>
              </a:spcBef>
              <a:spcAft>
                <a:spcPts val="0"/>
              </a:spcAft>
              <a:buClr>
                <a:schemeClr val="dk1"/>
              </a:buClr>
              <a:buSzPts val="1200"/>
              <a:buFont typeface="Arial"/>
              <a:buAutoNum type="arabicPeriod"/>
            </a:pPr>
            <a:r>
              <a:rPr lang="en-US" dirty="0"/>
              <a:t>Select the rectangle. On the </a:t>
            </a:r>
            <a:r>
              <a:rPr lang="en-US" b="1" dirty="0"/>
              <a:t>Home</a:t>
            </a:r>
            <a:r>
              <a:rPr lang="en-US" dirty="0"/>
              <a:t> tab, in the </a:t>
            </a:r>
            <a:r>
              <a:rPr lang="en-US" b="1" dirty="0"/>
              <a:t>Drawing</a:t>
            </a:r>
            <a:r>
              <a:rPr lang="en-US" dirty="0"/>
              <a:t> group, click </a:t>
            </a:r>
            <a:r>
              <a:rPr lang="en-US" b="1" dirty="0"/>
              <a:t>Arrange</a:t>
            </a:r>
            <a:r>
              <a:rPr lang="en-US" dirty="0"/>
              <a:t>, point to </a:t>
            </a:r>
            <a:r>
              <a:rPr lang="en-US" b="1" dirty="0"/>
              <a:t>Align</a:t>
            </a:r>
            <a:r>
              <a:rPr lang="en-US" dirty="0"/>
              <a:t>, and then do the following:</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Middle</a:t>
            </a:r>
            <a:r>
              <a:rPr lang="en-US" dirty="0"/>
              <a:t>.</a:t>
            </a:r>
            <a:endParaRPr dirty="0"/>
          </a:p>
          <a:p>
            <a:pPr marL="685800" lvl="1" indent="-228600" algn="l" rtl="0">
              <a:spcBef>
                <a:spcPts val="0"/>
              </a:spcBef>
              <a:spcAft>
                <a:spcPts val="0"/>
              </a:spcAft>
              <a:buClr>
                <a:schemeClr val="dk1"/>
              </a:buClr>
              <a:buSzPts val="1200"/>
              <a:buFont typeface="Arial"/>
              <a:buAutoNum type="arabicPeriod" startAt="2"/>
            </a:pPr>
            <a:r>
              <a:rPr lang="en-US" dirty="0"/>
              <a:t>Click </a:t>
            </a:r>
            <a:r>
              <a:rPr lang="en-US" b="1" dirty="0"/>
              <a:t>Align Center</a:t>
            </a:r>
            <a:r>
              <a:rPr lang="en-US" dirty="0"/>
              <a:t>.</a:t>
            </a:r>
            <a:endParaRPr dirty="0"/>
          </a:p>
          <a:p>
            <a:pPr marL="0" lvl="0" indent="0" algn="l" rtl="0">
              <a:spcBef>
                <a:spcPts val="0"/>
              </a:spcBef>
              <a:spcAft>
                <a:spcPts val="0"/>
              </a:spcAft>
              <a:buClr>
                <a:schemeClr val="dk1"/>
              </a:buClr>
              <a:buSzPts val="1200"/>
              <a:buFont typeface="Arial"/>
              <a:buNone/>
            </a:pPr>
            <a:endParaRPr dirty="0"/>
          </a:p>
        </p:txBody>
      </p:sp>
      <p:sp>
        <p:nvSpPr>
          <p:cNvPr id="3818" name="Google Shape;3818;p7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4"/>
        <p:cNvGrpSpPr/>
        <p:nvPr/>
      </p:nvGrpSpPr>
      <p:grpSpPr>
        <a:xfrm>
          <a:off x="0" y="0"/>
          <a:ext cx="0" cy="0"/>
          <a:chOff x="0" y="0"/>
          <a:chExt cx="0" cy="0"/>
        </a:xfrm>
      </p:grpSpPr>
      <p:sp>
        <p:nvSpPr>
          <p:cNvPr id="3875" name="Google Shape;3875;p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6" name="Google Shape;3876;p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3877" name="Google Shape;3877;p7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3"/>
        <p:cNvGrpSpPr/>
        <p:nvPr/>
      </p:nvGrpSpPr>
      <p:grpSpPr>
        <a:xfrm>
          <a:off x="0" y="0"/>
          <a:ext cx="0" cy="0"/>
          <a:chOff x="0" y="0"/>
          <a:chExt cx="0" cy="0"/>
        </a:xfrm>
      </p:grpSpPr>
      <p:sp>
        <p:nvSpPr>
          <p:cNvPr id="3934" name="Google Shape;3934;p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35" name="Google Shape;3935;p7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3936" name="Google Shape;3936;p7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7"/>
        <p:cNvGrpSpPr/>
        <p:nvPr/>
      </p:nvGrpSpPr>
      <p:grpSpPr>
        <a:xfrm>
          <a:off x="0" y="0"/>
          <a:ext cx="0" cy="0"/>
          <a:chOff x="0" y="0"/>
          <a:chExt cx="0" cy="0"/>
        </a:xfrm>
      </p:grpSpPr>
      <p:sp>
        <p:nvSpPr>
          <p:cNvPr id="3948" name="Google Shape;3948;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49" name="Google Shape;3949;p7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3950" name="Google Shape;3950;p7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1"/>
        <p:cNvGrpSpPr/>
        <p:nvPr/>
      </p:nvGrpSpPr>
      <p:grpSpPr>
        <a:xfrm>
          <a:off x="0" y="0"/>
          <a:ext cx="0" cy="0"/>
          <a:chOff x="0" y="0"/>
          <a:chExt cx="0" cy="0"/>
        </a:xfrm>
      </p:grpSpPr>
      <p:sp>
        <p:nvSpPr>
          <p:cNvPr id="3962" name="Google Shape;3962;p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63" name="Google Shape;3963;p7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3964" name="Google Shape;3964;p7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0"/>
        <p:cNvGrpSpPr/>
        <p:nvPr/>
      </p:nvGrpSpPr>
      <p:grpSpPr>
        <a:xfrm>
          <a:off x="0" y="0"/>
          <a:ext cx="0" cy="0"/>
          <a:chOff x="0" y="0"/>
          <a:chExt cx="0" cy="0"/>
        </a:xfrm>
      </p:grpSpPr>
      <p:sp>
        <p:nvSpPr>
          <p:cNvPr id="4021" name="Google Shape;4021;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2" name="Google Shape;4022;p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023" name="Google Shape;4023;p7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9"/>
        <p:cNvGrpSpPr/>
        <p:nvPr/>
      </p:nvGrpSpPr>
      <p:grpSpPr>
        <a:xfrm>
          <a:off x="0" y="0"/>
          <a:ext cx="0" cy="0"/>
          <a:chOff x="0" y="0"/>
          <a:chExt cx="0" cy="0"/>
        </a:xfrm>
      </p:grpSpPr>
      <p:sp>
        <p:nvSpPr>
          <p:cNvPr id="4080" name="Google Shape;4080;p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1" name="Google Shape;4081;p7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082" name="Google Shape;4082;p7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8"/>
        <p:cNvGrpSpPr/>
        <p:nvPr/>
      </p:nvGrpSpPr>
      <p:grpSpPr>
        <a:xfrm>
          <a:off x="0" y="0"/>
          <a:ext cx="0" cy="0"/>
          <a:chOff x="0" y="0"/>
          <a:chExt cx="0" cy="0"/>
        </a:xfrm>
      </p:grpSpPr>
      <p:sp>
        <p:nvSpPr>
          <p:cNvPr id="4139" name="Google Shape;4139;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40" name="Google Shape;4140;p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141" name="Google Shape;4141;p8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7"/>
        <p:cNvGrpSpPr/>
        <p:nvPr/>
      </p:nvGrpSpPr>
      <p:grpSpPr>
        <a:xfrm>
          <a:off x="0" y="0"/>
          <a:ext cx="0" cy="0"/>
          <a:chOff x="0" y="0"/>
          <a:chExt cx="0" cy="0"/>
        </a:xfrm>
      </p:grpSpPr>
      <p:sp>
        <p:nvSpPr>
          <p:cNvPr id="4198" name="Google Shape;4198;p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99" name="Google Shape;4199;p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200" name="Google Shape;4200;p8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6"/>
        <p:cNvGrpSpPr/>
        <p:nvPr/>
      </p:nvGrpSpPr>
      <p:grpSpPr>
        <a:xfrm>
          <a:off x="0" y="0"/>
          <a:ext cx="0" cy="0"/>
          <a:chOff x="0" y="0"/>
          <a:chExt cx="0" cy="0"/>
        </a:xfrm>
      </p:grpSpPr>
      <p:sp>
        <p:nvSpPr>
          <p:cNvPr id="4257" name="Google Shape;4257;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58" name="Google Shape;4258;p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259" name="Google Shape;4259;p8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5"/>
        <p:cNvGrpSpPr/>
        <p:nvPr/>
      </p:nvGrpSpPr>
      <p:grpSpPr>
        <a:xfrm>
          <a:off x="0" y="0"/>
          <a:ext cx="0" cy="0"/>
          <a:chOff x="0" y="0"/>
          <a:chExt cx="0" cy="0"/>
        </a:xfrm>
      </p:grpSpPr>
      <p:sp>
        <p:nvSpPr>
          <p:cNvPr id="4316" name="Google Shape;4316;p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7" name="Google Shape;4317;p8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318" name="Google Shape;4318;p8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1"/>
        <p:cNvGrpSpPr/>
        <p:nvPr/>
      </p:nvGrpSpPr>
      <p:grpSpPr>
        <a:xfrm>
          <a:off x="0" y="0"/>
          <a:ext cx="0" cy="0"/>
          <a:chOff x="0" y="0"/>
          <a:chExt cx="0" cy="0"/>
        </a:xfrm>
      </p:grpSpPr>
      <p:sp>
        <p:nvSpPr>
          <p:cNvPr id="4492" name="Google Shape;4492;ge7086f4e60_0_4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93" name="Google Shape;4493;ge7086f4e60_0_40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a:t>
            </a:r>
            <a:r>
              <a:rPr lang="en-US" sz="1200" err="1">
                <a:solidFill>
                  <a:schemeClr val="dk1"/>
                </a:solidFill>
                <a:latin typeface="Arial"/>
                <a:ea typeface="Arial"/>
                <a:cs typeface="Arial"/>
                <a:sym typeface="Arial"/>
              </a:rPr>
              <a:t>wmf</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err="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494" name="Google Shape;4494;ge7086f4e60_0_40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8"/>
        <p:cNvGrpSpPr/>
        <p:nvPr/>
      </p:nvGrpSpPr>
      <p:grpSpPr>
        <a:xfrm>
          <a:off x="0" y="0"/>
          <a:ext cx="0" cy="0"/>
          <a:chOff x="0" y="0"/>
          <a:chExt cx="0" cy="0"/>
        </a:xfrm>
      </p:grpSpPr>
      <p:sp>
        <p:nvSpPr>
          <p:cNvPr id="4549" name="Google Shape;4549;ge7086f4e60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50" name="Google Shape;4550;ge7086f4e60_0_4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551" name="Google Shape;4551;ge7086f4e60_0_4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5"/>
        <p:cNvGrpSpPr/>
        <p:nvPr/>
      </p:nvGrpSpPr>
      <p:grpSpPr>
        <a:xfrm>
          <a:off x="0" y="0"/>
          <a:ext cx="0" cy="0"/>
          <a:chOff x="0" y="0"/>
          <a:chExt cx="0" cy="0"/>
        </a:xfrm>
      </p:grpSpPr>
      <p:sp>
        <p:nvSpPr>
          <p:cNvPr id="4606" name="Google Shape;4606;p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07" name="Google Shape;4607;p8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400" b="1"/>
              <a:t>Textured and layered background with title</a:t>
            </a:r>
            <a:endParaRPr sz="1400" b="1"/>
          </a:p>
          <a:p>
            <a:pPr marL="0" lvl="0" indent="0" algn="l" rtl="0">
              <a:spcBef>
                <a:spcPts val="0"/>
              </a:spcBef>
              <a:spcAft>
                <a:spcPts val="0"/>
              </a:spcAft>
              <a:buNone/>
            </a:pPr>
            <a:r>
              <a:rPr lang="en-US" sz="1400"/>
              <a:t>(Advanced)</a:t>
            </a:r>
            <a:endParaRPr/>
          </a:p>
          <a:p>
            <a:pPr marL="0" lvl="0" indent="0" algn="l" rtl="0">
              <a:spcBef>
                <a:spcPts val="0"/>
              </a:spcBef>
              <a:spcAft>
                <a:spcPts val="0"/>
              </a:spcAft>
              <a:buNone/>
            </a:pPr>
            <a:endParaRPr sz="1400"/>
          </a:p>
          <a:p>
            <a:pPr marL="0" lvl="0" indent="0" algn="l" rtl="0">
              <a:spcBef>
                <a:spcPts val="0"/>
              </a:spcBef>
              <a:spcAft>
                <a:spcPts val="0"/>
              </a:spcAft>
              <a:buNone/>
            </a:pPr>
            <a:endParaRPr/>
          </a:p>
          <a:p>
            <a:pPr marL="0" lvl="0" indent="0" algn="l" rtl="0">
              <a:spcBef>
                <a:spcPts val="0"/>
              </a:spcBef>
              <a:spcAft>
                <a:spcPts val="0"/>
              </a:spcAft>
              <a:buNone/>
            </a:pPr>
            <a:r>
              <a:rPr lang="en-US" sz="1200" b="1">
                <a:solidFill>
                  <a:schemeClr val="dk1"/>
                </a:solidFill>
                <a:latin typeface="Arial"/>
                <a:ea typeface="Arial"/>
                <a:cs typeface="Arial"/>
                <a:sym typeface="Arial"/>
              </a:rPr>
              <a:t>Tip</a:t>
            </a:r>
            <a:r>
              <a:rPr lang="en-US" sz="1200">
                <a:solidFill>
                  <a:schemeClr val="dk1"/>
                </a:solidFill>
                <a:latin typeface="Arial"/>
                <a:ea typeface="Arial"/>
                <a:cs typeface="Arial"/>
                <a:sym typeface="Arial"/>
              </a:rPr>
              <a:t>: Some shape effects on this slide are created with the </a:t>
            </a:r>
            <a:r>
              <a:rPr lang="en-US" sz="1200" b="1">
                <a:solidFill>
                  <a:schemeClr val="dk1"/>
                </a:solidFill>
                <a:latin typeface="Arial"/>
                <a:ea typeface="Arial"/>
                <a:cs typeface="Arial"/>
                <a:sym typeface="Arial"/>
              </a:rPr>
              <a:t>Combine Shapes </a:t>
            </a:r>
            <a:r>
              <a:rPr lang="en-US" sz="1200">
                <a:solidFill>
                  <a:schemeClr val="dk1"/>
                </a:solidFill>
                <a:latin typeface="Arial"/>
                <a:ea typeface="Arial"/>
                <a:cs typeface="Arial"/>
                <a:sym typeface="Arial"/>
              </a:rPr>
              <a:t>commands. To access this command, you must add it to the Quick Access Toolbar, located above the </a:t>
            </a:r>
            <a:r>
              <a:rPr lang="en-US" sz="1200" b="1">
                <a:solidFill>
                  <a:schemeClr val="dk1"/>
                </a:solidFill>
                <a:latin typeface="Arial"/>
                <a:ea typeface="Arial"/>
                <a:cs typeface="Arial"/>
                <a:sym typeface="Arial"/>
              </a:rPr>
              <a:t>File</a:t>
            </a:r>
            <a:r>
              <a:rPr lang="en-US" sz="1200">
                <a:solidFill>
                  <a:schemeClr val="dk1"/>
                </a:solidFill>
                <a:latin typeface="Arial"/>
                <a:ea typeface="Arial"/>
                <a:cs typeface="Arial"/>
                <a:sym typeface="Arial"/>
              </a:rPr>
              <a:t> tab.  To customize the Quick Access Toolbar, do the following:</a:t>
            </a:r>
            <a:endParaRPr/>
          </a:p>
          <a:p>
            <a:pPr marL="0" lvl="0" indent="0" algn="l" rtl="0">
              <a:spcBef>
                <a:spcPts val="0"/>
              </a:spcBef>
              <a:spcAft>
                <a:spcPts val="0"/>
              </a:spcAft>
              <a:buNone/>
            </a:pPr>
            <a:r>
              <a:rPr lang="en-US" sz="1200">
                <a:solidFill>
                  <a:schemeClr val="dk1"/>
                </a:solidFill>
                <a:latin typeface="Arial"/>
                <a:ea typeface="Arial"/>
                <a:cs typeface="Arial"/>
                <a:sym typeface="Arial"/>
              </a:rPr>
              <a:t>Click the arrow next to the Quick Access Toolbar, and then under </a:t>
            </a:r>
            <a:r>
              <a:rPr lang="en-US" sz="1200" b="1">
                <a:solidFill>
                  <a:schemeClr val="dk1"/>
                </a:solidFill>
                <a:latin typeface="Arial"/>
                <a:ea typeface="Arial"/>
                <a:cs typeface="Arial"/>
                <a:sym typeface="Arial"/>
              </a:rPr>
              <a:t>Customize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Quick</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Access</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Toolbar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Commands</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PowerPoint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Options</a:t>
            </a:r>
            <a:r>
              <a:rPr lang="en-US" sz="1200">
                <a:solidFill>
                  <a:schemeClr val="dk1"/>
                </a:solidFill>
                <a:latin typeface="Arial"/>
                <a:ea typeface="Arial"/>
                <a:cs typeface="Arial"/>
                <a:sym typeface="Arial"/>
              </a:rPr>
              <a:t> dialog box, in the </a:t>
            </a:r>
            <a:r>
              <a:rPr lang="en-US" sz="1200" b="1">
                <a:solidFill>
                  <a:schemeClr val="dk1"/>
                </a:solidFill>
                <a:latin typeface="Arial"/>
                <a:ea typeface="Arial"/>
                <a:cs typeface="Arial"/>
                <a:sym typeface="Arial"/>
              </a:rPr>
              <a:t>Choose commands from </a:t>
            </a:r>
            <a:r>
              <a:rPr lang="en-US" sz="1200">
                <a:solidFill>
                  <a:schemeClr val="dk1"/>
                </a:solidFill>
                <a:latin typeface="Arial"/>
                <a:ea typeface="Arial"/>
                <a:cs typeface="Arial"/>
                <a:sym typeface="Arial"/>
              </a:rPr>
              <a:t>list, select </a:t>
            </a:r>
            <a:r>
              <a:rPr lang="en-US" sz="1200" b="1">
                <a:solidFill>
                  <a:schemeClr val="dk1"/>
                </a:solidFill>
                <a:latin typeface="Arial"/>
                <a:ea typeface="Arial"/>
                <a:cs typeface="Arial"/>
                <a:sym typeface="Arial"/>
              </a:rPr>
              <a:t>All Commands</a:t>
            </a:r>
            <a:r>
              <a:rPr lang="en-US" sz="1200">
                <a:solidFill>
                  <a:schemeClr val="dk1"/>
                </a:solidFill>
                <a:latin typeface="Arial"/>
                <a:ea typeface="Arial"/>
                <a:cs typeface="Arial"/>
                <a:sym typeface="Arial"/>
              </a:rPr>
              <a:t>. </a:t>
            </a:r>
            <a:endParaRPr/>
          </a:p>
          <a:p>
            <a:pPr marL="0" lvl="0" indent="0" algn="l" rtl="0">
              <a:spcBef>
                <a:spcPts val="0"/>
              </a:spcBef>
              <a:spcAft>
                <a:spcPts val="0"/>
              </a:spcAft>
              <a:buNone/>
            </a:pPr>
            <a:r>
              <a:rPr lang="en-US" sz="1200">
                <a:solidFill>
                  <a:schemeClr val="dk1"/>
                </a:solidFill>
                <a:latin typeface="Arial"/>
                <a:ea typeface="Arial"/>
                <a:cs typeface="Arial"/>
                <a:sym typeface="Arial"/>
              </a:rPr>
              <a:t>In the list of commands, click </a:t>
            </a:r>
            <a:r>
              <a:rPr lang="en-US" sz="1200" b="1">
                <a:solidFill>
                  <a:schemeClr val="dk1"/>
                </a:solidFill>
                <a:latin typeface="Arial"/>
                <a:ea typeface="Arial"/>
                <a:cs typeface="Arial"/>
                <a:sym typeface="Arial"/>
              </a:rPr>
              <a:t>Combine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Add</a:t>
            </a:r>
            <a:r>
              <a:rPr lang="en-US" sz="1200">
                <a:solidFill>
                  <a:schemeClr val="dk1"/>
                </a:solidFill>
                <a:latin typeface="Arial"/>
                <a:ea typeface="Arial"/>
                <a:cs typeface="Arial"/>
                <a:sym typeface="Arial"/>
              </a:rPr>
              <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200"/>
              <a:buFont typeface="Arial"/>
              <a:buNone/>
            </a:pPr>
            <a:r>
              <a:rPr lang="en-US"/>
              <a:t>To reproduce the shape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Slides</a:t>
            </a:r>
            <a:r>
              <a:rPr lang="en-US"/>
              <a:t> group, click </a:t>
            </a:r>
            <a:r>
              <a:rPr lang="en-US" b="1"/>
              <a:t>Layout</a:t>
            </a:r>
            <a:r>
              <a:rPr lang="en-US"/>
              <a:t>, and then click </a:t>
            </a:r>
            <a:r>
              <a:rPr lang="en-US" b="1"/>
              <a:t>Blank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a:t>
            </a:r>
            <a:r>
              <a:rPr lang="en-US"/>
              <a:t> </a:t>
            </a:r>
            <a:r>
              <a:rPr lang="en-US" b="1"/>
              <a:t>Styles</a:t>
            </a:r>
            <a:r>
              <a:rPr lang="en-US"/>
              <a:t> group, click </a:t>
            </a:r>
            <a:r>
              <a:rPr lang="en-US" b="1"/>
              <a:t>Shape Fill</a:t>
            </a:r>
            <a:r>
              <a:rPr lang="en-US"/>
              <a:t>, point to </a:t>
            </a:r>
            <a:r>
              <a:rPr lang="en-US" b="1"/>
              <a:t>Gradient</a:t>
            </a:r>
            <a:r>
              <a:rPr lang="en-US"/>
              <a:t>, and then click </a:t>
            </a:r>
            <a:r>
              <a:rPr lang="en-US" b="1"/>
              <a:t>More Gradients</a:t>
            </a:r>
            <a:r>
              <a:rPr lang="en-US"/>
              <a:t>.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Angle</a:t>
            </a:r>
            <a:r>
              <a:rPr lang="en-US"/>
              <a:t> box, enter </a:t>
            </a:r>
            <a:r>
              <a:rPr lang="en-US" b="1"/>
              <a:t>160°</a:t>
            </a:r>
            <a:r>
              <a:rPr lang="en-US" b="0"/>
              <a:t>.</a:t>
            </a:r>
            <a:endParaRPr b="1"/>
          </a:p>
          <a:p>
            <a:pPr marL="685800" lvl="1"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a:t>Also under </a:t>
            </a:r>
            <a:r>
              <a:rPr lang="en-US" b="1"/>
              <a:t>Gradient stops</a:t>
            </a:r>
            <a:r>
              <a:rPr lang="en-US"/>
              <a:t>, customize the gradient stops as follows:</a:t>
            </a:r>
            <a:endParaRPr/>
          </a:p>
          <a:p>
            <a:pPr marL="685800" lvl="1" indent="-228600" algn="l" rtl="0">
              <a:spcBef>
                <a:spcPts val="0"/>
              </a:spcBef>
              <a:spcAft>
                <a:spcPts val="0"/>
              </a:spcAft>
              <a:buClr>
                <a:schemeClr val="dk1"/>
              </a:buClr>
              <a:buSzPts val="1200"/>
              <a:buFont typeface="Arial"/>
              <a:buChar char="•"/>
            </a:pPr>
            <a:r>
              <a:rPr lang="en-US"/>
              <a:t>Select the first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200</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149</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79%</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29%</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124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93</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next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68%</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131</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7</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a:t>Select the last stop in the slider, and then do the following:</a:t>
            </a:r>
            <a:endParaRPr/>
          </a:p>
          <a:p>
            <a:pPr marL="1143000" lvl="2" indent="-228600" algn="l" rtl="0">
              <a:spcBef>
                <a:spcPts val="0"/>
              </a:spcBef>
              <a:spcAft>
                <a:spcPts val="0"/>
              </a:spcAft>
              <a:buClr>
                <a:schemeClr val="dk1"/>
              </a:buClr>
              <a:buSzPts val="1200"/>
              <a:buFont typeface="Arial"/>
              <a:buChar char="•"/>
            </a:pPr>
            <a:r>
              <a:rPr lang="en-US"/>
              <a:t>In the </a:t>
            </a:r>
            <a:r>
              <a:rPr lang="en-US" b="1"/>
              <a:t>Position</a:t>
            </a:r>
            <a:r>
              <a:rPr lang="en-US"/>
              <a:t> box, enter </a:t>
            </a:r>
            <a:r>
              <a:rPr lang="en-US" b="1"/>
              <a:t>100%</a:t>
            </a:r>
            <a:r>
              <a:rPr lang="en-US"/>
              <a:t>.</a:t>
            </a:r>
            <a:endParaRPr/>
          </a:p>
          <a:p>
            <a:pPr marL="1143000" lvl="2" indent="-228600" algn="l" rtl="0">
              <a:spcBef>
                <a:spcPts val="0"/>
              </a:spcBef>
              <a:spcAft>
                <a:spcPts val="0"/>
              </a:spcAft>
              <a:buClr>
                <a:schemeClr val="dk1"/>
              </a:buClr>
              <a:buSzPts val="1200"/>
              <a:buFont typeface="Arial"/>
              <a:buChar char="•"/>
            </a:pPr>
            <a:r>
              <a:rPr lang="en-US"/>
              <a:t>Click the button next to </a:t>
            </a:r>
            <a:r>
              <a:rPr lang="en-US" b="1"/>
              <a:t>Color</a:t>
            </a:r>
            <a:r>
              <a:rPr lang="en-US"/>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98</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40</a:t>
            </a:r>
            <a:r>
              <a:rPr lang="en-US" sz="1200">
                <a:solidFill>
                  <a:schemeClr val="dk1"/>
                </a:solidFill>
                <a:latin typeface="Arial"/>
                <a:ea typeface="Arial"/>
                <a:cs typeface="Arial"/>
                <a:sym typeface="Arial"/>
              </a:rPr>
              <a:t>.</a:t>
            </a:r>
            <a:endParaRPr/>
          </a:p>
          <a:p>
            <a:pPr marL="1143000" lvl="2"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51%</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Color</a:t>
            </a:r>
            <a:r>
              <a:rPr lang="en-US">
                <a:solidFill>
                  <a:schemeClr val="dk1"/>
                </a:solidFill>
                <a:latin typeface="Arial"/>
                <a:ea typeface="Arial"/>
                <a:cs typeface="Arial"/>
                <a:sym typeface="Arial"/>
              </a:rPr>
              <a:t> pane, select </a:t>
            </a:r>
            <a:r>
              <a:rPr lang="en-US" b="1">
                <a:solidFill>
                  <a:schemeClr val="dk1"/>
                </a:solidFill>
                <a:latin typeface="Arial"/>
                <a:ea typeface="Arial"/>
                <a:cs typeface="Arial"/>
                <a:sym typeface="Arial"/>
              </a:rPr>
              <a:t>No</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line</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a:t>
            </a:r>
            <a:r>
              <a:rPr lang="en-US">
                <a:solidFill>
                  <a:schemeClr val="dk1"/>
                </a:solidFill>
                <a:latin typeface="Arial"/>
                <a:ea typeface="Arial"/>
                <a:cs typeface="Arial"/>
                <a:sym typeface="Arial"/>
              </a:rPr>
              <a:t> </a:t>
            </a:r>
            <a:r>
              <a:rPr lang="en-US" b="1">
                <a:solidFill>
                  <a:schemeClr val="dk1"/>
                </a:solidFill>
                <a:latin typeface="Arial"/>
                <a:ea typeface="Arial"/>
                <a:cs typeface="Arial"/>
                <a:sym typeface="Arial"/>
              </a:rPr>
              <a:t>Shape</a:t>
            </a:r>
            <a:r>
              <a:rPr lang="en-US">
                <a:solidFill>
                  <a:schemeClr val="dk1"/>
                </a:solidFill>
                <a:latin typeface="Arial"/>
                <a:ea typeface="Arial"/>
                <a:cs typeface="Arial"/>
                <a:sym typeface="Arial"/>
              </a:rPr>
              <a:t> dialog box, click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in the left pane, in the </a:t>
            </a:r>
            <a:r>
              <a:rPr lang="en-US" b="1">
                <a:solidFill>
                  <a:schemeClr val="dk1"/>
                </a:solidFill>
                <a:latin typeface="Arial"/>
                <a:ea typeface="Arial"/>
                <a:cs typeface="Arial"/>
                <a:sym typeface="Arial"/>
              </a:rPr>
              <a:t>Glow and Soft Edges </a:t>
            </a:r>
            <a:r>
              <a:rPr lang="en-US">
                <a:solidFill>
                  <a:schemeClr val="dk1"/>
                </a:solidFill>
                <a:latin typeface="Arial"/>
                <a:ea typeface="Arial"/>
                <a:cs typeface="Arial"/>
                <a:sym typeface="Arial"/>
              </a:rPr>
              <a:t>pane, under </a:t>
            </a:r>
            <a:r>
              <a:rPr lang="en-US" b="1">
                <a:solidFill>
                  <a:schemeClr val="dk1"/>
                </a:solidFill>
                <a:latin typeface="Arial"/>
                <a:ea typeface="Arial"/>
                <a:cs typeface="Arial"/>
                <a:sym typeface="Arial"/>
              </a:rPr>
              <a:t>Soft Edges</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box, </a:t>
            </a:r>
            <a:r>
              <a:rPr lang="en-US" b="1">
                <a:solidFill>
                  <a:schemeClr val="dk1"/>
                </a:solidFill>
                <a:latin typeface="Arial"/>
                <a:ea typeface="Arial"/>
                <a:cs typeface="Arial"/>
                <a:sym typeface="Arial"/>
              </a:rPr>
              <a:t>enter 5 pt</a:t>
            </a:r>
            <a:r>
              <a:rPr lang="en-US">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6"/>
            </a:pPr>
            <a:r>
              <a:rPr lang="en-US">
                <a:solidFill>
                  <a:schemeClr val="dk1"/>
                </a:solidFill>
                <a:latin typeface="Arial"/>
                <a:ea typeface="Arial"/>
                <a:cs typeface="Arial"/>
                <a:sym typeface="Arial"/>
              </a:rPr>
              <a:t>Also in the </a:t>
            </a:r>
            <a:r>
              <a:rPr lang="en-US" b="1">
                <a:solidFill>
                  <a:schemeClr val="dk1"/>
                </a:solidFill>
                <a:latin typeface="Arial"/>
                <a:ea typeface="Arial"/>
                <a:cs typeface="Arial"/>
                <a:sym typeface="Arial"/>
              </a:rPr>
              <a:t>Format Shape </a:t>
            </a:r>
            <a:r>
              <a:rPr lang="en-US">
                <a:solidFill>
                  <a:schemeClr val="dk1"/>
                </a:solidFill>
                <a:latin typeface="Arial"/>
                <a:ea typeface="Arial"/>
                <a:cs typeface="Arial"/>
                <a:sym typeface="Arial"/>
              </a:rPr>
              <a:t>dialog box, click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in the left pane, in the </a:t>
            </a:r>
            <a:r>
              <a:rPr lang="en-US" b="1">
                <a:solidFill>
                  <a:schemeClr val="dk1"/>
                </a:solidFill>
                <a:latin typeface="Arial"/>
                <a:ea typeface="Arial"/>
                <a:cs typeface="Arial"/>
                <a:sym typeface="Arial"/>
              </a:rPr>
              <a:t>Size</a:t>
            </a:r>
            <a:r>
              <a:rPr lang="en-US">
                <a:solidFill>
                  <a:schemeClr val="dk1"/>
                </a:solidFill>
                <a:latin typeface="Arial"/>
                <a:ea typeface="Arial"/>
                <a:cs typeface="Arial"/>
                <a:sym typeface="Arial"/>
              </a:rPr>
              <a:t> pane, enter </a:t>
            </a:r>
            <a:r>
              <a:rPr lang="en-US" b="1">
                <a:solidFill>
                  <a:schemeClr val="dk1"/>
                </a:solidFill>
                <a:latin typeface="Arial"/>
                <a:ea typeface="Arial"/>
                <a:cs typeface="Arial"/>
                <a:sym typeface="Arial"/>
              </a:rPr>
              <a:t>1.83” </a:t>
            </a:r>
            <a:r>
              <a:rPr lang="en-US">
                <a:solidFill>
                  <a:schemeClr val="dk1"/>
                </a:solidFill>
                <a:latin typeface="Arial"/>
                <a:ea typeface="Arial"/>
                <a:cs typeface="Arial"/>
                <a:sym typeface="Arial"/>
              </a:rPr>
              <a:t>in the </a:t>
            </a:r>
            <a:r>
              <a:rPr lang="en-US" b="1">
                <a:solidFill>
                  <a:schemeClr val="dk1"/>
                </a:solidFill>
                <a:latin typeface="Arial"/>
                <a:ea typeface="Arial"/>
                <a:cs typeface="Arial"/>
                <a:sym typeface="Arial"/>
              </a:rPr>
              <a:t>Height</a:t>
            </a:r>
            <a:r>
              <a:rPr lang="en-US">
                <a:solidFill>
                  <a:schemeClr val="dk1"/>
                </a:solidFill>
                <a:latin typeface="Arial"/>
                <a:ea typeface="Arial"/>
                <a:cs typeface="Arial"/>
                <a:sym typeface="Arial"/>
              </a:rPr>
              <a:t> box and </a:t>
            </a:r>
            <a:r>
              <a:rPr lang="en-US" b="1">
                <a:solidFill>
                  <a:schemeClr val="dk1"/>
                </a:solidFill>
                <a:latin typeface="Arial"/>
                <a:ea typeface="Arial"/>
                <a:cs typeface="Arial"/>
                <a:sym typeface="Arial"/>
              </a:rPr>
              <a:t>10.33”</a:t>
            </a:r>
            <a:r>
              <a:rPr lang="en-US">
                <a:solidFill>
                  <a:schemeClr val="dk1"/>
                </a:solidFill>
                <a:latin typeface="Arial"/>
                <a:ea typeface="Arial"/>
                <a:cs typeface="Arial"/>
                <a:sym typeface="Arial"/>
              </a:rPr>
              <a:t> in the </a:t>
            </a:r>
            <a:r>
              <a:rPr lang="en-US" b="1">
                <a:solidFill>
                  <a:schemeClr val="dk1"/>
                </a:solidFill>
                <a:latin typeface="Arial"/>
                <a:ea typeface="Arial"/>
                <a:cs typeface="Arial"/>
                <a:sym typeface="Arial"/>
              </a:rPr>
              <a:t>Width</a:t>
            </a:r>
            <a:r>
              <a:rPr lang="en-US">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startAt="6"/>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Align</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to Slide</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Align Center</a:t>
            </a:r>
            <a:r>
              <a:rPr lang="en-US" sz="120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To reproduce the clip art effects on this slide, do the following:</a:t>
            </a:r>
            <a:endParaRPr sz="1200">
              <a:solidFill>
                <a:schemeClr val="dk1"/>
              </a:solidFill>
              <a:latin typeface="Arial"/>
              <a:ea typeface="Arial"/>
              <a:cs typeface="Arial"/>
              <a:sym typeface="Arial"/>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Insert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Images</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Clip Art</a:t>
            </a:r>
            <a:r>
              <a:rPr lang="en-US" sz="1200">
                <a:solidFill>
                  <a:schemeClr val="dk1"/>
                </a:solidFill>
                <a:latin typeface="Arial"/>
                <a:ea typeface="Arial"/>
                <a:cs typeface="Arial"/>
                <a:sym typeface="Arial"/>
              </a:rPr>
              <a:t> pane, in the </a:t>
            </a:r>
            <a:r>
              <a:rPr lang="en-US" sz="1200" b="1">
                <a:solidFill>
                  <a:schemeClr val="dk1"/>
                </a:solidFill>
                <a:latin typeface="Arial"/>
                <a:ea typeface="Arial"/>
                <a:cs typeface="Arial"/>
                <a:sym typeface="Arial"/>
              </a:rPr>
              <a:t>Search for</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00437948</a:t>
            </a:r>
            <a:r>
              <a:rPr lang="en-US" sz="1200">
                <a:solidFill>
                  <a:schemeClr val="dk1"/>
                </a:solidFill>
                <a:latin typeface="Arial"/>
                <a:ea typeface="Arial"/>
                <a:cs typeface="Arial"/>
                <a:sym typeface="Arial"/>
              </a:rPr>
              <a:t>, select the </a:t>
            </a:r>
            <a:r>
              <a:rPr lang="en-US" sz="1200" b="1">
                <a:solidFill>
                  <a:schemeClr val="dk1"/>
                </a:solidFill>
                <a:latin typeface="Arial"/>
                <a:ea typeface="Arial"/>
                <a:cs typeface="Arial"/>
                <a:sym typeface="Arial"/>
              </a:rPr>
              <a:t>Include Office.com content</a:t>
            </a:r>
            <a:r>
              <a:rPr lang="en-US" sz="1200">
                <a:solidFill>
                  <a:schemeClr val="dk1"/>
                </a:solidFill>
                <a:latin typeface="Arial"/>
                <a:ea typeface="Arial"/>
                <a:cs typeface="Arial"/>
                <a:sym typeface="Arial"/>
              </a:rPr>
              <a:t> check box, and then click </a:t>
            </a:r>
            <a:r>
              <a:rPr lang="en-US" sz="1200" b="1">
                <a:solidFill>
                  <a:schemeClr val="dk1"/>
                </a:solidFill>
                <a:latin typeface="Arial"/>
                <a:ea typeface="Arial"/>
                <a:cs typeface="Arial"/>
                <a:sym typeface="Arial"/>
              </a:rPr>
              <a:t>Go</a:t>
            </a:r>
            <a:r>
              <a:rPr lang="en-US" sz="1200">
                <a:solidFill>
                  <a:schemeClr val="dk1"/>
                </a:solidFill>
                <a:latin typeface="Arial"/>
                <a:ea typeface="Arial"/>
                <a:cs typeface="Arial"/>
                <a:sym typeface="Arial"/>
              </a:rPr>
              <a:t>. Select the clip art file in the pane to insert it into the slide. (</a:t>
            </a:r>
            <a:r>
              <a:rPr lang="en-US" sz="1200" b="1">
                <a:solidFill>
                  <a:schemeClr val="dk1"/>
                </a:solidFill>
                <a:latin typeface="Arial"/>
                <a:ea typeface="Arial"/>
                <a:cs typeface="Arial"/>
                <a:sym typeface="Arial"/>
              </a:rPr>
              <a:t>Note:</a:t>
            </a:r>
            <a:r>
              <a:rPr lang="en-US" sz="1200">
                <a:solidFill>
                  <a:schemeClr val="dk1"/>
                </a:solidFill>
                <a:latin typeface="Arial"/>
                <a:ea typeface="Arial"/>
                <a:cs typeface="Arial"/>
                <a:sym typeface="Arial"/>
              </a:rPr>
              <a:t> If you choose another clip art file, the clip art must be in the Windows Metafile format [.wmf].)</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Drag the clip art from the </a:t>
            </a:r>
            <a:r>
              <a:rPr lang="en-US" sz="1200" b="1">
                <a:solidFill>
                  <a:schemeClr val="dk1"/>
                </a:solidFill>
                <a:latin typeface="Arial"/>
                <a:ea typeface="Arial"/>
                <a:cs typeface="Arial"/>
                <a:sym typeface="Arial"/>
              </a:rPr>
              <a:t>Clip Art </a:t>
            </a:r>
            <a:r>
              <a:rPr lang="en-US" sz="1200">
                <a:solidFill>
                  <a:schemeClr val="dk1"/>
                </a:solidFill>
                <a:latin typeface="Arial"/>
                <a:ea typeface="Arial"/>
                <a:cs typeface="Arial"/>
                <a:sym typeface="Arial"/>
              </a:rPr>
              <a:t>pane to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clip art. Under </a:t>
            </a:r>
            <a:r>
              <a:rPr lang="en-US" sz="1200" b="1">
                <a:solidFill>
                  <a:schemeClr val="dk1"/>
                </a:solidFill>
                <a:latin typeface="Arial"/>
                <a:ea typeface="Arial"/>
                <a:cs typeface="Arial"/>
                <a:sym typeface="Arial"/>
              </a:rPr>
              <a:t>Picture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group, enter </a:t>
            </a:r>
            <a:r>
              <a:rPr lang="en-US" sz="1200" b="1">
                <a:solidFill>
                  <a:schemeClr val="dk1"/>
                </a:solidFill>
                <a:latin typeface="Arial"/>
                <a:ea typeface="Arial"/>
                <a:cs typeface="Arial"/>
                <a:sym typeface="Arial"/>
              </a:rPr>
              <a:t>6.99”</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Height</a:t>
            </a:r>
            <a:r>
              <a:rPr lang="en-US" sz="1200">
                <a:solidFill>
                  <a:schemeClr val="dk1"/>
                </a:solidFill>
                <a:latin typeface="Arial"/>
                <a:ea typeface="Arial"/>
                <a:cs typeface="Arial"/>
                <a:sym typeface="Arial"/>
              </a:rPr>
              <a:t> box and </a:t>
            </a:r>
            <a:r>
              <a:rPr lang="en-US" sz="1200" b="1">
                <a:solidFill>
                  <a:schemeClr val="dk1"/>
                </a:solidFill>
                <a:latin typeface="Arial"/>
                <a:ea typeface="Arial"/>
                <a:cs typeface="Arial"/>
                <a:sym typeface="Arial"/>
              </a:rPr>
              <a:t>7.5”</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Width</a:t>
            </a:r>
            <a:r>
              <a:rPr lang="en-US" sz="1200">
                <a:solidFill>
                  <a:schemeClr val="dk1"/>
                </a:solidFill>
                <a:latin typeface="Arial"/>
                <a:ea typeface="Arial"/>
                <a:cs typeface="Arial"/>
                <a:sym typeface="Arial"/>
              </a:rPr>
              <a: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Microsoft Office PowerPoint </a:t>
            </a:r>
            <a:r>
              <a:rPr lang="en-US" sz="120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Yes</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On the slide, select the converted clip art.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Editing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Selection Pane</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Selection and Visibility pane</a:t>
            </a:r>
            <a:r>
              <a:rPr lang="en-US" sz="1200">
                <a:solidFill>
                  <a:schemeClr val="dk1"/>
                </a:solidFill>
                <a:latin typeface="Arial"/>
                <a:ea typeface="Arial"/>
                <a:cs typeface="Arial"/>
                <a:sym typeface="Arial"/>
              </a:rPr>
              <a:t>, select the top-level group.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Drawing</a:t>
            </a:r>
            <a:r>
              <a:rPr lang="en-US" sz="1200">
                <a:solidFill>
                  <a:schemeClr val="dk1"/>
                </a:solidFill>
                <a:latin typeface="Arial"/>
                <a:ea typeface="Arial"/>
                <a:cs typeface="Arial"/>
                <a:sym typeface="Arial"/>
              </a:rPr>
              <a:t> group, click </a:t>
            </a:r>
            <a:r>
              <a:rPr lang="en-US" sz="1200" b="1">
                <a:solidFill>
                  <a:schemeClr val="dk1"/>
                </a:solidFill>
                <a:latin typeface="Arial"/>
                <a:ea typeface="Arial"/>
                <a:cs typeface="Arial"/>
                <a:sym typeface="Arial"/>
              </a:rPr>
              <a:t>Arrange</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Ungroup</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Selection and Visibility</a:t>
            </a:r>
            <a:r>
              <a:rPr lang="en-US" sz="1200">
                <a:solidFill>
                  <a:schemeClr val="dk1"/>
                </a:solidFill>
                <a:latin typeface="Arial"/>
                <a:ea typeface="Arial"/>
                <a:cs typeface="Arial"/>
                <a:sym typeface="Arial"/>
              </a:rPr>
              <a:t> pane, select the </a:t>
            </a:r>
            <a:r>
              <a:rPr lang="en-US" sz="1200" b="1">
                <a:solidFill>
                  <a:schemeClr val="dk1"/>
                </a:solidFill>
                <a:latin typeface="Arial"/>
                <a:ea typeface="Arial"/>
                <a:cs typeface="Arial"/>
                <a:sym typeface="Arial"/>
              </a:rPr>
              <a:t>Autoshape</a:t>
            </a:r>
            <a:r>
              <a:rPr lang="en-US" sz="1200">
                <a:solidFill>
                  <a:schemeClr val="dk1"/>
                </a:solidFill>
                <a:latin typeface="Arial"/>
                <a:ea typeface="Arial"/>
                <a:cs typeface="Arial"/>
                <a:sym typeface="Arial"/>
              </a:rPr>
              <a:t> object, and then press DELETE. </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Press and hold CTRL, and then select all the clip art shapes. On the Quick Access Toolbar, click </a:t>
            </a:r>
            <a:r>
              <a:rPr lang="en-US" sz="1200" b="1">
                <a:solidFill>
                  <a:schemeClr val="dk1"/>
                </a:solidFill>
                <a:latin typeface="Arial"/>
                <a:ea typeface="Arial"/>
                <a:cs typeface="Arial"/>
                <a:sym typeface="Arial"/>
              </a:rPr>
              <a:t>Combine Shapes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Union</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Position the new freeform shape in the bottom left corner of the slide so that it extends beyond the left and bottom edges of the slide.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Select the freeform shape. Under </a:t>
            </a:r>
            <a:r>
              <a:rPr lang="en-US" sz="1200" b="1">
                <a:solidFill>
                  <a:schemeClr val="dk1"/>
                </a:solidFill>
                <a:latin typeface="Arial"/>
                <a:ea typeface="Arial"/>
                <a:cs typeface="Arial"/>
                <a:sym typeface="Arial"/>
              </a:rPr>
              <a:t>Drawing Tools</a:t>
            </a:r>
            <a:r>
              <a:rPr lang="en-US" sz="120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Shape Styles </a:t>
            </a:r>
            <a:r>
              <a:rPr lang="en-US" sz="1200">
                <a:solidFill>
                  <a:schemeClr val="dk1"/>
                </a:solidFill>
                <a:latin typeface="Arial"/>
                <a:ea typeface="Arial"/>
                <a:cs typeface="Arial"/>
                <a:sym typeface="Arial"/>
              </a:rPr>
              <a:t>group, click </a:t>
            </a:r>
            <a:r>
              <a:rPr lang="en-US" sz="1200" b="1">
                <a:solidFill>
                  <a:schemeClr val="dk1"/>
                </a:solidFill>
                <a:latin typeface="Arial"/>
                <a:ea typeface="Arial"/>
                <a:cs typeface="Arial"/>
                <a:sym typeface="Arial"/>
              </a:rPr>
              <a:t>Shape Fill</a:t>
            </a:r>
            <a:r>
              <a:rPr lang="en-US" sz="1200">
                <a:solidFill>
                  <a:schemeClr val="dk1"/>
                </a:solidFill>
                <a:latin typeface="Arial"/>
                <a:ea typeface="Arial"/>
                <a:cs typeface="Arial"/>
                <a:sym typeface="Arial"/>
              </a:rPr>
              <a:t>, point to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and then click </a:t>
            </a:r>
            <a:r>
              <a:rPr lang="en-US" sz="1200" b="1">
                <a:solidFill>
                  <a:schemeClr val="dk1"/>
                </a:solidFill>
                <a:latin typeface="Arial"/>
                <a:ea typeface="Arial"/>
                <a:cs typeface="Arial"/>
                <a:sym typeface="Arial"/>
              </a:rPr>
              <a:t>More</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Gradients</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Format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Shape</a:t>
            </a:r>
            <a:r>
              <a:rPr lang="en-US" sz="1200">
                <a:solidFill>
                  <a:schemeClr val="dk1"/>
                </a:solidFill>
                <a:latin typeface="Arial"/>
                <a:ea typeface="Arial"/>
                <a:cs typeface="Arial"/>
                <a:sym typeface="Arial"/>
              </a:rPr>
              <a:t> dialog box, click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Fill</a:t>
            </a:r>
            <a:r>
              <a:rPr lang="en-US" sz="1200">
                <a:solidFill>
                  <a:schemeClr val="dk1"/>
                </a:solidFill>
                <a:latin typeface="Arial"/>
                <a:ea typeface="Arial"/>
                <a:cs typeface="Arial"/>
                <a:sym typeface="Arial"/>
              </a:rPr>
              <a:t> pane, click </a:t>
            </a:r>
            <a:r>
              <a:rPr lang="en-US" sz="1200" b="1">
                <a:solidFill>
                  <a:schemeClr val="dk1"/>
                </a:solidFill>
                <a:latin typeface="Arial"/>
                <a:ea typeface="Arial"/>
                <a:cs typeface="Arial"/>
                <a:sym typeface="Arial"/>
              </a:rPr>
              <a:t>Solid fill</a:t>
            </a:r>
            <a:r>
              <a:rPr lang="en-US" sz="1200">
                <a:solidFill>
                  <a:schemeClr val="dk1"/>
                </a:solidFill>
                <a:latin typeface="Arial"/>
                <a:ea typeface="Arial"/>
                <a:cs typeface="Arial"/>
                <a:sym typeface="Arial"/>
              </a:rPr>
              <a:t>, and then do the following:</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99%</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Also in the </a:t>
            </a:r>
            <a:r>
              <a:rPr lang="en-US" sz="1200" b="1">
                <a:solidFill>
                  <a:schemeClr val="dk1"/>
                </a:solidFill>
                <a:latin typeface="Arial"/>
                <a:ea typeface="Arial"/>
                <a:cs typeface="Arial"/>
                <a:sym typeface="Arial"/>
              </a:rPr>
              <a:t>Format Picture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in the left pane, in the </a:t>
            </a:r>
            <a:r>
              <a:rPr lang="en-US" sz="1200" b="1">
                <a:solidFill>
                  <a:schemeClr val="dk1"/>
                </a:solidFill>
                <a:latin typeface="Arial"/>
                <a:ea typeface="Arial"/>
                <a:cs typeface="Arial"/>
                <a:sym typeface="Arial"/>
              </a:rPr>
              <a:t>Glow and Soft Edges </a:t>
            </a:r>
            <a:r>
              <a:rPr lang="en-US" sz="1200" b="0">
                <a:solidFill>
                  <a:schemeClr val="dk1"/>
                </a:solidFill>
                <a:latin typeface="Arial"/>
                <a:ea typeface="Arial"/>
                <a:cs typeface="Arial"/>
                <a:sym typeface="Arial"/>
              </a:rPr>
              <a:t>pane, under </a:t>
            </a:r>
            <a:r>
              <a:rPr lang="en-US" sz="1200" b="1">
                <a:solidFill>
                  <a:schemeClr val="dk1"/>
                </a:solidFill>
                <a:latin typeface="Arial"/>
                <a:ea typeface="Arial"/>
                <a:cs typeface="Arial"/>
                <a:sym typeface="Arial"/>
              </a:rPr>
              <a:t>Glow</a:t>
            </a:r>
            <a:r>
              <a:rPr lang="en-US" sz="1200" b="0">
                <a:solidFill>
                  <a:schemeClr val="dk1"/>
                </a:solidFill>
                <a:latin typeface="Arial"/>
                <a:ea typeface="Arial"/>
                <a:cs typeface="Arial"/>
                <a:sym typeface="Arial"/>
              </a:rPr>
              <a:t>,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b="0">
                <a:solidFill>
                  <a:schemeClr val="dk1"/>
                </a:solidFill>
                <a:latin typeface="Arial"/>
                <a:ea typeface="Arial"/>
                <a:cs typeface="Arial"/>
                <a:sym typeface="Arial"/>
              </a:rPr>
              <a:t>, </a:t>
            </a:r>
            <a:r>
              <a:rPr lang="en-US" sz="1200">
                <a:solidFill>
                  <a:schemeClr val="dk1"/>
                </a:solidFill>
                <a:latin typeface="Arial"/>
                <a:ea typeface="Arial"/>
                <a:cs typeface="Arial"/>
                <a:sym typeface="Arial"/>
              </a:rPr>
              <a:t>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Size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 pt</a:t>
            </a:r>
            <a:r>
              <a:rPr lang="en-US" sz="1200" b="0">
                <a:solidFill>
                  <a:schemeClr val="dk1"/>
                </a:solidFill>
                <a:latin typeface="Arial"/>
                <a:ea typeface="Arial"/>
                <a:cs typeface="Arial"/>
                <a:sym typeface="Arial"/>
              </a:rPr>
              <a:t>.</a:t>
            </a:r>
            <a:endParaRPr/>
          </a:p>
          <a:p>
            <a:pPr marL="685800" lvl="1"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90%</a:t>
            </a:r>
            <a:r>
              <a:rPr lang="en-US" sz="1200" b="0">
                <a:solidFill>
                  <a:schemeClr val="dk1"/>
                </a:solidFill>
                <a:latin typeface="Arial"/>
                <a:ea typeface="Arial"/>
                <a:cs typeface="Arial"/>
                <a:sym typeface="Arial"/>
              </a:rPr>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None/>
            </a:pPr>
            <a:r>
              <a:rPr lang="en-US"/>
              <a:t>To reproduce the text effects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Insert</a:t>
            </a:r>
            <a:r>
              <a:rPr lang="en-US" b="0"/>
              <a:t> tab, in the </a:t>
            </a:r>
            <a:r>
              <a:rPr lang="en-US" b="1"/>
              <a:t>Text</a:t>
            </a:r>
            <a:r>
              <a:rPr lang="en-US" b="0"/>
              <a:t> group, click </a:t>
            </a:r>
            <a:r>
              <a:rPr lang="en-US" b="1"/>
              <a:t>Text Box</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text box.</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Enter text in the text box, and then select the text.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group, select </a:t>
            </a:r>
            <a:r>
              <a:rPr lang="en-US" sz="1200" b="1">
                <a:solidFill>
                  <a:schemeClr val="dk1"/>
                </a:solidFill>
                <a:latin typeface="Arial"/>
                <a:ea typeface="Arial"/>
                <a:cs typeface="Arial"/>
                <a:sym typeface="Arial"/>
              </a:rPr>
              <a:t>Garamond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list, select </a:t>
            </a:r>
            <a:r>
              <a:rPr lang="en-US" sz="1200" b="1">
                <a:solidFill>
                  <a:schemeClr val="dk1"/>
                </a:solidFill>
                <a:latin typeface="Arial"/>
                <a:ea typeface="Arial"/>
                <a:cs typeface="Arial"/>
                <a:sym typeface="Arial"/>
              </a:rPr>
              <a:t>54 pt. </a:t>
            </a:r>
            <a:r>
              <a:rPr lang="en-US" sz="1200">
                <a:solidFill>
                  <a:schemeClr val="dk1"/>
                </a:solidFill>
                <a:latin typeface="Arial"/>
                <a:ea typeface="Arial"/>
                <a:cs typeface="Arial"/>
                <a:sym typeface="Arial"/>
              </a:rPr>
              <a:t>from the </a:t>
            </a:r>
            <a:r>
              <a:rPr lang="en-US" sz="1200" b="1">
                <a:solidFill>
                  <a:schemeClr val="dk1"/>
                </a:solidFill>
                <a:latin typeface="Arial"/>
                <a:ea typeface="Arial"/>
                <a:cs typeface="Arial"/>
                <a:sym typeface="Arial"/>
              </a:rPr>
              <a:t>Font</a:t>
            </a:r>
            <a:r>
              <a:rPr lang="en-US" sz="120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Size</a:t>
            </a:r>
            <a:r>
              <a:rPr lang="en-US" sz="1200">
                <a:solidFill>
                  <a:schemeClr val="dk1"/>
                </a:solidFill>
                <a:latin typeface="Arial"/>
                <a:ea typeface="Arial"/>
                <a:cs typeface="Arial"/>
                <a:sym typeface="Arial"/>
              </a:rPr>
              <a:t> list, and then click </a:t>
            </a:r>
            <a:r>
              <a:rPr lang="en-US" sz="1200" b="1">
                <a:solidFill>
                  <a:schemeClr val="dk1"/>
                </a:solidFill>
                <a:latin typeface="Arial"/>
                <a:ea typeface="Arial"/>
                <a:cs typeface="Arial"/>
                <a:sym typeface="Arial"/>
              </a:rPr>
              <a:t>Bold</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sz="1200" b="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Drawing</a:t>
            </a:r>
            <a:r>
              <a:rPr lang="en-US" sz="1200" b="0">
                <a:solidFill>
                  <a:schemeClr val="dk1"/>
                </a:solidFill>
                <a:latin typeface="Arial"/>
                <a:ea typeface="Arial"/>
                <a:cs typeface="Arial"/>
                <a:sym typeface="Arial"/>
              </a:rPr>
              <a:t> </a:t>
            </a:r>
            <a:r>
              <a:rPr lang="en-US" sz="1200" b="1">
                <a:solidFill>
                  <a:schemeClr val="dk1"/>
                </a:solidFill>
                <a:latin typeface="Arial"/>
                <a:ea typeface="Arial"/>
                <a:cs typeface="Arial"/>
                <a:sym typeface="Arial"/>
              </a:rPr>
              <a:t>Tools</a:t>
            </a:r>
            <a:r>
              <a:rPr lang="en-US" sz="1200" b="0">
                <a:solidFill>
                  <a:schemeClr val="dk1"/>
                </a:solidFill>
                <a:latin typeface="Arial"/>
                <a:ea typeface="Arial"/>
                <a:cs typeface="Arial"/>
                <a:sym typeface="Arial"/>
              </a:rPr>
              <a:t>, on the </a:t>
            </a:r>
            <a:r>
              <a:rPr lang="en-US" sz="1200" b="1">
                <a:solidFill>
                  <a:schemeClr val="dk1"/>
                </a:solidFill>
                <a:latin typeface="Arial"/>
                <a:ea typeface="Arial"/>
                <a:cs typeface="Arial"/>
                <a:sym typeface="Arial"/>
              </a:rPr>
              <a:t>Format</a:t>
            </a:r>
            <a:r>
              <a:rPr lang="en-US" sz="1200" b="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WordArt Styles </a:t>
            </a:r>
            <a:r>
              <a:rPr lang="en-US" sz="1200" b="0">
                <a:solidFill>
                  <a:schemeClr val="dk1"/>
                </a:solidFill>
                <a:latin typeface="Arial"/>
                <a:ea typeface="Arial"/>
                <a:cs typeface="Arial"/>
                <a:sym typeface="Arial"/>
              </a:rPr>
              <a:t>group, click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launcher. In the </a:t>
            </a:r>
            <a:r>
              <a:rPr lang="en-US" sz="1200" b="1">
                <a:solidFill>
                  <a:schemeClr val="dk1"/>
                </a:solidFill>
                <a:latin typeface="Arial"/>
                <a:ea typeface="Arial"/>
                <a:cs typeface="Arial"/>
                <a:sym typeface="Arial"/>
              </a:rPr>
              <a:t>Format Text Effects </a:t>
            </a:r>
            <a:r>
              <a:rPr lang="en-US" sz="1200" b="0">
                <a:solidFill>
                  <a:schemeClr val="dk1"/>
                </a:solidFill>
                <a:latin typeface="Arial"/>
                <a:ea typeface="Arial"/>
                <a:cs typeface="Arial"/>
                <a:sym typeface="Arial"/>
              </a:rPr>
              <a:t>dialog box, click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in the left pane, in the </a:t>
            </a:r>
            <a:r>
              <a:rPr lang="en-US" sz="1200" b="1">
                <a:solidFill>
                  <a:schemeClr val="dk1"/>
                </a:solidFill>
                <a:latin typeface="Arial"/>
                <a:ea typeface="Arial"/>
                <a:cs typeface="Arial"/>
                <a:sym typeface="Arial"/>
              </a:rPr>
              <a:t>Shadow</a:t>
            </a:r>
            <a:r>
              <a:rPr lang="en-US" sz="1200" b="0">
                <a:solidFill>
                  <a:schemeClr val="dk1"/>
                </a:solidFill>
                <a:latin typeface="Arial"/>
                <a:ea typeface="Arial"/>
                <a:cs typeface="Arial"/>
                <a:sym typeface="Arial"/>
              </a:rPr>
              <a:t> pane, do the following:</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70%</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Blur</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5 pt</a:t>
            </a:r>
            <a:r>
              <a:rPr lang="en-US" sz="1200" b="0">
                <a:solidFill>
                  <a:schemeClr val="dk1"/>
                </a:solidFill>
                <a:latin typeface="Arial"/>
                <a:ea typeface="Arial"/>
                <a:cs typeface="Arial"/>
                <a:sym typeface="Arial"/>
              </a:rPr>
              <a:t>.</a:t>
            </a:r>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Angle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315°</a:t>
            </a:r>
            <a:r>
              <a:rPr lang="en-US" sz="1200" b="0">
                <a:solidFill>
                  <a:schemeClr val="dk1"/>
                </a:solidFill>
                <a:latin typeface="Arial"/>
                <a:ea typeface="Arial"/>
                <a:cs typeface="Arial"/>
                <a:sym typeface="Arial"/>
              </a:rPr>
              <a:t>.</a:t>
            </a:r>
            <a:endParaRPr sz="1200" b="1">
              <a:solidFill>
                <a:schemeClr val="dk1"/>
              </a:solidFill>
              <a:latin typeface="Arial"/>
              <a:ea typeface="Arial"/>
              <a:cs typeface="Arial"/>
              <a:sym typeface="Arial"/>
            </a:endParaRPr>
          </a:p>
          <a:p>
            <a:pPr marL="628650" lvl="1" indent="-171450" algn="l" rtl="0">
              <a:spcBef>
                <a:spcPts val="0"/>
              </a:spcBef>
              <a:spcAft>
                <a:spcPts val="0"/>
              </a:spcAft>
              <a:buClr>
                <a:schemeClr val="dk1"/>
              </a:buClr>
              <a:buSzPts val="1200"/>
              <a:buFont typeface="Arial"/>
              <a:buChar char="•"/>
            </a:pPr>
            <a:r>
              <a:rPr lang="en-US" sz="1200" b="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Distance</a:t>
            </a:r>
            <a:r>
              <a:rPr lang="en-US" sz="1200" b="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4 pt</a:t>
            </a:r>
            <a:r>
              <a:rPr lang="en-US" sz="1200" b="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startAt="5"/>
            </a:pPr>
            <a:r>
              <a:rPr lang="en-US" sz="1200" b="0">
                <a:solidFill>
                  <a:schemeClr val="dk1"/>
                </a:solidFill>
                <a:latin typeface="Arial"/>
                <a:ea typeface="Arial"/>
                <a:cs typeface="Arial"/>
                <a:sym typeface="Arial"/>
              </a:rPr>
              <a:t>Drag the text box inside the rectangle and on the right side of the slide.</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first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Picture or texture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Stationary</a:t>
            </a:r>
            <a:r>
              <a:rPr lang="en-US"/>
              <a:t> (fourth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Shape</a:t>
            </a:r>
            <a:r>
              <a:rPr lang="en-US"/>
              <a:t> dialog box, click </a:t>
            </a:r>
            <a:r>
              <a:rPr lang="en-US" b="1"/>
              <a:t>Line Color </a:t>
            </a:r>
            <a:r>
              <a:rPr lang="en-US"/>
              <a:t>in the left pane, in the </a:t>
            </a:r>
            <a:r>
              <a:rPr lang="en-US" b="1"/>
              <a:t>Line Color </a:t>
            </a:r>
            <a:r>
              <a:rPr lang="en-US"/>
              <a:t>pane, click </a:t>
            </a:r>
            <a:r>
              <a:rPr lang="en-US" b="1"/>
              <a:t>No</a:t>
            </a:r>
            <a:r>
              <a:rPr lang="en-US"/>
              <a:t> </a:t>
            </a:r>
            <a:r>
              <a:rPr lang="en-US" b="1"/>
              <a:t>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Clipboard</a:t>
            </a:r>
            <a:r>
              <a:rPr lang="en-US"/>
              <a:t> group, click </a:t>
            </a:r>
            <a:r>
              <a:rPr lang="en-US" b="1"/>
              <a:t>Copy</a:t>
            </a:r>
            <a:r>
              <a:rPr lang="en-US"/>
              <a:t>.</a:t>
            </a:r>
            <a:endParaRPr/>
          </a:p>
          <a:p>
            <a:pPr marL="228600" lvl="0" indent="-228600" algn="l" rtl="0">
              <a:spcBef>
                <a:spcPts val="0"/>
              </a:spcBef>
              <a:spcAft>
                <a:spcPts val="0"/>
              </a:spcAft>
              <a:buClr>
                <a:schemeClr val="dk1"/>
              </a:buClr>
              <a:buSzPts val="1200"/>
              <a:buFont typeface="Arial"/>
              <a:buAutoNum type="arabicPeriod"/>
            </a:pPr>
            <a:r>
              <a:rPr lang="en-US"/>
              <a:t>Press DELETE to delete the rectangle.</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on the </a:t>
            </a:r>
            <a:r>
              <a:rPr lang="en-US" sz="1200" b="1">
                <a:solidFill>
                  <a:schemeClr val="dk1"/>
                </a:solidFill>
                <a:latin typeface="Arial"/>
                <a:ea typeface="Arial"/>
                <a:cs typeface="Arial"/>
                <a:sym typeface="Arial"/>
              </a:rPr>
              <a:t>Home</a:t>
            </a:r>
            <a:r>
              <a:rPr lang="en-US" sz="1200">
                <a:solidFill>
                  <a:schemeClr val="dk1"/>
                </a:solidFill>
                <a:latin typeface="Arial"/>
                <a:ea typeface="Arial"/>
                <a:cs typeface="Arial"/>
                <a:sym typeface="Arial"/>
              </a:rPr>
              <a:t> tab, in the </a:t>
            </a:r>
            <a:r>
              <a:rPr lang="en-US" sz="1200" b="1">
                <a:solidFill>
                  <a:schemeClr val="dk1"/>
                </a:solidFill>
                <a:latin typeface="Arial"/>
                <a:ea typeface="Arial"/>
                <a:cs typeface="Arial"/>
                <a:sym typeface="Arial"/>
              </a:rPr>
              <a:t>Clipboard</a:t>
            </a:r>
            <a:r>
              <a:rPr lang="en-US" sz="1200">
                <a:solidFill>
                  <a:schemeClr val="dk1"/>
                </a:solidFill>
                <a:latin typeface="Arial"/>
                <a:ea typeface="Arial"/>
                <a:cs typeface="Arial"/>
                <a:sym typeface="Arial"/>
              </a:rPr>
              <a:t> group, click the arrow below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select </a:t>
            </a:r>
            <a:r>
              <a:rPr lang="en-US" sz="1200" b="1">
                <a:solidFill>
                  <a:schemeClr val="dk1"/>
                </a:solidFill>
                <a:latin typeface="Arial"/>
                <a:ea typeface="Arial"/>
                <a:cs typeface="Arial"/>
                <a:sym typeface="Arial"/>
              </a:rPr>
              <a:t>Paste Special</a:t>
            </a:r>
            <a:r>
              <a:rPr lang="en-US" sz="1200">
                <a:solidFill>
                  <a:schemeClr val="dk1"/>
                </a:solidFill>
                <a:latin typeface="Arial"/>
                <a:ea typeface="Arial"/>
                <a:cs typeface="Arial"/>
                <a:sym typeface="Arial"/>
              </a:rPr>
              <a:t>. In the </a:t>
            </a:r>
            <a:r>
              <a:rPr lang="en-US" sz="1200" b="1">
                <a:solidFill>
                  <a:schemeClr val="dk1"/>
                </a:solidFill>
                <a:latin typeface="Arial"/>
                <a:ea typeface="Arial"/>
                <a:cs typeface="Arial"/>
                <a:sym typeface="Arial"/>
              </a:rPr>
              <a:t>Paste Special </a:t>
            </a:r>
            <a:r>
              <a:rPr lang="en-US" sz="1200">
                <a:solidFill>
                  <a:schemeClr val="dk1"/>
                </a:solidFill>
                <a:latin typeface="Arial"/>
                <a:ea typeface="Arial"/>
                <a:cs typeface="Arial"/>
                <a:sym typeface="Arial"/>
              </a:rPr>
              <a:t>dialog box, select </a:t>
            </a:r>
            <a:r>
              <a:rPr lang="en-US" sz="1200" b="1">
                <a:solidFill>
                  <a:schemeClr val="dk1"/>
                </a:solidFill>
                <a:latin typeface="Arial"/>
                <a:ea typeface="Arial"/>
                <a:cs typeface="Arial"/>
                <a:sym typeface="Arial"/>
              </a:rPr>
              <a:t>Paste</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select </a:t>
            </a:r>
            <a:r>
              <a:rPr lang="en-US" sz="1200" b="1">
                <a:solidFill>
                  <a:schemeClr val="dk1"/>
                </a:solidFill>
                <a:latin typeface="Arial"/>
                <a:ea typeface="Arial"/>
                <a:cs typeface="Arial"/>
                <a:sym typeface="Arial"/>
              </a:rPr>
              <a:t>Picture (PNG)</a:t>
            </a:r>
            <a:r>
              <a:rPr lang="en-US" sz="1200">
                <a:solidFill>
                  <a:schemeClr val="dk1"/>
                </a:solidFill>
                <a:latin typeface="Arial"/>
                <a:ea typeface="Arial"/>
                <a:cs typeface="Arial"/>
                <a:sym typeface="Arial"/>
              </a:rPr>
              <a:t>.</a:t>
            </a:r>
            <a:endParaRPr/>
          </a:p>
          <a:p>
            <a:pPr marL="228600" lvl="0" indent="-228600" algn="l" rtl="0">
              <a:spcBef>
                <a:spcPts val="0"/>
              </a:spcBef>
              <a:spcAft>
                <a:spcPts val="0"/>
              </a:spcAft>
              <a:buClr>
                <a:schemeClr val="dk1"/>
              </a:buClr>
              <a:buSzPts val="1200"/>
              <a:buFont typeface="Arial"/>
              <a:buAutoNum type="arabicPeriod"/>
            </a:pPr>
            <a:r>
              <a:rPr lang="en-US"/>
              <a:t>Select the picture. Under </a:t>
            </a:r>
            <a:r>
              <a:rPr lang="en-US" b="1"/>
              <a:t>Picture Tools</a:t>
            </a:r>
            <a:r>
              <a:rPr lang="en-US"/>
              <a:t>, on the </a:t>
            </a:r>
            <a:r>
              <a:rPr lang="en-US" b="1"/>
              <a:t>Format</a:t>
            </a:r>
            <a:r>
              <a:rPr lang="en-US"/>
              <a:t> tab, in the </a:t>
            </a:r>
            <a:r>
              <a:rPr lang="en-US" b="1"/>
              <a:t>Adjust</a:t>
            </a:r>
            <a:r>
              <a:rPr lang="en-US"/>
              <a:t> group, click </a:t>
            </a:r>
            <a:r>
              <a:rPr lang="en-US" b="1"/>
              <a:t>Artistic Effects</a:t>
            </a:r>
            <a:r>
              <a:rPr lang="en-US"/>
              <a:t>, and then click </a:t>
            </a:r>
            <a:r>
              <a:rPr lang="en-US" b="1"/>
              <a:t>Artistic Effects Options</a:t>
            </a:r>
            <a:r>
              <a:rPr lang="en-US"/>
              <a:t>. In the </a:t>
            </a:r>
            <a:r>
              <a:rPr lang="en-US" b="1"/>
              <a:t>Format</a:t>
            </a:r>
            <a:r>
              <a:rPr lang="en-US"/>
              <a:t> </a:t>
            </a:r>
            <a:r>
              <a:rPr lang="en-US" b="1"/>
              <a:t>Picture</a:t>
            </a:r>
            <a:r>
              <a:rPr lang="en-US"/>
              <a:t> 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and then click </a:t>
            </a:r>
            <a:r>
              <a:rPr lang="en-US" b="1"/>
              <a:t>Paint Brush </a:t>
            </a:r>
            <a:r>
              <a:rPr lang="en-US"/>
              <a:t>(second row).</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Artistic Effects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Transparency</a:t>
            </a:r>
            <a:r>
              <a:rPr lang="en-US"/>
              <a:t> box, enter </a:t>
            </a:r>
            <a:r>
              <a:rPr lang="en-US" b="1"/>
              <a:t>15%</a:t>
            </a:r>
            <a:r>
              <a:rPr lang="en-US"/>
              <a:t>.</a:t>
            </a:r>
            <a:endParaRPr/>
          </a:p>
          <a:p>
            <a:pPr marL="685800" lvl="1" indent="-228600" algn="l" rtl="0">
              <a:spcBef>
                <a:spcPts val="0"/>
              </a:spcBef>
              <a:spcAft>
                <a:spcPts val="0"/>
              </a:spcAft>
              <a:buClr>
                <a:schemeClr val="dk1"/>
              </a:buClr>
              <a:buSzPts val="1200"/>
              <a:buFont typeface="Arial"/>
              <a:buAutoNum type="arabicPeriod"/>
            </a:pPr>
            <a:r>
              <a:rPr lang="en-US"/>
              <a:t>In the </a:t>
            </a:r>
            <a:r>
              <a:rPr lang="en-US" b="1"/>
              <a:t>Brush Size </a:t>
            </a:r>
            <a:r>
              <a:rPr lang="en-US"/>
              <a:t>box, enter </a:t>
            </a:r>
            <a:r>
              <a:rPr lang="en-US" b="1"/>
              <a:t>2</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Color </a:t>
            </a:r>
            <a:r>
              <a:rPr lang="en-US"/>
              <a:t>in the left pane, in the </a:t>
            </a:r>
            <a:r>
              <a:rPr lang="en-US" b="1"/>
              <a:t>Picture Color </a:t>
            </a:r>
            <a:r>
              <a:rPr lang="en-US"/>
              <a:t>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Saturation</a:t>
            </a:r>
            <a:r>
              <a:rPr lang="en-US"/>
              <a:t>, in the </a:t>
            </a:r>
            <a:r>
              <a:rPr lang="en-US" b="1"/>
              <a:t>Saturation</a:t>
            </a:r>
            <a:r>
              <a:rPr lang="en-US"/>
              <a:t> box, enter </a:t>
            </a:r>
            <a:r>
              <a:rPr lang="en-US" b="1"/>
              <a:t>200%</a:t>
            </a:r>
            <a:r>
              <a:rPr lang="en-US"/>
              <a:t>.</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Color Tone</a:t>
            </a:r>
            <a:r>
              <a:rPr lang="en-US"/>
              <a:t>, click the button next to </a:t>
            </a:r>
            <a:r>
              <a:rPr lang="en-US" b="1"/>
              <a:t>Presets</a:t>
            </a:r>
            <a:r>
              <a:rPr lang="en-US"/>
              <a:t> and then click </a:t>
            </a:r>
            <a:r>
              <a:rPr lang="en-US" b="1"/>
              <a:t>Temperature: 5,300 K</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Format Picture dialog box, click Picture Corrections in the left pane, in the Picture Corrections pane, do the following:</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Sharpen and Soften</a:t>
            </a:r>
            <a:r>
              <a:rPr lang="en-US"/>
              <a:t>, in the box next to </a:t>
            </a:r>
            <a:r>
              <a:rPr lang="en-US" b="1"/>
              <a:t>Sharpen</a:t>
            </a:r>
            <a:r>
              <a:rPr lang="en-US"/>
              <a:t>, enter </a:t>
            </a:r>
            <a:r>
              <a:rPr lang="en-US" b="1"/>
              <a:t>-70%.</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Brightness and Contrast</a:t>
            </a:r>
            <a:r>
              <a:rPr lang="en-US"/>
              <a:t>, in the </a:t>
            </a:r>
            <a:r>
              <a:rPr lang="en-US" b="1"/>
              <a:t>Contrast</a:t>
            </a:r>
            <a:r>
              <a:rPr lang="en-US"/>
              <a:t> box, enter </a:t>
            </a:r>
            <a:r>
              <a:rPr lang="en-US" b="1"/>
              <a:t>-10%</a:t>
            </a:r>
            <a:r>
              <a:rPr lang="en-US" b="0"/>
              <a:t>.</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a:t>
            </a:r>
            <a:r>
              <a:rPr lang="en-US" b="1"/>
              <a:t>Arrange</a:t>
            </a:r>
            <a:r>
              <a:rPr lang="en-US"/>
              <a:t>, and then click </a:t>
            </a:r>
            <a:r>
              <a:rPr lang="en-US" b="1"/>
              <a:t>Send to Back</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second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a:t>On the </a:t>
            </a:r>
            <a:r>
              <a:rPr lang="en-US" b="1"/>
              <a:t>Home</a:t>
            </a:r>
            <a:r>
              <a:rPr lang="en-US"/>
              <a:t> tab, in the </a:t>
            </a:r>
            <a:r>
              <a:rPr lang="en-US" b="1"/>
              <a:t>Drawing</a:t>
            </a:r>
            <a:r>
              <a:rPr lang="en-US"/>
              <a:t> group, click the button next to </a:t>
            </a:r>
            <a:r>
              <a:rPr lang="en-US" b="1"/>
              <a:t>Shapes</a:t>
            </a:r>
            <a:r>
              <a:rPr lang="en-US"/>
              <a:t>, and then under </a:t>
            </a:r>
            <a:r>
              <a:rPr lang="en-US" b="1"/>
              <a:t>Rectangles</a:t>
            </a:r>
            <a:r>
              <a:rPr lang="en-US"/>
              <a:t> click </a:t>
            </a:r>
            <a:r>
              <a:rPr lang="en-US" b="1"/>
              <a:t>Rectangle</a:t>
            </a:r>
            <a:r>
              <a:rPr lang="en-US"/>
              <a:t>.</a:t>
            </a:r>
            <a:endParaRPr/>
          </a:p>
          <a:p>
            <a:pPr marL="228600" lvl="0" indent="-228600" algn="l" rtl="0">
              <a:spcBef>
                <a:spcPts val="0"/>
              </a:spcBef>
              <a:spcAft>
                <a:spcPts val="0"/>
              </a:spcAft>
              <a:buClr>
                <a:schemeClr val="dk1"/>
              </a:buClr>
              <a:buSzPts val="1200"/>
              <a:buFont typeface="Arial"/>
              <a:buAutoNum type="arabicPeriod"/>
            </a:pPr>
            <a:r>
              <a:rPr lang="en-US"/>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a:t>Select the rectangle. Under </a:t>
            </a:r>
            <a:r>
              <a:rPr lang="en-US" b="1"/>
              <a:t>Drawing Tools</a:t>
            </a:r>
            <a:r>
              <a:rPr lang="en-US"/>
              <a:t>, on the </a:t>
            </a:r>
            <a:r>
              <a:rPr lang="en-US" b="1"/>
              <a:t>Format</a:t>
            </a:r>
            <a:r>
              <a:rPr lang="en-US"/>
              <a:t> tab, in the </a:t>
            </a:r>
            <a:r>
              <a:rPr lang="en-US" b="1"/>
              <a:t>Shape Styles </a:t>
            </a:r>
            <a:r>
              <a:rPr lang="en-US"/>
              <a:t>group, click the </a:t>
            </a:r>
            <a:r>
              <a:rPr lang="en-US" b="1"/>
              <a:t>Format Shape </a:t>
            </a:r>
            <a:r>
              <a:rPr lang="en-US"/>
              <a:t>dialog box launcher. In the </a:t>
            </a:r>
            <a:r>
              <a:rPr lang="en-US" b="1"/>
              <a:t>Format Shape </a:t>
            </a:r>
            <a:r>
              <a:rPr lang="en-US"/>
              <a:t>dialog box, click </a:t>
            </a:r>
            <a:r>
              <a:rPr lang="en-US" b="1"/>
              <a:t>Fill</a:t>
            </a:r>
            <a:r>
              <a:rPr lang="en-US"/>
              <a:t> in the left pane, in the </a:t>
            </a:r>
            <a:r>
              <a:rPr lang="en-US" b="1"/>
              <a:t>Fill</a:t>
            </a:r>
            <a:r>
              <a:rPr lang="en-US"/>
              <a:t> pane, click </a:t>
            </a:r>
            <a:r>
              <a:rPr lang="en-US" b="1"/>
              <a:t>Gradient fill</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Type</a:t>
            </a:r>
            <a:r>
              <a:rPr lang="en-US"/>
              <a:t> list, select </a:t>
            </a:r>
            <a:r>
              <a:rPr lang="en-US" b="1"/>
              <a:t>Linear</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In the </a:t>
            </a:r>
            <a:r>
              <a:rPr lang="en-US" b="1"/>
              <a:t>Angle</a:t>
            </a:r>
            <a:r>
              <a:rPr lang="en-US"/>
              <a:t> box, enter </a:t>
            </a:r>
            <a:r>
              <a:rPr lang="en-US" b="1"/>
              <a:t>160°</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sz="1200">
                <a:solidFill>
                  <a:schemeClr val="dk1"/>
                </a:solidFill>
                <a:latin typeface="Arial"/>
                <a:ea typeface="Arial"/>
                <a:cs typeface="Arial"/>
                <a:sym typeface="Arial"/>
              </a:rPr>
              <a:t>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Add gradient stop</a:t>
            </a:r>
            <a:r>
              <a:rPr lang="en-US" sz="1200">
                <a:solidFill>
                  <a:schemeClr val="dk1"/>
                </a:solidFill>
                <a:latin typeface="Arial"/>
                <a:ea typeface="Arial"/>
                <a:cs typeface="Arial"/>
                <a:sym typeface="Arial"/>
              </a:rPr>
              <a:t> or </a:t>
            </a:r>
            <a:r>
              <a:rPr lang="en-US" sz="1200" b="1">
                <a:solidFill>
                  <a:schemeClr val="dk1"/>
                </a:solidFill>
                <a:latin typeface="Arial"/>
                <a:ea typeface="Arial"/>
                <a:cs typeface="Arial"/>
                <a:sym typeface="Arial"/>
              </a:rPr>
              <a:t>Remove gradient stop</a:t>
            </a:r>
            <a:r>
              <a:rPr lang="en-US" sz="1200">
                <a:solidFill>
                  <a:schemeClr val="dk1"/>
                </a:solidFill>
                <a:latin typeface="Arial"/>
                <a:ea typeface="Arial"/>
                <a:cs typeface="Arial"/>
                <a:sym typeface="Arial"/>
              </a:rPr>
              <a:t> until four stops appear in the slider.</a:t>
            </a:r>
            <a:endParaRPr/>
          </a:p>
          <a:p>
            <a:pPr marL="228600" lvl="0" indent="-228600" algn="l" rtl="0">
              <a:spcBef>
                <a:spcPts val="0"/>
              </a:spcBef>
              <a:spcAft>
                <a:spcPts val="0"/>
              </a:spcAft>
              <a:buClr>
                <a:schemeClr val="dk1"/>
              </a:buClr>
              <a:buSzPts val="1200"/>
              <a:buFont typeface="Arial"/>
              <a:buAutoNum type="arabicPeriod"/>
            </a:pPr>
            <a:r>
              <a:rPr lang="en-US" sz="1200">
                <a:solidFill>
                  <a:schemeClr val="dk1"/>
                </a:solidFill>
                <a:latin typeface="Arial"/>
                <a:ea typeface="Arial"/>
                <a:cs typeface="Arial"/>
                <a:sym typeface="Arial"/>
              </a:rPr>
              <a:t>Also under </a:t>
            </a:r>
            <a:r>
              <a:rPr lang="en-US" sz="1200" b="1">
                <a:solidFill>
                  <a:schemeClr val="dk1"/>
                </a:solidFill>
                <a:latin typeface="Arial"/>
                <a:ea typeface="Arial"/>
                <a:cs typeface="Arial"/>
                <a:sym typeface="Arial"/>
              </a:rPr>
              <a:t>Gradient stops</a:t>
            </a:r>
            <a:r>
              <a:rPr lang="en-US" sz="1200">
                <a:solidFill>
                  <a:schemeClr val="dk1"/>
                </a:solidFill>
                <a:latin typeface="Arial"/>
                <a:ea typeface="Arial"/>
                <a:cs typeface="Arial"/>
                <a:sym typeface="Arial"/>
              </a:rPr>
              <a:t>, customize the gradient stops as follows:</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first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and then under </a:t>
            </a:r>
            <a:r>
              <a:rPr lang="en-US" sz="1200" b="1">
                <a:solidFill>
                  <a:schemeClr val="dk1"/>
                </a:solidFill>
                <a:latin typeface="Arial"/>
                <a:ea typeface="Arial"/>
                <a:cs typeface="Arial"/>
                <a:sym typeface="Arial"/>
              </a:rPr>
              <a:t>Theme Colors</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Black, Text 1 </a:t>
            </a:r>
            <a:r>
              <a:rPr lang="en-US" sz="1200">
                <a:solidFill>
                  <a:schemeClr val="dk1"/>
                </a:solidFill>
                <a:latin typeface="Arial"/>
                <a:ea typeface="Arial"/>
                <a:cs typeface="Arial"/>
                <a:sym typeface="Arial"/>
              </a:rPr>
              <a:t>(first row).</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29%</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36</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25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15</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 </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next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68%</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104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71</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34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68%</a:t>
            </a:r>
            <a:endParaRPr/>
          </a:p>
          <a:p>
            <a:pPr marL="628650" lvl="1"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Select the last stop in the slider, and then do the following: </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Position </a:t>
            </a:r>
            <a:r>
              <a:rPr lang="en-US" sz="1200">
                <a:solidFill>
                  <a:schemeClr val="dk1"/>
                </a:solidFill>
                <a:latin typeface="Arial"/>
                <a:ea typeface="Arial"/>
                <a:cs typeface="Arial"/>
                <a:sym typeface="Arial"/>
              </a:rPr>
              <a:t>box, enter </a:t>
            </a:r>
            <a:r>
              <a:rPr lang="en-US" sz="1200" b="1">
                <a:solidFill>
                  <a:schemeClr val="dk1"/>
                </a:solidFill>
                <a:latin typeface="Arial"/>
                <a:ea typeface="Arial"/>
                <a:cs typeface="Arial"/>
                <a:sym typeface="Arial"/>
              </a:rPr>
              <a:t>100%</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Click the button next to </a:t>
            </a:r>
            <a:r>
              <a:rPr lang="en-US" sz="1200" b="1">
                <a:solidFill>
                  <a:schemeClr val="dk1"/>
                </a:solidFill>
                <a:latin typeface="Arial"/>
                <a:ea typeface="Arial"/>
                <a:cs typeface="Arial"/>
                <a:sym typeface="Arial"/>
              </a:rPr>
              <a:t>Color</a:t>
            </a:r>
            <a:r>
              <a:rPr lang="en-US" sz="1200">
                <a:solidFill>
                  <a:schemeClr val="dk1"/>
                </a:solidFill>
                <a:latin typeface="Arial"/>
                <a:ea typeface="Arial"/>
                <a:cs typeface="Arial"/>
                <a:sym typeface="Arial"/>
              </a:rPr>
              <a:t>, click </a:t>
            </a:r>
            <a:r>
              <a:rPr lang="en-US" sz="1200" b="1">
                <a:solidFill>
                  <a:schemeClr val="dk1"/>
                </a:solidFill>
                <a:latin typeface="Arial"/>
                <a:ea typeface="Arial"/>
                <a:cs typeface="Arial"/>
                <a:sym typeface="Arial"/>
              </a:rPr>
              <a:t>More Colors</a:t>
            </a:r>
            <a:r>
              <a:rPr lang="en-US" sz="1200">
                <a:solidFill>
                  <a:schemeClr val="dk1"/>
                </a:solidFill>
                <a:latin typeface="Arial"/>
                <a:ea typeface="Arial"/>
                <a:cs typeface="Arial"/>
                <a:sym typeface="Arial"/>
              </a:rPr>
              <a:t>, and then in the </a:t>
            </a:r>
            <a:r>
              <a:rPr lang="en-US" sz="1200" b="1">
                <a:solidFill>
                  <a:schemeClr val="dk1"/>
                </a:solidFill>
                <a:latin typeface="Arial"/>
                <a:ea typeface="Arial"/>
                <a:cs typeface="Arial"/>
                <a:sym typeface="Arial"/>
              </a:rPr>
              <a:t>Colors</a:t>
            </a:r>
            <a:r>
              <a:rPr lang="en-US" sz="1200">
                <a:solidFill>
                  <a:schemeClr val="dk1"/>
                </a:solidFill>
                <a:latin typeface="Arial"/>
                <a:ea typeface="Arial"/>
                <a:cs typeface="Arial"/>
                <a:sym typeface="Arial"/>
              </a:rPr>
              <a:t> dialog box, on the </a:t>
            </a:r>
            <a:r>
              <a:rPr lang="en-US" sz="1200" b="1">
                <a:solidFill>
                  <a:schemeClr val="dk1"/>
                </a:solidFill>
                <a:latin typeface="Arial"/>
                <a:ea typeface="Arial"/>
                <a:cs typeface="Arial"/>
                <a:sym typeface="Arial"/>
              </a:rPr>
              <a:t>Custom</a:t>
            </a:r>
            <a:r>
              <a:rPr lang="en-US" sz="1200">
                <a:solidFill>
                  <a:schemeClr val="dk1"/>
                </a:solidFill>
                <a:latin typeface="Arial"/>
                <a:ea typeface="Arial"/>
                <a:cs typeface="Arial"/>
                <a:sym typeface="Arial"/>
              </a:rPr>
              <a:t> tab, enter values for Red: </a:t>
            </a:r>
            <a:r>
              <a:rPr lang="en-US" sz="1200" b="1">
                <a:solidFill>
                  <a:schemeClr val="dk1"/>
                </a:solidFill>
                <a:latin typeface="Arial"/>
                <a:ea typeface="Arial"/>
                <a:cs typeface="Arial"/>
                <a:sym typeface="Arial"/>
              </a:rPr>
              <a:t>84</a:t>
            </a:r>
            <a:r>
              <a:rPr lang="en-US" sz="1200">
                <a:solidFill>
                  <a:schemeClr val="dk1"/>
                </a:solidFill>
                <a:latin typeface="Arial"/>
                <a:ea typeface="Arial"/>
                <a:cs typeface="Arial"/>
                <a:sym typeface="Arial"/>
              </a:rPr>
              <a:t>, Green: </a:t>
            </a:r>
            <a:r>
              <a:rPr lang="en-US" sz="1200" b="1">
                <a:solidFill>
                  <a:schemeClr val="dk1"/>
                </a:solidFill>
                <a:latin typeface="Arial"/>
                <a:ea typeface="Arial"/>
                <a:cs typeface="Arial"/>
                <a:sym typeface="Arial"/>
              </a:rPr>
              <a:t>65</a:t>
            </a:r>
            <a:r>
              <a:rPr lang="en-US" sz="1200">
                <a:solidFill>
                  <a:schemeClr val="dk1"/>
                </a:solidFill>
                <a:latin typeface="Arial"/>
                <a:ea typeface="Arial"/>
                <a:cs typeface="Arial"/>
                <a:sym typeface="Arial"/>
              </a:rPr>
              <a:t>, and Blue: </a:t>
            </a:r>
            <a:r>
              <a:rPr lang="en-US" sz="1200" b="1">
                <a:solidFill>
                  <a:schemeClr val="dk1"/>
                </a:solidFill>
                <a:latin typeface="Arial"/>
                <a:ea typeface="Arial"/>
                <a:cs typeface="Arial"/>
                <a:sym typeface="Arial"/>
              </a:rPr>
              <a:t>54</a:t>
            </a:r>
            <a:r>
              <a:rPr lang="en-US" sz="1200">
                <a:solidFill>
                  <a:schemeClr val="dk1"/>
                </a:solidFill>
                <a:latin typeface="Arial"/>
                <a:ea typeface="Arial"/>
                <a:cs typeface="Arial"/>
                <a:sym typeface="Arial"/>
              </a:rPr>
              <a:t>.</a:t>
            </a:r>
            <a:endParaRPr/>
          </a:p>
          <a:p>
            <a:pPr marL="1085850" lvl="2" indent="-171450" algn="l" rtl="0">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 the </a:t>
            </a:r>
            <a:r>
              <a:rPr lang="en-US" sz="1200" b="1">
                <a:solidFill>
                  <a:schemeClr val="dk1"/>
                </a:solidFill>
                <a:latin typeface="Arial"/>
                <a:ea typeface="Arial"/>
                <a:cs typeface="Arial"/>
                <a:sym typeface="Arial"/>
              </a:rPr>
              <a:t>Transparency</a:t>
            </a:r>
            <a:r>
              <a:rPr lang="en-US" sz="1200">
                <a:solidFill>
                  <a:schemeClr val="dk1"/>
                </a:solidFill>
                <a:latin typeface="Arial"/>
                <a:ea typeface="Arial"/>
                <a:cs typeface="Arial"/>
                <a:sym typeface="Arial"/>
              </a:rPr>
              <a:t> box, enter </a:t>
            </a:r>
            <a:r>
              <a:rPr lang="en-US" sz="1200" b="1">
                <a:solidFill>
                  <a:schemeClr val="dk1"/>
                </a:solidFill>
                <a:latin typeface="Arial"/>
                <a:ea typeface="Arial"/>
                <a:cs typeface="Arial"/>
                <a:sym typeface="Arial"/>
              </a:rPr>
              <a:t>37%</a:t>
            </a:r>
            <a:r>
              <a:rPr lang="en-US" sz="1200">
                <a:solidFill>
                  <a:schemeClr val="dk1"/>
                </a:solidFill>
                <a:latin typeface="Arial"/>
                <a:ea typeface="Arial"/>
                <a:cs typeface="Arial"/>
                <a:sym typeface="Arial"/>
              </a:rPr>
              <a:t>. </a:t>
            </a:r>
            <a:endParaRPr/>
          </a:p>
          <a:p>
            <a:pPr marL="228600" lvl="0" indent="-228600" algn="l" rtl="0">
              <a:spcBef>
                <a:spcPts val="0"/>
              </a:spcBef>
              <a:spcAft>
                <a:spcPts val="0"/>
              </a:spcAft>
              <a:buClr>
                <a:schemeClr val="dk1"/>
              </a:buClr>
              <a:buSzPts val="1200"/>
              <a:buFont typeface="Arial"/>
              <a:buAutoNum type="arabicPeriod" startAt="5"/>
            </a:pPr>
            <a:r>
              <a:rPr lang="en-US" b="0"/>
              <a:t>Also in the </a:t>
            </a:r>
            <a:r>
              <a:rPr lang="en-US" b="1"/>
              <a:t>Format Shape </a:t>
            </a:r>
            <a:r>
              <a:rPr lang="en-US" b="0"/>
              <a:t>dialog box, click </a:t>
            </a:r>
            <a:r>
              <a:rPr lang="en-US" b="1"/>
              <a:t>Line Color </a:t>
            </a:r>
            <a:r>
              <a:rPr lang="en-US" b="0"/>
              <a:t>in the left pane, in the </a:t>
            </a:r>
            <a:r>
              <a:rPr lang="en-US" b="1"/>
              <a:t>Line Color </a:t>
            </a:r>
            <a:r>
              <a:rPr lang="en-US" b="0"/>
              <a:t>pane, select </a:t>
            </a:r>
            <a:r>
              <a:rPr lang="en-US" b="1"/>
              <a:t>No line</a:t>
            </a:r>
            <a:r>
              <a:rPr lang="en-US" b="0"/>
              <a:t>.</a:t>
            </a:r>
            <a:endParaRPr/>
          </a:p>
          <a:p>
            <a:pPr marL="228600" marR="0" lvl="0" indent="-228600" algn="l" rtl="0">
              <a:lnSpc>
                <a:spcPct val="100000"/>
              </a:lnSpc>
              <a:spcBef>
                <a:spcPts val="0"/>
              </a:spcBef>
              <a:spcAft>
                <a:spcPts val="0"/>
              </a:spcAft>
              <a:buClr>
                <a:schemeClr val="dk1"/>
              </a:buClr>
              <a:buSzPts val="1200"/>
              <a:buFont typeface="Arial"/>
              <a:buAutoNum type="arabicPeriod" startAt="5"/>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b="0"/>
          </a:p>
          <a:p>
            <a:pPr marL="228600" lvl="0" indent="-228600" algn="l" rtl="0">
              <a:spcBef>
                <a:spcPts val="0"/>
              </a:spcBef>
              <a:spcAft>
                <a:spcPts val="0"/>
              </a:spcAft>
              <a:buClr>
                <a:schemeClr val="dk1"/>
              </a:buClr>
              <a:buSzPts val="1200"/>
              <a:buFont typeface="Arial"/>
              <a:buAutoNum type="arabicPeriod" startAt="5"/>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endParaRPr b="1"/>
          </a:p>
          <a:p>
            <a:pPr marL="0" lvl="0" indent="0" algn="l" rtl="0">
              <a:spcBef>
                <a:spcPts val="0"/>
              </a:spcBef>
              <a:spcAft>
                <a:spcPts val="0"/>
              </a:spcAft>
              <a:buClr>
                <a:schemeClr val="dk1"/>
              </a:buClr>
              <a:buSzPts val="1200"/>
              <a:buFont typeface="Arial"/>
              <a:buNone/>
            </a:pPr>
            <a:r>
              <a:rPr lang="en-US" b="0"/>
              <a:t>To reproduce the third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the button next to </a:t>
            </a:r>
            <a:r>
              <a:rPr lang="en-US" b="1"/>
              <a:t>Texture</a:t>
            </a:r>
            <a:r>
              <a:rPr lang="en-US"/>
              <a:t>, and then click </a:t>
            </a:r>
            <a:r>
              <a:rPr lang="en-US" b="1"/>
              <a:t>Cork </a:t>
            </a:r>
            <a:r>
              <a:rPr lang="en-US"/>
              <a:t>(fifth row).</a:t>
            </a:r>
            <a:endParaRPr/>
          </a:p>
          <a:p>
            <a:pPr marL="685800" lvl="1" indent="-228600" algn="l" rtl="0">
              <a:spcBef>
                <a:spcPts val="0"/>
              </a:spcBef>
              <a:spcAft>
                <a:spcPts val="0"/>
              </a:spcAft>
              <a:buClr>
                <a:schemeClr val="dk1"/>
              </a:buClr>
              <a:buSzPts val="1200"/>
              <a:buFont typeface="Arial"/>
              <a:buAutoNum type="arabicPeriod"/>
            </a:pPr>
            <a:r>
              <a:rPr lang="en-US"/>
              <a:t>Clear the </a:t>
            </a:r>
            <a:r>
              <a:rPr lang="en-US" b="1"/>
              <a:t>Tile picture as texture </a:t>
            </a:r>
            <a:r>
              <a:rPr lang="en-US"/>
              <a:t>check box.</a:t>
            </a:r>
            <a:endParaRPr/>
          </a:p>
          <a:p>
            <a:pPr marL="685800" lvl="1" indent="-228600" algn="l" rtl="0">
              <a:spcBef>
                <a:spcPts val="0"/>
              </a:spcBef>
              <a:spcAft>
                <a:spcPts val="0"/>
              </a:spcAft>
              <a:buClr>
                <a:schemeClr val="dk1"/>
              </a:buClr>
              <a:buSzPts val="1200"/>
              <a:buFont typeface="Arial"/>
              <a:buAutoNum type="arabicPeriod"/>
            </a:pPr>
            <a:r>
              <a:rPr lang="en-US"/>
              <a:t>Under </a:t>
            </a:r>
            <a:r>
              <a:rPr lang="en-US" b="1"/>
              <a:t>Stretch options</a:t>
            </a:r>
            <a:r>
              <a:rPr lang="en-US"/>
              <a:t>, in the </a:t>
            </a:r>
            <a:r>
              <a:rPr lang="en-US" b="1"/>
              <a:t>Transparency</a:t>
            </a:r>
            <a:r>
              <a:rPr lang="en-US"/>
              <a:t> box, enter </a:t>
            </a:r>
            <a:r>
              <a:rPr lang="en-US" b="1"/>
              <a:t>84%</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Paint Brush </a:t>
            </a:r>
            <a:r>
              <a:rPr lang="en-US"/>
              <a:t>(second row), and then in the </a:t>
            </a:r>
            <a:r>
              <a:rPr lang="en-US" b="1"/>
              <a:t>Brush Size </a:t>
            </a:r>
            <a:r>
              <a:rPr lang="en-US"/>
              <a:t>box, enter </a:t>
            </a:r>
            <a:r>
              <a:rPr lang="en-US" b="1"/>
              <a:t>1</a:t>
            </a:r>
            <a:r>
              <a:rPr lang="en-US"/>
              <a:t>.</a:t>
            </a:r>
            <a:endParaRPr/>
          </a:p>
          <a:p>
            <a:pPr marL="228600" lvl="0" indent="-228600" algn="l" rtl="0">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enter </a:t>
            </a:r>
            <a:r>
              <a:rPr lang="en-US" b="1"/>
              <a:t>1% </a:t>
            </a:r>
            <a:r>
              <a:rPr lang="en-US"/>
              <a:t>in the </a:t>
            </a:r>
            <a:r>
              <a:rPr lang="en-US" b="1"/>
              <a:t>Brightness</a:t>
            </a:r>
            <a:r>
              <a:rPr lang="en-US"/>
              <a:t> box and </a:t>
            </a:r>
            <a:r>
              <a:rPr lang="en-US" b="1"/>
              <a:t>26%</a:t>
            </a:r>
            <a:r>
              <a:rPr lang="en-US"/>
              <a:t> in the </a:t>
            </a:r>
            <a:r>
              <a:rPr lang="en-US" b="1"/>
              <a:t>Contrast</a:t>
            </a:r>
            <a:r>
              <a:rPr lang="en-US"/>
              <a:t> box.</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endParaRPr/>
          </a:p>
          <a:p>
            <a:pPr marL="0" lvl="0" indent="0" algn="l" rtl="0">
              <a:spcBef>
                <a:spcPts val="0"/>
              </a:spcBef>
              <a:spcAft>
                <a:spcPts val="0"/>
              </a:spcAft>
              <a:buClr>
                <a:schemeClr val="dk1"/>
              </a:buClr>
              <a:buSzPts val="1200"/>
              <a:buFont typeface="Arial"/>
              <a:buNone/>
            </a:pPr>
            <a:r>
              <a:rPr lang="en-US"/>
              <a:t>To reproduce the fourth background layer on this slide, do the following:</a:t>
            </a:r>
            <a:endParaRPr/>
          </a:p>
          <a:p>
            <a:pPr marL="228600" lvl="0" indent="-228600" algn="l" rtl="0">
              <a:spcBef>
                <a:spcPts val="0"/>
              </a:spcBef>
              <a:spcAft>
                <a:spcPts val="0"/>
              </a:spcAft>
              <a:buClr>
                <a:schemeClr val="dk1"/>
              </a:buClr>
              <a:buSzPts val="1200"/>
              <a:buFont typeface="Arial"/>
              <a:buAutoNum type="arabicPeriod"/>
            </a:pPr>
            <a:r>
              <a:rPr lang="en-US" b="0"/>
              <a:t>On the </a:t>
            </a:r>
            <a:r>
              <a:rPr lang="en-US" b="1"/>
              <a:t>Home</a:t>
            </a:r>
            <a:r>
              <a:rPr lang="en-US" b="0"/>
              <a:t> tab, in the </a:t>
            </a:r>
            <a:r>
              <a:rPr lang="en-US" b="1"/>
              <a:t>Drawing</a:t>
            </a:r>
            <a:r>
              <a:rPr lang="en-US" b="0"/>
              <a:t> group, click </a:t>
            </a:r>
            <a:r>
              <a:rPr lang="en-US" b="1"/>
              <a:t>Shapes</a:t>
            </a:r>
            <a:r>
              <a:rPr lang="en-US" b="0"/>
              <a:t>, and then under </a:t>
            </a:r>
            <a:r>
              <a:rPr lang="en-US" b="1"/>
              <a:t>Rectangles</a:t>
            </a:r>
            <a:r>
              <a:rPr lang="en-US" b="0"/>
              <a:t> click </a:t>
            </a:r>
            <a:r>
              <a:rPr lang="en-US" b="1"/>
              <a:t>Rectangle</a:t>
            </a:r>
            <a:r>
              <a:rPr lang="en-US" b="0"/>
              <a:t>.</a:t>
            </a:r>
            <a:endParaRPr/>
          </a:p>
          <a:p>
            <a:pPr marL="228600" lvl="0" indent="-228600" algn="l" rtl="0">
              <a:spcBef>
                <a:spcPts val="0"/>
              </a:spcBef>
              <a:spcAft>
                <a:spcPts val="0"/>
              </a:spcAft>
              <a:buClr>
                <a:schemeClr val="dk1"/>
              </a:buClr>
              <a:buSzPts val="1200"/>
              <a:buFont typeface="Arial"/>
              <a:buAutoNum type="arabicPeriod"/>
            </a:pPr>
            <a:r>
              <a:rPr lang="en-US" b="0"/>
              <a:t>On the slide, drag to draw a rectangle.</a:t>
            </a:r>
            <a:endParaRPr/>
          </a:p>
          <a:p>
            <a:pPr marL="228600" lvl="0" indent="-228600" algn="l" rtl="0">
              <a:spcBef>
                <a:spcPts val="0"/>
              </a:spcBef>
              <a:spcAft>
                <a:spcPts val="0"/>
              </a:spcAft>
              <a:buClr>
                <a:schemeClr val="dk1"/>
              </a:buClr>
              <a:buSzPts val="1200"/>
              <a:buFont typeface="Arial"/>
              <a:buAutoNum type="arabicPeriod"/>
            </a:pPr>
            <a:r>
              <a:rPr lang="en-US" b="0"/>
              <a:t>Select the rectangle. Under </a:t>
            </a:r>
            <a:r>
              <a:rPr lang="en-US" b="1"/>
              <a:t>Drawing Tools</a:t>
            </a:r>
            <a:r>
              <a:rPr lang="en-US" b="0"/>
              <a:t>, on the </a:t>
            </a:r>
            <a:r>
              <a:rPr lang="en-US" b="1"/>
              <a:t>Format</a:t>
            </a:r>
            <a:r>
              <a:rPr lang="en-US" b="0"/>
              <a:t> tab, in the </a:t>
            </a:r>
            <a:r>
              <a:rPr lang="en-US" b="1"/>
              <a:t>Shape Styles </a:t>
            </a:r>
            <a:r>
              <a:rPr lang="en-US" b="0"/>
              <a:t>group, click the </a:t>
            </a:r>
            <a:r>
              <a:rPr lang="en-US" b="1"/>
              <a:t>Format Shape </a:t>
            </a:r>
            <a:r>
              <a:rPr lang="en-US" b="0"/>
              <a:t>dialog box. In the </a:t>
            </a:r>
            <a:r>
              <a:rPr lang="en-US" b="1"/>
              <a:t>Format Shape </a:t>
            </a:r>
            <a:r>
              <a:rPr lang="en-US" b="0"/>
              <a:t>dialog box, click </a:t>
            </a:r>
            <a:r>
              <a:rPr lang="en-US" b="1"/>
              <a:t>Fill</a:t>
            </a:r>
            <a:r>
              <a:rPr lang="en-US" b="0"/>
              <a:t> in the left pane, in the </a:t>
            </a:r>
            <a:r>
              <a:rPr lang="en-US" b="1"/>
              <a:t>Fill</a:t>
            </a:r>
            <a:r>
              <a:rPr lang="en-US" b="0"/>
              <a:t> pane, select </a:t>
            </a:r>
            <a:r>
              <a:rPr lang="en-US" b="1"/>
              <a:t>Picture or texture fill</a:t>
            </a:r>
            <a:r>
              <a:rPr lang="en-US" b="0"/>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the button next to </a:t>
            </a:r>
            <a:r>
              <a:rPr lang="en-US" b="1"/>
              <a:t>Texture</a:t>
            </a:r>
            <a:r>
              <a:rPr lang="en-US"/>
              <a:t>, and then click </a:t>
            </a:r>
            <a:r>
              <a:rPr lang="en-US" b="1"/>
              <a:t>Granite </a:t>
            </a:r>
            <a:r>
              <a:rPr lang="en-US"/>
              <a:t>(third row).</a:t>
            </a:r>
            <a:endParaRPr/>
          </a:p>
          <a:p>
            <a:pPr marL="685800" lvl="1" indent="-228600" algn="l" rtl="0">
              <a:spcBef>
                <a:spcPts val="0"/>
              </a:spcBef>
              <a:spcAft>
                <a:spcPts val="0"/>
              </a:spcAft>
              <a:buClr>
                <a:schemeClr val="dk1"/>
              </a:buClr>
              <a:buSzPts val="1200"/>
              <a:buFont typeface="Arial"/>
              <a:buAutoNum type="arabicPeriod" startAt="2"/>
            </a:pPr>
            <a:r>
              <a:rPr lang="en-US"/>
              <a:t>Under </a:t>
            </a:r>
            <a:r>
              <a:rPr lang="en-US" b="1"/>
              <a:t>Tiling options</a:t>
            </a:r>
            <a:r>
              <a:rPr lang="en-US"/>
              <a:t>, in the </a:t>
            </a:r>
            <a:r>
              <a:rPr lang="en-US" b="1"/>
              <a:t>Transparency</a:t>
            </a:r>
            <a:r>
              <a:rPr lang="en-US"/>
              <a:t> box, enter </a:t>
            </a:r>
            <a:r>
              <a:rPr lang="en-US" b="1"/>
              <a:t>90%</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a:t>
            </a:r>
            <a:r>
              <a:rPr lang="en-US"/>
              <a:t> </a:t>
            </a:r>
            <a:r>
              <a:rPr lang="en-US" b="1"/>
              <a:t>Picture</a:t>
            </a:r>
            <a:r>
              <a:rPr lang="en-US"/>
              <a:t> dialog box, click </a:t>
            </a:r>
            <a:r>
              <a:rPr lang="en-US" b="1"/>
              <a:t>Line</a:t>
            </a:r>
            <a:r>
              <a:rPr lang="en-US"/>
              <a:t> </a:t>
            </a:r>
            <a:r>
              <a:rPr lang="en-US" b="1"/>
              <a:t>Color</a:t>
            </a:r>
            <a:r>
              <a:rPr lang="en-US"/>
              <a:t> in the left pane, in the </a:t>
            </a:r>
            <a:r>
              <a:rPr lang="en-US" b="1"/>
              <a:t>Line Color </a:t>
            </a:r>
            <a:r>
              <a:rPr lang="en-US"/>
              <a:t>pane, select </a:t>
            </a:r>
            <a:r>
              <a:rPr lang="en-US" b="1"/>
              <a:t>No line</a:t>
            </a:r>
            <a:r>
              <a:rPr lang="en-US"/>
              <a:t>.</a:t>
            </a:r>
            <a:endParaRPr b="1"/>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Artistic Effects </a:t>
            </a:r>
            <a:r>
              <a:rPr lang="en-US"/>
              <a:t>in the left pane, in the </a:t>
            </a:r>
            <a:r>
              <a:rPr lang="en-US" b="1"/>
              <a:t>Artistic Effects </a:t>
            </a:r>
            <a:r>
              <a:rPr lang="en-US"/>
              <a:t>pane, click the button next to </a:t>
            </a:r>
            <a:r>
              <a:rPr lang="en-US" b="1"/>
              <a:t>Artistic Effect</a:t>
            </a:r>
            <a:r>
              <a:rPr lang="en-US"/>
              <a:t>, click </a:t>
            </a:r>
            <a:r>
              <a:rPr lang="en-US" b="1"/>
              <a:t>Photocopy</a:t>
            </a:r>
            <a:r>
              <a:rPr lang="en-US"/>
              <a:t> (fifth row), and then do the following:</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Transparency</a:t>
            </a:r>
            <a:r>
              <a:rPr lang="en-US"/>
              <a:t> box, enter </a:t>
            </a:r>
            <a:r>
              <a:rPr lang="en-US" b="1"/>
              <a:t>94%</a:t>
            </a:r>
            <a:r>
              <a:rPr lang="en-US"/>
              <a:t>.</a:t>
            </a:r>
            <a:endParaRPr/>
          </a:p>
          <a:p>
            <a:pPr marL="685800" marR="0" lvl="1" indent="-228600" algn="l" rtl="0">
              <a:lnSpc>
                <a:spcPct val="100000"/>
              </a:lnSpc>
              <a:spcBef>
                <a:spcPts val="0"/>
              </a:spcBef>
              <a:spcAft>
                <a:spcPts val="0"/>
              </a:spcAft>
              <a:buClr>
                <a:schemeClr val="dk1"/>
              </a:buClr>
              <a:buSzPts val="1200"/>
              <a:buFont typeface="Arial"/>
              <a:buAutoNum type="arabicPeriod" startAt="2"/>
            </a:pPr>
            <a:r>
              <a:rPr lang="en-US"/>
              <a:t>In the </a:t>
            </a:r>
            <a:r>
              <a:rPr lang="en-US" b="1"/>
              <a:t>Detail</a:t>
            </a:r>
            <a:r>
              <a:rPr lang="en-US"/>
              <a:t> box, enter </a:t>
            </a:r>
            <a:r>
              <a:rPr lang="en-US" b="1"/>
              <a:t>9</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Picture </a:t>
            </a:r>
            <a:r>
              <a:rPr lang="en-US"/>
              <a:t>dialog box, click </a:t>
            </a:r>
            <a:r>
              <a:rPr lang="en-US" b="1"/>
              <a:t>Picture Corrections </a:t>
            </a:r>
            <a:r>
              <a:rPr lang="en-US"/>
              <a:t>in the left pane, in the </a:t>
            </a:r>
            <a:r>
              <a:rPr lang="en-US" b="1"/>
              <a:t>Picture Corrections </a:t>
            </a:r>
            <a:r>
              <a:rPr lang="en-US"/>
              <a:t>pane, under </a:t>
            </a:r>
            <a:r>
              <a:rPr lang="en-US" b="1"/>
              <a:t>Brightness and Contrast</a:t>
            </a:r>
            <a:r>
              <a:rPr lang="en-US"/>
              <a:t>, in the </a:t>
            </a:r>
            <a:r>
              <a:rPr lang="en-US" b="1"/>
              <a:t>Contrast</a:t>
            </a:r>
            <a:r>
              <a:rPr lang="en-US"/>
              <a:t> box, enter </a:t>
            </a:r>
            <a:r>
              <a:rPr lang="en-US" b="1"/>
              <a:t>35%</a:t>
            </a:r>
            <a:r>
              <a:rPr lang="en-US"/>
              <a:t>.</a:t>
            </a:r>
            <a:endParaRPr/>
          </a:p>
          <a:p>
            <a:pPr marL="228600" marR="0" lvl="0" indent="-228600" algn="l" rtl="0">
              <a:lnSpc>
                <a:spcPct val="100000"/>
              </a:lnSpc>
              <a:spcBef>
                <a:spcPts val="0"/>
              </a:spcBef>
              <a:spcAft>
                <a:spcPts val="0"/>
              </a:spcAft>
              <a:buClr>
                <a:schemeClr val="dk1"/>
              </a:buClr>
              <a:buSzPts val="1200"/>
              <a:buFont typeface="Arial"/>
              <a:buAutoNum type="arabicPeriod"/>
            </a:pPr>
            <a:r>
              <a:rPr lang="en-US"/>
              <a:t>Also in the </a:t>
            </a:r>
            <a:r>
              <a:rPr lang="en-US" b="1"/>
              <a:t>Format Shape </a:t>
            </a:r>
            <a:r>
              <a:rPr lang="en-US"/>
              <a:t>dialog box, click </a:t>
            </a:r>
            <a:r>
              <a:rPr lang="en-US" b="1"/>
              <a:t>Size</a:t>
            </a:r>
            <a:r>
              <a:rPr lang="en-US"/>
              <a:t> in the left pane, in the </a:t>
            </a:r>
            <a:r>
              <a:rPr lang="en-US" b="1"/>
              <a:t>Size</a:t>
            </a:r>
            <a:r>
              <a:rPr lang="en-US"/>
              <a:t> pane, under </a:t>
            </a:r>
            <a:r>
              <a:rPr lang="en-US" b="1"/>
              <a:t>Size and rotate</a:t>
            </a:r>
            <a:r>
              <a:rPr lang="en-US"/>
              <a:t>, enter </a:t>
            </a:r>
            <a:r>
              <a:rPr lang="en-US" b="1"/>
              <a:t>7.5” </a:t>
            </a:r>
            <a:r>
              <a:rPr lang="en-US"/>
              <a:t>in the </a:t>
            </a:r>
            <a:r>
              <a:rPr lang="en-US" b="1"/>
              <a:t>Height</a:t>
            </a:r>
            <a:r>
              <a:rPr lang="en-US"/>
              <a:t> box and </a:t>
            </a:r>
            <a:r>
              <a:rPr lang="en-US" b="1"/>
              <a:t>10” </a:t>
            </a:r>
            <a:r>
              <a:rPr lang="en-US"/>
              <a:t>in the </a:t>
            </a:r>
            <a:r>
              <a:rPr lang="en-US" b="1"/>
              <a:t>Width</a:t>
            </a:r>
            <a:r>
              <a:rPr lang="en-US"/>
              <a:t> box.</a:t>
            </a:r>
            <a:endParaRPr/>
          </a:p>
          <a:p>
            <a:pPr marL="228600" lvl="0" indent="-228600" algn="l" rtl="0">
              <a:spcBef>
                <a:spcPts val="0"/>
              </a:spcBef>
              <a:spcAft>
                <a:spcPts val="0"/>
              </a:spcAft>
              <a:buClr>
                <a:schemeClr val="dk1"/>
              </a:buClr>
              <a:buSzPts val="1200"/>
              <a:buFont typeface="Arial"/>
              <a:buAutoNum type="arabicPeriod"/>
            </a:pPr>
            <a:r>
              <a:rPr lang="en-US"/>
              <a:t>Select the rectangle. On the </a:t>
            </a:r>
            <a:r>
              <a:rPr lang="en-US" b="1"/>
              <a:t>Home</a:t>
            </a:r>
            <a:r>
              <a:rPr lang="en-US"/>
              <a:t> tab, in the </a:t>
            </a:r>
            <a:r>
              <a:rPr lang="en-US" b="1"/>
              <a:t>Drawing</a:t>
            </a:r>
            <a:r>
              <a:rPr lang="en-US"/>
              <a:t> group, click </a:t>
            </a:r>
            <a:r>
              <a:rPr lang="en-US" b="1"/>
              <a:t>Arrange</a:t>
            </a:r>
            <a:r>
              <a:rPr lang="en-US"/>
              <a:t>, point to </a:t>
            </a:r>
            <a:r>
              <a:rPr lang="en-US" b="1"/>
              <a:t>Align</a:t>
            </a:r>
            <a:r>
              <a:rPr lang="en-US"/>
              <a:t>, and then do the following:</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Middle</a:t>
            </a:r>
            <a:r>
              <a:rPr lang="en-US"/>
              <a:t>.</a:t>
            </a:r>
            <a:endParaRPr/>
          </a:p>
          <a:p>
            <a:pPr marL="685800" lvl="1" indent="-228600" algn="l" rtl="0">
              <a:spcBef>
                <a:spcPts val="0"/>
              </a:spcBef>
              <a:spcAft>
                <a:spcPts val="0"/>
              </a:spcAft>
              <a:buClr>
                <a:schemeClr val="dk1"/>
              </a:buClr>
              <a:buSzPts val="1200"/>
              <a:buFont typeface="Arial"/>
              <a:buAutoNum type="arabicPeriod" startAt="2"/>
            </a:pPr>
            <a:r>
              <a:rPr lang="en-US"/>
              <a:t>Click </a:t>
            </a:r>
            <a:r>
              <a:rPr lang="en-US" b="1"/>
              <a:t>Align Center</a:t>
            </a:r>
            <a:r>
              <a:rPr lang="en-US"/>
              <a:t>.</a:t>
            </a:r>
            <a:endParaRPr/>
          </a:p>
          <a:p>
            <a:pPr marL="0" lvl="0" indent="0" algn="l" rtl="0">
              <a:spcBef>
                <a:spcPts val="0"/>
              </a:spcBef>
              <a:spcAft>
                <a:spcPts val="0"/>
              </a:spcAft>
              <a:buClr>
                <a:schemeClr val="dk1"/>
              </a:buClr>
              <a:buSzPts val="1200"/>
              <a:buFont typeface="Arial"/>
              <a:buNone/>
            </a:pPr>
            <a:endParaRPr/>
          </a:p>
        </p:txBody>
      </p:sp>
      <p:sp>
        <p:nvSpPr>
          <p:cNvPr id="4608" name="Google Shape;4608;p8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FAAC-4A49-9022-6152-B7F160C79D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62A226-772D-6D83-3B56-D4892B9CE0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56FFE1-B94C-34A9-9FBB-EAE7B6B2ACFE}"/>
              </a:ext>
            </a:extLst>
          </p:cNvPr>
          <p:cNvSpPr>
            <a:spLocks noGrp="1"/>
          </p:cNvSpPr>
          <p:nvPr>
            <p:ph type="dt" sz="half" idx="10"/>
          </p:nvPr>
        </p:nvSpPr>
        <p:spPr/>
        <p:txBody>
          <a:bodyPr/>
          <a:lstStyle/>
          <a:p>
            <a:fld id="{29C7E858-A639-4135-A062-9A4053ADECD9}" type="datetimeFigureOut">
              <a:rPr lang="en-US" smtClean="0"/>
              <a:t>9/2/2025</a:t>
            </a:fld>
            <a:endParaRPr lang="en-US"/>
          </a:p>
        </p:txBody>
      </p:sp>
      <p:sp>
        <p:nvSpPr>
          <p:cNvPr id="5" name="Footer Placeholder 4">
            <a:extLst>
              <a:ext uri="{FF2B5EF4-FFF2-40B4-BE49-F238E27FC236}">
                <a16:creationId xmlns:a16="http://schemas.microsoft.com/office/drawing/2014/main" id="{9E786CF9-1C8E-BDF3-C8F3-5BC600ABFD45}"/>
              </a:ext>
            </a:extLst>
          </p:cNvPr>
          <p:cNvSpPr>
            <a:spLocks noGrp="1"/>
          </p:cNvSpPr>
          <p:nvPr>
            <p:ph type="ftr" sz="quarter" idx="11"/>
          </p:nvPr>
        </p:nvSpPr>
        <p:spPr/>
        <p:txBody>
          <a:bodyPr/>
          <a:lstStyle/>
          <a:p>
            <a:endParaRPr lang="en-US"/>
          </a:p>
        </p:txBody>
      </p:sp>
      <p:sp>
        <p:nvSpPr>
          <p:cNvPr id="7" name="Slide Number Placeholder 8">
            <a:extLst>
              <a:ext uri="{FF2B5EF4-FFF2-40B4-BE49-F238E27FC236}">
                <a16:creationId xmlns:a16="http://schemas.microsoft.com/office/drawing/2014/main" id="{51DE8ACB-A733-C6CD-50F7-4DC264F7167B}"/>
              </a:ext>
            </a:extLst>
          </p:cNvPr>
          <p:cNvSpPr>
            <a:spLocks noGrp="1"/>
          </p:cNvSpPr>
          <p:nvPr>
            <p:ph type="sldNum" sz="quarter" idx="12"/>
          </p:nvPr>
        </p:nvSpPr>
        <p:spPr>
          <a:xfrm>
            <a:off x="8339769" y="6356350"/>
            <a:ext cx="2330986" cy="365125"/>
          </a:xfrm>
        </p:spPr>
        <p:txBody>
          <a:bodyPr/>
          <a:lstStyle/>
          <a:p>
            <a:fld id="{C1CFD616-D009-4B1F-B762-74D0D3E24131}" type="slidenum">
              <a:rPr lang="en-US" smtClean="0"/>
              <a:t>‹#›</a:t>
            </a:fld>
            <a:endParaRPr lang="en-US"/>
          </a:p>
        </p:txBody>
      </p:sp>
      <p:pic>
        <p:nvPicPr>
          <p:cNvPr id="9" name="Picture 8" descr="A logo with a person in the middle of a book&#10;&#10;AI-generated content may be incorrect.">
            <a:extLst>
              <a:ext uri="{FF2B5EF4-FFF2-40B4-BE49-F238E27FC236}">
                <a16:creationId xmlns:a16="http://schemas.microsoft.com/office/drawing/2014/main" id="{8EA3DAC6-E9C0-EABD-A5A5-A704FB811B94}"/>
              </a:ext>
            </a:extLst>
          </p:cNvPr>
          <p:cNvPicPr>
            <a:picLocks noChangeAspect="1"/>
          </p:cNvPicPr>
          <p:nvPr userDrawn="1"/>
        </p:nvPicPr>
        <p:blipFill>
          <a:blip r:embed="rId2"/>
          <a:stretch>
            <a:fillRect/>
          </a:stretch>
        </p:blipFill>
        <p:spPr>
          <a:xfrm>
            <a:off x="10636436" y="5648123"/>
            <a:ext cx="1573481" cy="1573481"/>
          </a:xfrm>
          <a:prstGeom prst="rect">
            <a:avLst/>
          </a:prstGeom>
        </p:spPr>
      </p:pic>
    </p:spTree>
    <p:extLst>
      <p:ext uri="{BB962C8B-B14F-4D97-AF65-F5344CB8AC3E}">
        <p14:creationId xmlns:p14="http://schemas.microsoft.com/office/powerpoint/2010/main" val="2826324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38F4E-C2E5-FC20-9952-570CF0685B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6DFE93-0E7A-81C6-039B-F2C41AE0AD2B}"/>
              </a:ext>
            </a:extLst>
          </p:cNvPr>
          <p:cNvSpPr>
            <a:spLocks noGrp="1"/>
          </p:cNvSpPr>
          <p:nvPr>
            <p:ph idx="1"/>
          </p:nvPr>
        </p:nvSpPr>
        <p:spPr>
          <a:xfrm>
            <a:off x="838200" y="1825625"/>
            <a:ext cx="10515600" cy="41234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857006-DB43-FC8F-9A9B-3222100D7024}"/>
              </a:ext>
            </a:extLst>
          </p:cNvPr>
          <p:cNvSpPr>
            <a:spLocks noGrp="1"/>
          </p:cNvSpPr>
          <p:nvPr>
            <p:ph type="dt" sz="half" idx="10"/>
          </p:nvPr>
        </p:nvSpPr>
        <p:spPr/>
        <p:txBody>
          <a:bodyPr/>
          <a:lstStyle/>
          <a:p>
            <a:fld id="{29C7E858-A639-4135-A062-9A4053ADECD9}" type="datetimeFigureOut">
              <a:rPr lang="en-US" smtClean="0"/>
              <a:t>9/2/2025</a:t>
            </a:fld>
            <a:endParaRPr lang="en-US"/>
          </a:p>
        </p:txBody>
      </p:sp>
      <p:sp>
        <p:nvSpPr>
          <p:cNvPr id="5" name="Footer Placeholder 4">
            <a:extLst>
              <a:ext uri="{FF2B5EF4-FFF2-40B4-BE49-F238E27FC236}">
                <a16:creationId xmlns:a16="http://schemas.microsoft.com/office/drawing/2014/main" id="{02909B96-2E5F-EB1B-4515-5DAB2466A23C}"/>
              </a:ext>
            </a:extLst>
          </p:cNvPr>
          <p:cNvSpPr>
            <a:spLocks noGrp="1"/>
          </p:cNvSpPr>
          <p:nvPr>
            <p:ph type="ftr" sz="quarter" idx="11"/>
          </p:nvPr>
        </p:nvSpPr>
        <p:spPr/>
        <p:txBody>
          <a:bodyPr/>
          <a:lstStyle/>
          <a:p>
            <a:endParaRPr lang="en-US"/>
          </a:p>
        </p:txBody>
      </p:sp>
      <p:sp>
        <p:nvSpPr>
          <p:cNvPr id="7" name="Slide Number Placeholder 8">
            <a:extLst>
              <a:ext uri="{FF2B5EF4-FFF2-40B4-BE49-F238E27FC236}">
                <a16:creationId xmlns:a16="http://schemas.microsoft.com/office/drawing/2014/main" id="{6B7C288B-6675-98F6-634E-6923E3C30B41}"/>
              </a:ext>
            </a:extLst>
          </p:cNvPr>
          <p:cNvSpPr>
            <a:spLocks noGrp="1"/>
          </p:cNvSpPr>
          <p:nvPr>
            <p:ph type="sldNum" sz="quarter" idx="12"/>
          </p:nvPr>
        </p:nvSpPr>
        <p:spPr>
          <a:xfrm>
            <a:off x="8339769" y="6356350"/>
            <a:ext cx="2330986" cy="365125"/>
          </a:xfrm>
        </p:spPr>
        <p:txBody>
          <a:bodyPr/>
          <a:lstStyle/>
          <a:p>
            <a:fld id="{C1CFD616-D009-4B1F-B762-74D0D3E24131}" type="slidenum">
              <a:rPr lang="en-US" smtClean="0"/>
              <a:t>‹#›</a:t>
            </a:fld>
            <a:endParaRPr lang="en-US"/>
          </a:p>
        </p:txBody>
      </p:sp>
      <p:pic>
        <p:nvPicPr>
          <p:cNvPr id="8" name="Picture 7" descr="A logo with a person in the middle of a book&#10;&#10;AI-generated content may be incorrect.">
            <a:extLst>
              <a:ext uri="{FF2B5EF4-FFF2-40B4-BE49-F238E27FC236}">
                <a16:creationId xmlns:a16="http://schemas.microsoft.com/office/drawing/2014/main" id="{054584D5-5CFC-EA54-0E5C-AF005A673510}"/>
              </a:ext>
            </a:extLst>
          </p:cNvPr>
          <p:cNvPicPr>
            <a:picLocks noChangeAspect="1"/>
          </p:cNvPicPr>
          <p:nvPr userDrawn="1"/>
        </p:nvPicPr>
        <p:blipFill>
          <a:blip r:embed="rId2"/>
          <a:stretch>
            <a:fillRect/>
          </a:stretch>
        </p:blipFill>
        <p:spPr>
          <a:xfrm>
            <a:off x="10636436" y="5648123"/>
            <a:ext cx="1573481" cy="1573481"/>
          </a:xfrm>
          <a:prstGeom prst="rect">
            <a:avLst/>
          </a:prstGeom>
        </p:spPr>
      </p:pic>
    </p:spTree>
    <p:extLst>
      <p:ext uri="{BB962C8B-B14F-4D97-AF65-F5344CB8AC3E}">
        <p14:creationId xmlns:p14="http://schemas.microsoft.com/office/powerpoint/2010/main" val="2174610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56BCF-CA4A-9876-D89F-72224721ECA3}"/>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10CD9254-AF87-14E0-AB35-F0C106D82502}"/>
              </a:ext>
            </a:extLst>
          </p:cNvPr>
          <p:cNvSpPr>
            <a:spLocks noGrp="1"/>
          </p:cNvSpPr>
          <p:nvPr>
            <p:ph type="body" idx="1"/>
          </p:nvPr>
        </p:nvSpPr>
        <p:spPr>
          <a:xfrm>
            <a:off x="831850" y="4589463"/>
            <a:ext cx="10515600" cy="1381679"/>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30463E4C-C862-99CF-F8DB-823CD864D6B0}"/>
              </a:ext>
            </a:extLst>
          </p:cNvPr>
          <p:cNvSpPr>
            <a:spLocks noGrp="1"/>
          </p:cNvSpPr>
          <p:nvPr>
            <p:ph type="dt" sz="half" idx="10"/>
          </p:nvPr>
        </p:nvSpPr>
        <p:spPr/>
        <p:txBody>
          <a:bodyPr/>
          <a:lstStyle/>
          <a:p>
            <a:fld id="{29C7E858-A639-4135-A062-9A4053ADECD9}" type="datetimeFigureOut">
              <a:rPr lang="en-US" smtClean="0"/>
              <a:t>9/2/2025</a:t>
            </a:fld>
            <a:endParaRPr lang="en-US"/>
          </a:p>
        </p:txBody>
      </p:sp>
      <p:sp>
        <p:nvSpPr>
          <p:cNvPr id="5" name="Footer Placeholder 4">
            <a:extLst>
              <a:ext uri="{FF2B5EF4-FFF2-40B4-BE49-F238E27FC236}">
                <a16:creationId xmlns:a16="http://schemas.microsoft.com/office/drawing/2014/main" id="{14EC7E2C-CE09-7B77-D3B8-939FA558DD2A}"/>
              </a:ext>
            </a:extLst>
          </p:cNvPr>
          <p:cNvSpPr>
            <a:spLocks noGrp="1"/>
          </p:cNvSpPr>
          <p:nvPr>
            <p:ph type="ftr" sz="quarter" idx="11"/>
          </p:nvPr>
        </p:nvSpPr>
        <p:spPr/>
        <p:txBody>
          <a:bodyPr/>
          <a:lstStyle/>
          <a:p>
            <a:endParaRPr lang="en-US"/>
          </a:p>
        </p:txBody>
      </p:sp>
      <p:sp>
        <p:nvSpPr>
          <p:cNvPr id="8" name="Slide Number Placeholder 8">
            <a:extLst>
              <a:ext uri="{FF2B5EF4-FFF2-40B4-BE49-F238E27FC236}">
                <a16:creationId xmlns:a16="http://schemas.microsoft.com/office/drawing/2014/main" id="{06047AD0-70BA-479B-A7B2-64CC363E3F36}"/>
              </a:ext>
            </a:extLst>
          </p:cNvPr>
          <p:cNvSpPr>
            <a:spLocks noGrp="1"/>
          </p:cNvSpPr>
          <p:nvPr>
            <p:ph type="sldNum" sz="quarter" idx="12"/>
          </p:nvPr>
        </p:nvSpPr>
        <p:spPr>
          <a:xfrm>
            <a:off x="8339769" y="6356350"/>
            <a:ext cx="2330986" cy="365125"/>
          </a:xfrm>
        </p:spPr>
        <p:txBody>
          <a:bodyPr/>
          <a:lstStyle/>
          <a:p>
            <a:fld id="{C1CFD616-D009-4B1F-B762-74D0D3E24131}" type="slidenum">
              <a:rPr lang="en-US" smtClean="0"/>
              <a:t>‹#›</a:t>
            </a:fld>
            <a:endParaRPr lang="en-US"/>
          </a:p>
        </p:txBody>
      </p:sp>
      <p:pic>
        <p:nvPicPr>
          <p:cNvPr id="9" name="Picture 8" descr="A logo with a person in the middle of a book&#10;&#10;AI-generated content may be incorrect.">
            <a:extLst>
              <a:ext uri="{FF2B5EF4-FFF2-40B4-BE49-F238E27FC236}">
                <a16:creationId xmlns:a16="http://schemas.microsoft.com/office/drawing/2014/main" id="{D09A5D9D-6EEF-D0C8-0372-3AA289AD185A}"/>
              </a:ext>
            </a:extLst>
          </p:cNvPr>
          <p:cNvPicPr>
            <a:picLocks noChangeAspect="1"/>
          </p:cNvPicPr>
          <p:nvPr userDrawn="1"/>
        </p:nvPicPr>
        <p:blipFill>
          <a:blip r:embed="rId2"/>
          <a:stretch>
            <a:fillRect/>
          </a:stretch>
        </p:blipFill>
        <p:spPr>
          <a:xfrm>
            <a:off x="10636436" y="5648123"/>
            <a:ext cx="1573481" cy="1573481"/>
          </a:xfrm>
          <a:prstGeom prst="rect">
            <a:avLst/>
          </a:prstGeom>
        </p:spPr>
      </p:pic>
    </p:spTree>
    <p:extLst>
      <p:ext uri="{BB962C8B-B14F-4D97-AF65-F5344CB8AC3E}">
        <p14:creationId xmlns:p14="http://schemas.microsoft.com/office/powerpoint/2010/main" val="2749247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4BC5-E68C-18CB-93C9-0301FD69DF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81B9D1-D05F-56C4-8664-DCDA321E85ED}"/>
              </a:ext>
            </a:extLst>
          </p:cNvPr>
          <p:cNvSpPr>
            <a:spLocks noGrp="1"/>
          </p:cNvSpPr>
          <p:nvPr>
            <p:ph sz="half" idx="1"/>
          </p:nvPr>
        </p:nvSpPr>
        <p:spPr>
          <a:xfrm>
            <a:off x="838200" y="1825625"/>
            <a:ext cx="5181600" cy="41124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1D51F5-001F-D0EE-F3D1-B29CF540A405}"/>
              </a:ext>
            </a:extLst>
          </p:cNvPr>
          <p:cNvSpPr>
            <a:spLocks noGrp="1"/>
          </p:cNvSpPr>
          <p:nvPr>
            <p:ph sz="half" idx="2"/>
          </p:nvPr>
        </p:nvSpPr>
        <p:spPr>
          <a:xfrm>
            <a:off x="6172200" y="1825625"/>
            <a:ext cx="5181600" cy="41124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67DEE3-D53D-2D22-655A-2CB874A8EAB3}"/>
              </a:ext>
            </a:extLst>
          </p:cNvPr>
          <p:cNvSpPr>
            <a:spLocks noGrp="1"/>
          </p:cNvSpPr>
          <p:nvPr>
            <p:ph type="dt" sz="half" idx="10"/>
          </p:nvPr>
        </p:nvSpPr>
        <p:spPr/>
        <p:txBody>
          <a:bodyPr/>
          <a:lstStyle/>
          <a:p>
            <a:fld id="{29C7E858-A639-4135-A062-9A4053ADECD9}" type="datetimeFigureOut">
              <a:rPr lang="en-US" smtClean="0"/>
              <a:t>9/2/2025</a:t>
            </a:fld>
            <a:endParaRPr lang="en-US"/>
          </a:p>
        </p:txBody>
      </p:sp>
      <p:sp>
        <p:nvSpPr>
          <p:cNvPr id="6" name="Footer Placeholder 5">
            <a:extLst>
              <a:ext uri="{FF2B5EF4-FFF2-40B4-BE49-F238E27FC236}">
                <a16:creationId xmlns:a16="http://schemas.microsoft.com/office/drawing/2014/main" id="{4339CE1A-2874-B9C0-A8C3-5EEAB8B5B4A3}"/>
              </a:ext>
            </a:extLst>
          </p:cNvPr>
          <p:cNvSpPr>
            <a:spLocks noGrp="1"/>
          </p:cNvSpPr>
          <p:nvPr>
            <p:ph type="ftr" sz="quarter" idx="11"/>
          </p:nvPr>
        </p:nvSpPr>
        <p:spPr/>
        <p:txBody>
          <a:bodyPr/>
          <a:lstStyle/>
          <a:p>
            <a:endParaRPr lang="en-US"/>
          </a:p>
        </p:txBody>
      </p:sp>
      <p:sp>
        <p:nvSpPr>
          <p:cNvPr id="8" name="Slide Number Placeholder 8">
            <a:extLst>
              <a:ext uri="{FF2B5EF4-FFF2-40B4-BE49-F238E27FC236}">
                <a16:creationId xmlns:a16="http://schemas.microsoft.com/office/drawing/2014/main" id="{6A4E9B07-9F10-157B-79B2-EA9D8235A73F}"/>
              </a:ext>
            </a:extLst>
          </p:cNvPr>
          <p:cNvSpPr>
            <a:spLocks noGrp="1"/>
          </p:cNvSpPr>
          <p:nvPr>
            <p:ph type="sldNum" sz="quarter" idx="12"/>
          </p:nvPr>
        </p:nvSpPr>
        <p:spPr>
          <a:xfrm>
            <a:off x="8339769" y="6356350"/>
            <a:ext cx="2330986" cy="365125"/>
          </a:xfrm>
        </p:spPr>
        <p:txBody>
          <a:bodyPr/>
          <a:lstStyle/>
          <a:p>
            <a:fld id="{C1CFD616-D009-4B1F-B762-74D0D3E24131}" type="slidenum">
              <a:rPr lang="en-US" smtClean="0"/>
              <a:t>‹#›</a:t>
            </a:fld>
            <a:endParaRPr lang="en-US"/>
          </a:p>
        </p:txBody>
      </p:sp>
      <p:pic>
        <p:nvPicPr>
          <p:cNvPr id="9" name="Picture 8" descr="A logo with a person in the middle of a book&#10;&#10;AI-generated content may be incorrect.">
            <a:extLst>
              <a:ext uri="{FF2B5EF4-FFF2-40B4-BE49-F238E27FC236}">
                <a16:creationId xmlns:a16="http://schemas.microsoft.com/office/drawing/2014/main" id="{E4E21882-6892-6ABA-0981-03E83B01C182}"/>
              </a:ext>
            </a:extLst>
          </p:cNvPr>
          <p:cNvPicPr>
            <a:picLocks noChangeAspect="1"/>
          </p:cNvPicPr>
          <p:nvPr userDrawn="1"/>
        </p:nvPicPr>
        <p:blipFill>
          <a:blip r:embed="rId2"/>
          <a:stretch>
            <a:fillRect/>
          </a:stretch>
        </p:blipFill>
        <p:spPr>
          <a:xfrm>
            <a:off x="10636436" y="5648123"/>
            <a:ext cx="1573481" cy="1573481"/>
          </a:xfrm>
          <a:prstGeom prst="rect">
            <a:avLst/>
          </a:prstGeom>
        </p:spPr>
      </p:pic>
    </p:spTree>
    <p:extLst>
      <p:ext uri="{BB962C8B-B14F-4D97-AF65-F5344CB8AC3E}">
        <p14:creationId xmlns:p14="http://schemas.microsoft.com/office/powerpoint/2010/main" val="2779422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8DA0E-5074-356F-9F38-8D145A2C45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085E45-CE93-B125-7CD5-FB3C54D294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62FEC8-30B0-5EA0-1CAC-B5C356161706}"/>
              </a:ext>
            </a:extLst>
          </p:cNvPr>
          <p:cNvSpPr>
            <a:spLocks noGrp="1"/>
          </p:cNvSpPr>
          <p:nvPr>
            <p:ph sz="half" idx="2"/>
          </p:nvPr>
        </p:nvSpPr>
        <p:spPr>
          <a:xfrm>
            <a:off x="839788" y="2505075"/>
            <a:ext cx="5157787" cy="34330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28691D-5A2C-D059-874D-829AF3316A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DA0208-1ADE-5A6F-92D9-30B7A79B3CB7}"/>
              </a:ext>
            </a:extLst>
          </p:cNvPr>
          <p:cNvSpPr>
            <a:spLocks noGrp="1"/>
          </p:cNvSpPr>
          <p:nvPr>
            <p:ph sz="quarter" idx="4"/>
          </p:nvPr>
        </p:nvSpPr>
        <p:spPr>
          <a:xfrm>
            <a:off x="6172200" y="2505075"/>
            <a:ext cx="5183188" cy="34330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99E1B0-8E70-CE0E-0A5D-D8D52FCBC1A5}"/>
              </a:ext>
            </a:extLst>
          </p:cNvPr>
          <p:cNvSpPr>
            <a:spLocks noGrp="1"/>
          </p:cNvSpPr>
          <p:nvPr>
            <p:ph type="dt" sz="half" idx="10"/>
          </p:nvPr>
        </p:nvSpPr>
        <p:spPr/>
        <p:txBody>
          <a:bodyPr/>
          <a:lstStyle/>
          <a:p>
            <a:fld id="{29C7E858-A639-4135-A062-9A4053ADECD9}" type="datetimeFigureOut">
              <a:rPr lang="en-US" smtClean="0"/>
              <a:t>9/2/2025</a:t>
            </a:fld>
            <a:endParaRPr lang="en-US"/>
          </a:p>
        </p:txBody>
      </p:sp>
      <p:sp>
        <p:nvSpPr>
          <p:cNvPr id="8" name="Footer Placeholder 7">
            <a:extLst>
              <a:ext uri="{FF2B5EF4-FFF2-40B4-BE49-F238E27FC236}">
                <a16:creationId xmlns:a16="http://schemas.microsoft.com/office/drawing/2014/main" id="{2443E55D-7237-000B-0509-5DB4424916CD}"/>
              </a:ext>
            </a:extLst>
          </p:cNvPr>
          <p:cNvSpPr>
            <a:spLocks noGrp="1"/>
          </p:cNvSpPr>
          <p:nvPr>
            <p:ph type="ftr" sz="quarter" idx="11"/>
          </p:nvPr>
        </p:nvSpPr>
        <p:spPr/>
        <p:txBody>
          <a:bodyPr/>
          <a:lstStyle/>
          <a:p>
            <a:endParaRPr lang="en-US"/>
          </a:p>
        </p:txBody>
      </p:sp>
      <p:sp>
        <p:nvSpPr>
          <p:cNvPr id="10" name="Slide Number Placeholder 8">
            <a:extLst>
              <a:ext uri="{FF2B5EF4-FFF2-40B4-BE49-F238E27FC236}">
                <a16:creationId xmlns:a16="http://schemas.microsoft.com/office/drawing/2014/main" id="{138027B7-7D9D-21AF-9593-B5FF7F445FA4}"/>
              </a:ext>
            </a:extLst>
          </p:cNvPr>
          <p:cNvSpPr>
            <a:spLocks noGrp="1"/>
          </p:cNvSpPr>
          <p:nvPr>
            <p:ph type="sldNum" sz="quarter" idx="12"/>
          </p:nvPr>
        </p:nvSpPr>
        <p:spPr>
          <a:xfrm>
            <a:off x="8339769" y="6356350"/>
            <a:ext cx="2330986" cy="365125"/>
          </a:xfrm>
        </p:spPr>
        <p:txBody>
          <a:bodyPr/>
          <a:lstStyle/>
          <a:p>
            <a:fld id="{C1CFD616-D009-4B1F-B762-74D0D3E24131}" type="slidenum">
              <a:rPr lang="en-US" smtClean="0"/>
              <a:t>‹#›</a:t>
            </a:fld>
            <a:endParaRPr lang="en-US"/>
          </a:p>
        </p:txBody>
      </p:sp>
      <p:pic>
        <p:nvPicPr>
          <p:cNvPr id="11" name="Picture 10" descr="A logo with a person in the middle of a book&#10;&#10;AI-generated content may be incorrect.">
            <a:extLst>
              <a:ext uri="{FF2B5EF4-FFF2-40B4-BE49-F238E27FC236}">
                <a16:creationId xmlns:a16="http://schemas.microsoft.com/office/drawing/2014/main" id="{C06EC48B-9436-1A2C-6EA7-E4D7A50945DD}"/>
              </a:ext>
            </a:extLst>
          </p:cNvPr>
          <p:cNvPicPr>
            <a:picLocks noChangeAspect="1"/>
          </p:cNvPicPr>
          <p:nvPr userDrawn="1"/>
        </p:nvPicPr>
        <p:blipFill>
          <a:blip r:embed="rId2"/>
          <a:stretch>
            <a:fillRect/>
          </a:stretch>
        </p:blipFill>
        <p:spPr>
          <a:xfrm>
            <a:off x="10636436" y="5648123"/>
            <a:ext cx="1573481" cy="1573481"/>
          </a:xfrm>
          <a:prstGeom prst="rect">
            <a:avLst/>
          </a:prstGeom>
        </p:spPr>
      </p:pic>
    </p:spTree>
    <p:extLst>
      <p:ext uri="{BB962C8B-B14F-4D97-AF65-F5344CB8AC3E}">
        <p14:creationId xmlns:p14="http://schemas.microsoft.com/office/powerpoint/2010/main" val="374142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1057D-AEBC-7417-2DE7-E5AC5C7E27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DCF93E-78EC-025E-B4E7-34948674FACF}"/>
              </a:ext>
            </a:extLst>
          </p:cNvPr>
          <p:cNvSpPr>
            <a:spLocks noGrp="1"/>
          </p:cNvSpPr>
          <p:nvPr>
            <p:ph type="dt" sz="half" idx="10"/>
          </p:nvPr>
        </p:nvSpPr>
        <p:spPr/>
        <p:txBody>
          <a:bodyPr/>
          <a:lstStyle/>
          <a:p>
            <a:fld id="{29C7E858-A639-4135-A062-9A4053ADECD9}" type="datetimeFigureOut">
              <a:rPr lang="en-US" smtClean="0"/>
              <a:t>9/2/2025</a:t>
            </a:fld>
            <a:endParaRPr lang="en-US"/>
          </a:p>
        </p:txBody>
      </p:sp>
      <p:sp>
        <p:nvSpPr>
          <p:cNvPr id="4" name="Footer Placeholder 3">
            <a:extLst>
              <a:ext uri="{FF2B5EF4-FFF2-40B4-BE49-F238E27FC236}">
                <a16:creationId xmlns:a16="http://schemas.microsoft.com/office/drawing/2014/main" id="{986D042E-4EC9-8256-7A44-613FEAB6A1EB}"/>
              </a:ext>
            </a:extLst>
          </p:cNvPr>
          <p:cNvSpPr>
            <a:spLocks noGrp="1"/>
          </p:cNvSpPr>
          <p:nvPr>
            <p:ph type="ftr" sz="quarter" idx="11"/>
          </p:nvPr>
        </p:nvSpPr>
        <p:spPr/>
        <p:txBody>
          <a:bodyPr/>
          <a:lstStyle/>
          <a:p>
            <a:endParaRPr lang="en-US"/>
          </a:p>
        </p:txBody>
      </p:sp>
      <p:sp>
        <p:nvSpPr>
          <p:cNvPr id="6" name="Slide Number Placeholder 8">
            <a:extLst>
              <a:ext uri="{FF2B5EF4-FFF2-40B4-BE49-F238E27FC236}">
                <a16:creationId xmlns:a16="http://schemas.microsoft.com/office/drawing/2014/main" id="{D0FB880E-24E1-67B0-0426-A288C08DA47F}"/>
              </a:ext>
            </a:extLst>
          </p:cNvPr>
          <p:cNvSpPr>
            <a:spLocks noGrp="1"/>
          </p:cNvSpPr>
          <p:nvPr>
            <p:ph type="sldNum" sz="quarter" idx="12"/>
          </p:nvPr>
        </p:nvSpPr>
        <p:spPr>
          <a:xfrm>
            <a:off x="8339769" y="6356350"/>
            <a:ext cx="2330986" cy="365125"/>
          </a:xfrm>
        </p:spPr>
        <p:txBody>
          <a:bodyPr/>
          <a:lstStyle/>
          <a:p>
            <a:fld id="{C1CFD616-D009-4B1F-B762-74D0D3E24131}" type="slidenum">
              <a:rPr lang="en-US" smtClean="0"/>
              <a:t>‹#›</a:t>
            </a:fld>
            <a:endParaRPr lang="en-US"/>
          </a:p>
        </p:txBody>
      </p:sp>
      <p:pic>
        <p:nvPicPr>
          <p:cNvPr id="7" name="Picture 6" descr="A logo with a person in the middle of a book&#10;&#10;AI-generated content may be incorrect.">
            <a:extLst>
              <a:ext uri="{FF2B5EF4-FFF2-40B4-BE49-F238E27FC236}">
                <a16:creationId xmlns:a16="http://schemas.microsoft.com/office/drawing/2014/main" id="{A840ECE7-6B1C-095A-C9B5-8A25175EBE51}"/>
              </a:ext>
            </a:extLst>
          </p:cNvPr>
          <p:cNvPicPr>
            <a:picLocks noChangeAspect="1"/>
          </p:cNvPicPr>
          <p:nvPr userDrawn="1"/>
        </p:nvPicPr>
        <p:blipFill>
          <a:blip r:embed="rId2"/>
          <a:stretch>
            <a:fillRect/>
          </a:stretch>
        </p:blipFill>
        <p:spPr>
          <a:xfrm>
            <a:off x="10636436" y="5648123"/>
            <a:ext cx="1573481" cy="1573481"/>
          </a:xfrm>
          <a:prstGeom prst="rect">
            <a:avLst/>
          </a:prstGeom>
        </p:spPr>
      </p:pic>
    </p:spTree>
    <p:extLst>
      <p:ext uri="{BB962C8B-B14F-4D97-AF65-F5344CB8AC3E}">
        <p14:creationId xmlns:p14="http://schemas.microsoft.com/office/powerpoint/2010/main" val="3556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71C4EC-D74D-6825-714E-6A1A95101AEC}"/>
              </a:ext>
            </a:extLst>
          </p:cNvPr>
          <p:cNvSpPr>
            <a:spLocks noGrp="1"/>
          </p:cNvSpPr>
          <p:nvPr>
            <p:ph type="dt" sz="half" idx="10"/>
          </p:nvPr>
        </p:nvSpPr>
        <p:spPr/>
        <p:txBody>
          <a:bodyPr/>
          <a:lstStyle/>
          <a:p>
            <a:fld id="{29C7E858-A639-4135-A062-9A4053ADECD9}" type="datetimeFigureOut">
              <a:rPr lang="en-US" smtClean="0"/>
              <a:t>9/2/2025</a:t>
            </a:fld>
            <a:endParaRPr lang="en-US"/>
          </a:p>
        </p:txBody>
      </p:sp>
      <p:sp>
        <p:nvSpPr>
          <p:cNvPr id="3" name="Footer Placeholder 2">
            <a:extLst>
              <a:ext uri="{FF2B5EF4-FFF2-40B4-BE49-F238E27FC236}">
                <a16:creationId xmlns:a16="http://schemas.microsoft.com/office/drawing/2014/main" id="{F58B1AAE-35D6-A6EB-35AF-EFD13BB25E01}"/>
              </a:ext>
            </a:extLst>
          </p:cNvPr>
          <p:cNvSpPr>
            <a:spLocks noGrp="1"/>
          </p:cNvSpPr>
          <p:nvPr>
            <p:ph type="ftr" sz="quarter" idx="11"/>
          </p:nvPr>
        </p:nvSpPr>
        <p:spPr/>
        <p:txBody>
          <a:bodyPr/>
          <a:lstStyle/>
          <a:p>
            <a:endParaRPr lang="en-US"/>
          </a:p>
        </p:txBody>
      </p:sp>
      <p:sp>
        <p:nvSpPr>
          <p:cNvPr id="5" name="Slide Number Placeholder 8">
            <a:extLst>
              <a:ext uri="{FF2B5EF4-FFF2-40B4-BE49-F238E27FC236}">
                <a16:creationId xmlns:a16="http://schemas.microsoft.com/office/drawing/2014/main" id="{43944396-9CDD-045B-173F-D54FD46E4B61}"/>
              </a:ext>
            </a:extLst>
          </p:cNvPr>
          <p:cNvSpPr>
            <a:spLocks noGrp="1"/>
          </p:cNvSpPr>
          <p:nvPr>
            <p:ph type="sldNum" sz="quarter" idx="12"/>
          </p:nvPr>
        </p:nvSpPr>
        <p:spPr>
          <a:xfrm>
            <a:off x="8339769" y="6356350"/>
            <a:ext cx="2330986" cy="365125"/>
          </a:xfrm>
        </p:spPr>
        <p:txBody>
          <a:bodyPr/>
          <a:lstStyle/>
          <a:p>
            <a:fld id="{C1CFD616-D009-4B1F-B762-74D0D3E24131}" type="slidenum">
              <a:rPr lang="en-US" smtClean="0"/>
              <a:t>‹#›</a:t>
            </a:fld>
            <a:endParaRPr lang="en-US"/>
          </a:p>
        </p:txBody>
      </p:sp>
      <p:pic>
        <p:nvPicPr>
          <p:cNvPr id="8" name="Picture 7" descr="A logo with a person in the middle of a book&#10;&#10;AI-generated content may be incorrect.">
            <a:extLst>
              <a:ext uri="{FF2B5EF4-FFF2-40B4-BE49-F238E27FC236}">
                <a16:creationId xmlns:a16="http://schemas.microsoft.com/office/drawing/2014/main" id="{B454079A-E443-C9A2-955C-2C112A2883AC}"/>
              </a:ext>
            </a:extLst>
          </p:cNvPr>
          <p:cNvPicPr>
            <a:picLocks noChangeAspect="1"/>
          </p:cNvPicPr>
          <p:nvPr userDrawn="1"/>
        </p:nvPicPr>
        <p:blipFill>
          <a:blip r:embed="rId2"/>
          <a:stretch>
            <a:fillRect/>
          </a:stretch>
        </p:blipFill>
        <p:spPr>
          <a:xfrm>
            <a:off x="10636436" y="5648123"/>
            <a:ext cx="1573481" cy="1573481"/>
          </a:xfrm>
          <a:prstGeom prst="rect">
            <a:avLst/>
          </a:prstGeom>
        </p:spPr>
      </p:pic>
    </p:spTree>
    <p:extLst>
      <p:ext uri="{BB962C8B-B14F-4D97-AF65-F5344CB8AC3E}">
        <p14:creationId xmlns:p14="http://schemas.microsoft.com/office/powerpoint/2010/main" val="3480437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ogo 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71C4EC-D74D-6825-714E-6A1A95101AEC}"/>
              </a:ext>
            </a:extLst>
          </p:cNvPr>
          <p:cNvSpPr>
            <a:spLocks noGrp="1"/>
          </p:cNvSpPr>
          <p:nvPr>
            <p:ph type="dt" sz="half" idx="10"/>
          </p:nvPr>
        </p:nvSpPr>
        <p:spPr/>
        <p:txBody>
          <a:bodyPr/>
          <a:lstStyle/>
          <a:p>
            <a:fld id="{29C7E858-A639-4135-A062-9A4053ADECD9}" type="datetimeFigureOut">
              <a:rPr lang="en-US" smtClean="0"/>
              <a:t>9/2/2025</a:t>
            </a:fld>
            <a:endParaRPr lang="en-US"/>
          </a:p>
        </p:txBody>
      </p:sp>
      <p:sp>
        <p:nvSpPr>
          <p:cNvPr id="3" name="Footer Placeholder 2">
            <a:extLst>
              <a:ext uri="{FF2B5EF4-FFF2-40B4-BE49-F238E27FC236}">
                <a16:creationId xmlns:a16="http://schemas.microsoft.com/office/drawing/2014/main" id="{F58B1AAE-35D6-A6EB-35AF-EFD13BB25E01}"/>
              </a:ext>
            </a:extLst>
          </p:cNvPr>
          <p:cNvSpPr>
            <a:spLocks noGrp="1"/>
          </p:cNvSpPr>
          <p:nvPr>
            <p:ph type="ftr" sz="quarter" idx="11"/>
          </p:nvPr>
        </p:nvSpPr>
        <p:spPr/>
        <p:txBody>
          <a:bodyPr/>
          <a:lstStyle/>
          <a:p>
            <a:endParaRPr lang="en-US"/>
          </a:p>
        </p:txBody>
      </p:sp>
      <p:sp>
        <p:nvSpPr>
          <p:cNvPr id="5" name="Slide Number Placeholder 8">
            <a:extLst>
              <a:ext uri="{FF2B5EF4-FFF2-40B4-BE49-F238E27FC236}">
                <a16:creationId xmlns:a16="http://schemas.microsoft.com/office/drawing/2014/main" id="{43944396-9CDD-045B-173F-D54FD46E4B61}"/>
              </a:ext>
            </a:extLst>
          </p:cNvPr>
          <p:cNvSpPr>
            <a:spLocks noGrp="1"/>
          </p:cNvSpPr>
          <p:nvPr>
            <p:ph type="sldNum" sz="quarter" idx="12"/>
          </p:nvPr>
        </p:nvSpPr>
        <p:spPr>
          <a:xfrm>
            <a:off x="8339769" y="6356350"/>
            <a:ext cx="2330986" cy="365125"/>
          </a:xfrm>
        </p:spPr>
        <p:txBody>
          <a:bodyPr/>
          <a:lstStyle/>
          <a:p>
            <a:fld id="{C1CFD616-D009-4B1F-B762-74D0D3E24131}" type="slidenum">
              <a:rPr lang="en-US" smtClean="0"/>
              <a:t>‹#›</a:t>
            </a:fld>
            <a:endParaRPr lang="en-US"/>
          </a:p>
        </p:txBody>
      </p:sp>
      <p:pic>
        <p:nvPicPr>
          <p:cNvPr id="6" name="Picture 5" descr="A logo with a person in the middle of a book">
            <a:extLst>
              <a:ext uri="{FF2B5EF4-FFF2-40B4-BE49-F238E27FC236}">
                <a16:creationId xmlns:a16="http://schemas.microsoft.com/office/drawing/2014/main" id="{C27CFA21-CCA6-47AF-0827-82EB2E324EF0}"/>
              </a:ext>
            </a:extLst>
          </p:cNvPr>
          <p:cNvPicPr>
            <a:picLocks noChangeAspect="1"/>
          </p:cNvPicPr>
          <p:nvPr userDrawn="1"/>
        </p:nvPicPr>
        <p:blipFill>
          <a:blip r:embed="rId2"/>
          <a:srcRect t="20861" b="28845"/>
          <a:stretch>
            <a:fillRect/>
          </a:stretch>
        </p:blipFill>
        <p:spPr>
          <a:xfrm>
            <a:off x="1025027" y="473724"/>
            <a:ext cx="10141945" cy="5100811"/>
          </a:xfrm>
          <a:prstGeom prst="rect">
            <a:avLst/>
          </a:prstGeom>
        </p:spPr>
      </p:pic>
    </p:spTree>
    <p:extLst>
      <p:ext uri="{BB962C8B-B14F-4D97-AF65-F5344CB8AC3E}">
        <p14:creationId xmlns:p14="http://schemas.microsoft.com/office/powerpoint/2010/main" val="2343735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56E3F-71B4-2AF3-6C17-916FEDBE47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777FF0-172E-F174-7497-D362F045A4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95B6D9-9BF2-DAB5-DF5B-F96B774589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AF817D-4079-77BB-11D4-FE6427325CC8}"/>
              </a:ext>
            </a:extLst>
          </p:cNvPr>
          <p:cNvSpPr>
            <a:spLocks noGrp="1"/>
          </p:cNvSpPr>
          <p:nvPr>
            <p:ph type="dt" sz="half" idx="10"/>
          </p:nvPr>
        </p:nvSpPr>
        <p:spPr/>
        <p:txBody>
          <a:bodyPr/>
          <a:lstStyle/>
          <a:p>
            <a:fld id="{29C7E858-A639-4135-A062-9A4053ADECD9}" type="datetimeFigureOut">
              <a:rPr lang="en-US" smtClean="0"/>
              <a:t>9/2/2025</a:t>
            </a:fld>
            <a:endParaRPr lang="en-US"/>
          </a:p>
        </p:txBody>
      </p:sp>
      <p:sp>
        <p:nvSpPr>
          <p:cNvPr id="6" name="Footer Placeholder 5">
            <a:extLst>
              <a:ext uri="{FF2B5EF4-FFF2-40B4-BE49-F238E27FC236}">
                <a16:creationId xmlns:a16="http://schemas.microsoft.com/office/drawing/2014/main" id="{14ECB10F-14CE-4F3B-62C2-0F2081EE8AFB}"/>
              </a:ext>
            </a:extLst>
          </p:cNvPr>
          <p:cNvSpPr>
            <a:spLocks noGrp="1"/>
          </p:cNvSpPr>
          <p:nvPr>
            <p:ph type="ftr" sz="quarter" idx="11"/>
          </p:nvPr>
        </p:nvSpPr>
        <p:spPr/>
        <p:txBody>
          <a:bodyPr/>
          <a:lstStyle/>
          <a:p>
            <a:endParaRPr lang="en-US"/>
          </a:p>
        </p:txBody>
      </p:sp>
      <p:sp>
        <p:nvSpPr>
          <p:cNvPr id="8" name="Slide Number Placeholder 8">
            <a:extLst>
              <a:ext uri="{FF2B5EF4-FFF2-40B4-BE49-F238E27FC236}">
                <a16:creationId xmlns:a16="http://schemas.microsoft.com/office/drawing/2014/main" id="{4509ABE4-3B61-072A-CA1A-39219C5267C5}"/>
              </a:ext>
            </a:extLst>
          </p:cNvPr>
          <p:cNvSpPr>
            <a:spLocks noGrp="1"/>
          </p:cNvSpPr>
          <p:nvPr>
            <p:ph type="sldNum" sz="quarter" idx="12"/>
          </p:nvPr>
        </p:nvSpPr>
        <p:spPr>
          <a:xfrm>
            <a:off x="8339769" y="6356350"/>
            <a:ext cx="2330986" cy="365125"/>
          </a:xfrm>
        </p:spPr>
        <p:txBody>
          <a:bodyPr/>
          <a:lstStyle/>
          <a:p>
            <a:fld id="{C1CFD616-D009-4B1F-B762-74D0D3E24131}" type="slidenum">
              <a:rPr lang="en-US" smtClean="0"/>
              <a:t>‹#›</a:t>
            </a:fld>
            <a:endParaRPr lang="en-US"/>
          </a:p>
        </p:txBody>
      </p:sp>
      <p:pic>
        <p:nvPicPr>
          <p:cNvPr id="9" name="Picture 8" descr="A logo with a person in the middle of a book&#10;&#10;AI-generated content may be incorrect.">
            <a:extLst>
              <a:ext uri="{FF2B5EF4-FFF2-40B4-BE49-F238E27FC236}">
                <a16:creationId xmlns:a16="http://schemas.microsoft.com/office/drawing/2014/main" id="{00E71918-A890-F582-8B6C-089A4257A28D}"/>
              </a:ext>
            </a:extLst>
          </p:cNvPr>
          <p:cNvPicPr>
            <a:picLocks noChangeAspect="1"/>
          </p:cNvPicPr>
          <p:nvPr userDrawn="1"/>
        </p:nvPicPr>
        <p:blipFill>
          <a:blip r:embed="rId2"/>
          <a:stretch>
            <a:fillRect/>
          </a:stretch>
        </p:blipFill>
        <p:spPr>
          <a:xfrm>
            <a:off x="10636436" y="5648123"/>
            <a:ext cx="1573481" cy="1573481"/>
          </a:xfrm>
          <a:prstGeom prst="rect">
            <a:avLst/>
          </a:prstGeom>
        </p:spPr>
      </p:pic>
    </p:spTree>
    <p:extLst>
      <p:ext uri="{BB962C8B-B14F-4D97-AF65-F5344CB8AC3E}">
        <p14:creationId xmlns:p14="http://schemas.microsoft.com/office/powerpoint/2010/main" val="4081458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48D5B-4977-124B-E2FA-A60115AE55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F7BF40-74AB-0C66-1B32-0C1A8EE5DC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859446-7C7C-7C00-A3F1-B9F3FC6C09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4F90B1-7D41-9A5C-1BB0-B2E12296BCDF}"/>
              </a:ext>
            </a:extLst>
          </p:cNvPr>
          <p:cNvSpPr>
            <a:spLocks noGrp="1"/>
          </p:cNvSpPr>
          <p:nvPr>
            <p:ph type="dt" sz="half" idx="10"/>
          </p:nvPr>
        </p:nvSpPr>
        <p:spPr/>
        <p:txBody>
          <a:bodyPr/>
          <a:lstStyle/>
          <a:p>
            <a:fld id="{29C7E858-A639-4135-A062-9A4053ADECD9}" type="datetimeFigureOut">
              <a:rPr lang="en-US" smtClean="0"/>
              <a:t>9/2/2025</a:t>
            </a:fld>
            <a:endParaRPr lang="en-US"/>
          </a:p>
        </p:txBody>
      </p:sp>
      <p:sp>
        <p:nvSpPr>
          <p:cNvPr id="6" name="Footer Placeholder 5">
            <a:extLst>
              <a:ext uri="{FF2B5EF4-FFF2-40B4-BE49-F238E27FC236}">
                <a16:creationId xmlns:a16="http://schemas.microsoft.com/office/drawing/2014/main" id="{CF4FB185-7351-2B82-D018-B3C6271A0DBD}"/>
              </a:ext>
            </a:extLst>
          </p:cNvPr>
          <p:cNvSpPr>
            <a:spLocks noGrp="1"/>
          </p:cNvSpPr>
          <p:nvPr>
            <p:ph type="ftr" sz="quarter" idx="11"/>
          </p:nvPr>
        </p:nvSpPr>
        <p:spPr/>
        <p:txBody>
          <a:bodyPr/>
          <a:lstStyle/>
          <a:p>
            <a:endParaRPr lang="en-US"/>
          </a:p>
        </p:txBody>
      </p:sp>
      <p:sp>
        <p:nvSpPr>
          <p:cNvPr id="8" name="Slide Number Placeholder 8">
            <a:extLst>
              <a:ext uri="{FF2B5EF4-FFF2-40B4-BE49-F238E27FC236}">
                <a16:creationId xmlns:a16="http://schemas.microsoft.com/office/drawing/2014/main" id="{EFA7CAE0-03FC-1EF8-CA64-B0D6EC362C03}"/>
              </a:ext>
            </a:extLst>
          </p:cNvPr>
          <p:cNvSpPr>
            <a:spLocks noGrp="1"/>
          </p:cNvSpPr>
          <p:nvPr>
            <p:ph type="sldNum" sz="quarter" idx="12"/>
          </p:nvPr>
        </p:nvSpPr>
        <p:spPr>
          <a:xfrm>
            <a:off x="8339769" y="6356350"/>
            <a:ext cx="2330986" cy="365125"/>
          </a:xfrm>
        </p:spPr>
        <p:txBody>
          <a:bodyPr/>
          <a:lstStyle/>
          <a:p>
            <a:fld id="{C1CFD616-D009-4B1F-B762-74D0D3E24131}" type="slidenum">
              <a:rPr lang="en-US" smtClean="0"/>
              <a:t>‹#›</a:t>
            </a:fld>
            <a:endParaRPr lang="en-US"/>
          </a:p>
        </p:txBody>
      </p:sp>
      <p:pic>
        <p:nvPicPr>
          <p:cNvPr id="9" name="Picture 8" descr="A logo with a person in the middle of a book&#10;&#10;AI-generated content may be incorrect.">
            <a:extLst>
              <a:ext uri="{FF2B5EF4-FFF2-40B4-BE49-F238E27FC236}">
                <a16:creationId xmlns:a16="http://schemas.microsoft.com/office/drawing/2014/main" id="{D0138C77-9B51-5696-BE9E-433C9032C13B}"/>
              </a:ext>
            </a:extLst>
          </p:cNvPr>
          <p:cNvPicPr>
            <a:picLocks noChangeAspect="1"/>
          </p:cNvPicPr>
          <p:nvPr userDrawn="1"/>
        </p:nvPicPr>
        <p:blipFill>
          <a:blip r:embed="rId2"/>
          <a:stretch>
            <a:fillRect/>
          </a:stretch>
        </p:blipFill>
        <p:spPr>
          <a:xfrm>
            <a:off x="10636436" y="5648123"/>
            <a:ext cx="1573481" cy="1573481"/>
          </a:xfrm>
          <a:prstGeom prst="rect">
            <a:avLst/>
          </a:prstGeom>
        </p:spPr>
      </p:pic>
    </p:spTree>
    <p:extLst>
      <p:ext uri="{BB962C8B-B14F-4D97-AF65-F5344CB8AC3E}">
        <p14:creationId xmlns:p14="http://schemas.microsoft.com/office/powerpoint/2010/main" val="809211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127C8-7D93-CC94-54FA-CC2D9CA691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99E692-C80F-51E9-B9B7-03DEA8E27938}"/>
              </a:ext>
            </a:extLst>
          </p:cNvPr>
          <p:cNvSpPr>
            <a:spLocks noGrp="1"/>
          </p:cNvSpPr>
          <p:nvPr>
            <p:ph type="body" orient="vert" idx="1"/>
          </p:nvPr>
        </p:nvSpPr>
        <p:spPr>
          <a:xfrm>
            <a:off x="838200" y="1825625"/>
            <a:ext cx="10515600" cy="41455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6F9448-A152-79A5-CA22-37ED48086723}"/>
              </a:ext>
            </a:extLst>
          </p:cNvPr>
          <p:cNvSpPr>
            <a:spLocks noGrp="1"/>
          </p:cNvSpPr>
          <p:nvPr>
            <p:ph type="dt" sz="half" idx="10"/>
          </p:nvPr>
        </p:nvSpPr>
        <p:spPr/>
        <p:txBody>
          <a:bodyPr/>
          <a:lstStyle/>
          <a:p>
            <a:fld id="{29C7E858-A639-4135-A062-9A4053ADECD9}" type="datetimeFigureOut">
              <a:rPr lang="en-US" smtClean="0"/>
              <a:t>9/2/2025</a:t>
            </a:fld>
            <a:endParaRPr lang="en-US"/>
          </a:p>
        </p:txBody>
      </p:sp>
      <p:sp>
        <p:nvSpPr>
          <p:cNvPr id="5" name="Footer Placeholder 4">
            <a:extLst>
              <a:ext uri="{FF2B5EF4-FFF2-40B4-BE49-F238E27FC236}">
                <a16:creationId xmlns:a16="http://schemas.microsoft.com/office/drawing/2014/main" id="{DD7981D4-3D0D-1612-1338-411BC108BDE9}"/>
              </a:ext>
            </a:extLst>
          </p:cNvPr>
          <p:cNvSpPr>
            <a:spLocks noGrp="1"/>
          </p:cNvSpPr>
          <p:nvPr>
            <p:ph type="ftr" sz="quarter" idx="11"/>
          </p:nvPr>
        </p:nvSpPr>
        <p:spPr/>
        <p:txBody>
          <a:bodyPr/>
          <a:lstStyle/>
          <a:p>
            <a:endParaRPr lang="en-US"/>
          </a:p>
        </p:txBody>
      </p:sp>
      <p:sp>
        <p:nvSpPr>
          <p:cNvPr id="7" name="Slide Number Placeholder 8">
            <a:extLst>
              <a:ext uri="{FF2B5EF4-FFF2-40B4-BE49-F238E27FC236}">
                <a16:creationId xmlns:a16="http://schemas.microsoft.com/office/drawing/2014/main" id="{5EFA0BFB-2E11-7B4D-9955-59170E66BF72}"/>
              </a:ext>
            </a:extLst>
          </p:cNvPr>
          <p:cNvSpPr>
            <a:spLocks noGrp="1"/>
          </p:cNvSpPr>
          <p:nvPr>
            <p:ph type="sldNum" sz="quarter" idx="12"/>
          </p:nvPr>
        </p:nvSpPr>
        <p:spPr>
          <a:xfrm>
            <a:off x="8339769" y="6356350"/>
            <a:ext cx="2330986" cy="365125"/>
          </a:xfrm>
        </p:spPr>
        <p:txBody>
          <a:bodyPr/>
          <a:lstStyle/>
          <a:p>
            <a:fld id="{C1CFD616-D009-4B1F-B762-74D0D3E24131}" type="slidenum">
              <a:rPr lang="en-US" smtClean="0"/>
              <a:t>‹#›</a:t>
            </a:fld>
            <a:endParaRPr lang="en-US"/>
          </a:p>
        </p:txBody>
      </p:sp>
      <p:pic>
        <p:nvPicPr>
          <p:cNvPr id="8" name="Picture 7" descr="A logo with a person in the middle of a book&#10;&#10;AI-generated content may be incorrect.">
            <a:extLst>
              <a:ext uri="{FF2B5EF4-FFF2-40B4-BE49-F238E27FC236}">
                <a16:creationId xmlns:a16="http://schemas.microsoft.com/office/drawing/2014/main" id="{B18158DB-21F3-56B2-FBB9-BA339BB65D3B}"/>
              </a:ext>
            </a:extLst>
          </p:cNvPr>
          <p:cNvPicPr>
            <a:picLocks noChangeAspect="1"/>
          </p:cNvPicPr>
          <p:nvPr userDrawn="1"/>
        </p:nvPicPr>
        <p:blipFill>
          <a:blip r:embed="rId2"/>
          <a:stretch>
            <a:fillRect/>
          </a:stretch>
        </p:blipFill>
        <p:spPr>
          <a:xfrm>
            <a:off x="10636436" y="5648123"/>
            <a:ext cx="1573481" cy="1573481"/>
          </a:xfrm>
          <a:prstGeom prst="rect">
            <a:avLst/>
          </a:prstGeom>
        </p:spPr>
      </p:pic>
    </p:spTree>
    <p:extLst>
      <p:ext uri="{BB962C8B-B14F-4D97-AF65-F5344CB8AC3E}">
        <p14:creationId xmlns:p14="http://schemas.microsoft.com/office/powerpoint/2010/main" val="495461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F05855-788A-76EC-68D5-6367800EA5B9}"/>
              </a:ext>
            </a:extLst>
          </p:cNvPr>
          <p:cNvSpPr>
            <a:spLocks noGrp="1"/>
          </p:cNvSpPr>
          <p:nvPr>
            <p:ph type="title" orient="vert"/>
          </p:nvPr>
        </p:nvSpPr>
        <p:spPr>
          <a:xfrm>
            <a:off x="8724900" y="365125"/>
            <a:ext cx="2628900" cy="5617034"/>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271E2B16-B347-4B84-76CE-531A54004622}"/>
              </a:ext>
            </a:extLst>
          </p:cNvPr>
          <p:cNvSpPr>
            <a:spLocks noGrp="1"/>
          </p:cNvSpPr>
          <p:nvPr>
            <p:ph type="body" orient="vert" idx="1"/>
          </p:nvPr>
        </p:nvSpPr>
        <p:spPr>
          <a:xfrm>
            <a:off x="838200" y="365125"/>
            <a:ext cx="7734300" cy="561703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CA285A0-42E2-E40C-C3EE-9DA1905D5AA1}"/>
              </a:ext>
            </a:extLst>
          </p:cNvPr>
          <p:cNvSpPr>
            <a:spLocks noGrp="1"/>
          </p:cNvSpPr>
          <p:nvPr>
            <p:ph type="dt" sz="half" idx="10"/>
          </p:nvPr>
        </p:nvSpPr>
        <p:spPr/>
        <p:txBody>
          <a:bodyPr/>
          <a:lstStyle/>
          <a:p>
            <a:fld id="{29C7E858-A639-4135-A062-9A4053ADECD9}" type="datetimeFigureOut">
              <a:rPr lang="en-US" smtClean="0"/>
              <a:t>9/2/2025</a:t>
            </a:fld>
            <a:endParaRPr lang="en-US"/>
          </a:p>
        </p:txBody>
      </p:sp>
      <p:sp>
        <p:nvSpPr>
          <p:cNvPr id="5" name="Footer Placeholder 4">
            <a:extLst>
              <a:ext uri="{FF2B5EF4-FFF2-40B4-BE49-F238E27FC236}">
                <a16:creationId xmlns:a16="http://schemas.microsoft.com/office/drawing/2014/main" id="{7DCF4F03-6775-25B6-0858-C98BE4806ED2}"/>
              </a:ext>
            </a:extLst>
          </p:cNvPr>
          <p:cNvSpPr>
            <a:spLocks noGrp="1"/>
          </p:cNvSpPr>
          <p:nvPr>
            <p:ph type="ftr" sz="quarter" idx="11"/>
          </p:nvPr>
        </p:nvSpPr>
        <p:spPr/>
        <p:txBody>
          <a:bodyPr/>
          <a:lstStyle/>
          <a:p>
            <a:endParaRPr lang="en-US"/>
          </a:p>
        </p:txBody>
      </p:sp>
      <p:sp>
        <p:nvSpPr>
          <p:cNvPr id="7" name="Slide Number Placeholder 8">
            <a:extLst>
              <a:ext uri="{FF2B5EF4-FFF2-40B4-BE49-F238E27FC236}">
                <a16:creationId xmlns:a16="http://schemas.microsoft.com/office/drawing/2014/main" id="{D3D38F66-10A3-D683-E459-76B174DF3689}"/>
              </a:ext>
            </a:extLst>
          </p:cNvPr>
          <p:cNvSpPr>
            <a:spLocks noGrp="1"/>
          </p:cNvSpPr>
          <p:nvPr>
            <p:ph type="sldNum" sz="quarter" idx="12"/>
          </p:nvPr>
        </p:nvSpPr>
        <p:spPr>
          <a:xfrm>
            <a:off x="8339769" y="6356350"/>
            <a:ext cx="2330986" cy="365125"/>
          </a:xfrm>
        </p:spPr>
        <p:txBody>
          <a:bodyPr/>
          <a:lstStyle/>
          <a:p>
            <a:fld id="{C1CFD616-D009-4B1F-B762-74D0D3E24131}" type="slidenum">
              <a:rPr lang="en-US" smtClean="0"/>
              <a:t>‹#›</a:t>
            </a:fld>
            <a:endParaRPr lang="en-US"/>
          </a:p>
        </p:txBody>
      </p:sp>
      <p:pic>
        <p:nvPicPr>
          <p:cNvPr id="8" name="Picture 7" descr="A logo with a person in the middle of a book&#10;&#10;AI-generated content may be incorrect.">
            <a:extLst>
              <a:ext uri="{FF2B5EF4-FFF2-40B4-BE49-F238E27FC236}">
                <a16:creationId xmlns:a16="http://schemas.microsoft.com/office/drawing/2014/main" id="{4F85A6AB-C113-61ED-F70D-3199F51CEF4F}"/>
              </a:ext>
            </a:extLst>
          </p:cNvPr>
          <p:cNvPicPr>
            <a:picLocks noChangeAspect="1"/>
          </p:cNvPicPr>
          <p:nvPr userDrawn="1"/>
        </p:nvPicPr>
        <p:blipFill>
          <a:blip r:embed="rId2"/>
          <a:stretch>
            <a:fillRect/>
          </a:stretch>
        </p:blipFill>
        <p:spPr>
          <a:xfrm>
            <a:off x="10636436" y="5648123"/>
            <a:ext cx="1573481" cy="1573481"/>
          </a:xfrm>
          <a:prstGeom prst="rect">
            <a:avLst/>
          </a:prstGeom>
        </p:spPr>
      </p:pic>
    </p:spTree>
    <p:extLst>
      <p:ext uri="{BB962C8B-B14F-4D97-AF65-F5344CB8AC3E}">
        <p14:creationId xmlns:p14="http://schemas.microsoft.com/office/powerpoint/2010/main" val="41847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475B72-8641-1EF6-F24D-DF58CFCE7F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995799-1A55-3B2A-F2C6-4EFD2226A0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BF018-48DF-817F-098F-1E00284568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C7E858-A639-4135-A062-9A4053ADECD9}" type="datetimeFigureOut">
              <a:rPr lang="en-US" smtClean="0"/>
              <a:t>9/2/2025</a:t>
            </a:fld>
            <a:endParaRPr lang="en-US"/>
          </a:p>
        </p:txBody>
      </p:sp>
      <p:sp>
        <p:nvSpPr>
          <p:cNvPr id="5" name="Footer Placeholder 4">
            <a:extLst>
              <a:ext uri="{FF2B5EF4-FFF2-40B4-BE49-F238E27FC236}">
                <a16:creationId xmlns:a16="http://schemas.microsoft.com/office/drawing/2014/main" id="{FE59BC19-0F41-0F43-D203-869D2E8C96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208414F-54FA-860F-F166-F2FBB9F36C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CFD616-D009-4B1F-B762-74D0D3E24131}" type="slidenum">
              <a:rPr lang="en-US" smtClean="0"/>
              <a:t>‹#›</a:t>
            </a:fld>
            <a:endParaRPr lang="en-US"/>
          </a:p>
        </p:txBody>
      </p:sp>
      <p:pic>
        <p:nvPicPr>
          <p:cNvPr id="7" name="Picture 6">
            <a:extLst>
              <a:ext uri="{FF2B5EF4-FFF2-40B4-BE49-F238E27FC236}">
                <a16:creationId xmlns:a16="http://schemas.microsoft.com/office/drawing/2014/main" id="{74C84664-4BCB-14D0-33C8-AEFB85F6A0B6}"/>
              </a:ext>
            </a:extLst>
          </p:cNvPr>
          <p:cNvPicPr>
            <a:picLocks noChangeAspect="1"/>
          </p:cNvPicPr>
          <p:nvPr userDrawn="1"/>
        </p:nvPicPr>
        <p:blipFill>
          <a:blip r:embed="rId14"/>
          <a:stretch>
            <a:fillRect/>
          </a:stretch>
        </p:blipFill>
        <p:spPr>
          <a:xfrm>
            <a:off x="0" y="760"/>
            <a:ext cx="12192000" cy="6856479"/>
          </a:xfrm>
          <a:prstGeom prst="rect">
            <a:avLst/>
          </a:prstGeom>
        </p:spPr>
      </p:pic>
      <p:sp>
        <p:nvSpPr>
          <p:cNvPr id="8" name="Google Shape;29;p1">
            <a:extLst>
              <a:ext uri="{FF2B5EF4-FFF2-40B4-BE49-F238E27FC236}">
                <a16:creationId xmlns:a16="http://schemas.microsoft.com/office/drawing/2014/main" id="{37D1652A-F754-3CFF-A6A5-C5D08773DD55}"/>
              </a:ext>
            </a:extLst>
          </p:cNvPr>
          <p:cNvSpPr/>
          <p:nvPr userDrawn="1"/>
        </p:nvSpPr>
        <p:spPr>
          <a:xfrm>
            <a:off x="-32861" y="976821"/>
            <a:ext cx="12260696" cy="1676400"/>
          </a:xfrm>
          <a:prstGeom prst="rect">
            <a:avLst/>
          </a:prstGeom>
          <a:gradFill>
            <a:gsLst>
              <a:gs pos="0">
                <a:srgbClr val="C89504">
                  <a:alpha val="20784"/>
                </a:srgbClr>
              </a:gs>
              <a:gs pos="28756">
                <a:srgbClr val="7C5D1E">
                  <a:alpha val="15686"/>
                </a:srgbClr>
              </a:gs>
              <a:gs pos="68000">
                <a:srgbClr val="836807">
                  <a:alpha val="25882"/>
                </a:srgbClr>
              </a:gs>
              <a:gs pos="100000">
                <a:srgbClr val="623D28">
                  <a:alpha val="49019"/>
                </a:srgbClr>
              </a:gs>
            </a:gsLst>
            <a:lin ang="9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863299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1961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08"/>
        <p:cNvGrpSpPr/>
        <p:nvPr/>
      </p:nvGrpSpPr>
      <p:grpSpPr>
        <a:xfrm>
          <a:off x="0" y="0"/>
          <a:ext cx="0" cy="0"/>
          <a:chOff x="0" y="0"/>
          <a:chExt cx="0" cy="0"/>
        </a:xfrm>
      </p:grpSpPr>
      <p:sp>
        <p:nvSpPr>
          <p:cNvPr id="3460" name="Google Shape;3460;p66"/>
          <p:cNvSpPr txBox="1"/>
          <p:nvPr/>
        </p:nvSpPr>
        <p:spPr>
          <a:xfrm>
            <a:off x="6207125" y="585928"/>
            <a:ext cx="3946526" cy="5632311"/>
          </a:xfrm>
          <a:prstGeom prst="rect">
            <a:avLst/>
          </a:prstGeom>
          <a:noFill/>
          <a:ln>
            <a:noFill/>
          </a:ln>
        </p:spPr>
        <p:txBody>
          <a:bodyPr spcFirstLastPara="1" wrap="square" lIns="91425" tIns="45700" rIns="91425" bIns="45700" anchor="t" anchorCtr="0">
            <a:spAutoFit/>
          </a:bodyPr>
          <a:lstStyle/>
          <a:p>
            <a:pPr algn="ctr"/>
            <a:r>
              <a:rPr lang="en-US" sz="2400" b="1" dirty="0">
                <a:solidFill>
                  <a:srgbClr val="1D1B10"/>
                </a:solidFill>
                <a:latin typeface="Arial"/>
                <a:ea typeface="Arial"/>
                <a:cs typeface="Arial"/>
                <a:sym typeface="Arial"/>
              </a:rPr>
              <a:t>The Importance of a</a:t>
            </a:r>
          </a:p>
          <a:p>
            <a:pPr algn="ctr"/>
            <a:r>
              <a:rPr lang="en-US" sz="2400" b="1" dirty="0">
                <a:solidFill>
                  <a:srgbClr val="1D1B10"/>
                </a:solidFill>
                <a:latin typeface="Arial"/>
                <a:ea typeface="Arial"/>
                <a:cs typeface="Arial"/>
                <a:sym typeface="Arial"/>
              </a:rPr>
              <a:t>Code of Conduct</a:t>
            </a:r>
            <a:endParaRPr sz="2400" dirty="0">
              <a:solidFill>
                <a:srgbClr val="1D1B10"/>
              </a:solidFill>
              <a:latin typeface="Arial"/>
              <a:ea typeface="Arial"/>
              <a:cs typeface="Arial"/>
              <a:sym typeface="Arial"/>
            </a:endParaRPr>
          </a:p>
          <a:p>
            <a:r>
              <a:rPr lang="en-US" sz="2400" dirty="0">
                <a:solidFill>
                  <a:srgbClr val="1D1B10"/>
                </a:solidFill>
                <a:latin typeface="Arial"/>
                <a:ea typeface="Arial"/>
                <a:cs typeface="Arial"/>
                <a:sym typeface="Arial"/>
              </a:rPr>
              <a:t>Activities are a supplement to parent led learning and social training. Although each family is bound to have slightly different standards of behavior, the Empower Code of Conduct outlines standards that are in keeping with Biblical guidelines on which most of us have agreed and/or are beneficial in a group situation.  </a:t>
            </a:r>
            <a:endParaRPr dirty="0"/>
          </a:p>
        </p:txBody>
      </p:sp>
      <p:pic>
        <p:nvPicPr>
          <p:cNvPr id="3461" name="Google Shape;3461;p66"/>
          <p:cNvPicPr preferRelativeResize="0"/>
          <p:nvPr/>
        </p:nvPicPr>
        <p:blipFill rotWithShape="1">
          <a:blip r:embed="rId3">
            <a:alphaModFix/>
          </a:blip>
          <a:srcRect/>
          <a:stretch/>
        </p:blipFill>
        <p:spPr>
          <a:xfrm>
            <a:off x="1938338" y="1425616"/>
            <a:ext cx="4088566" cy="408856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66"/>
        <p:cNvGrpSpPr/>
        <p:nvPr/>
      </p:nvGrpSpPr>
      <p:grpSpPr>
        <a:xfrm>
          <a:off x="0" y="0"/>
          <a:ext cx="0" cy="0"/>
          <a:chOff x="0" y="0"/>
          <a:chExt cx="0" cy="0"/>
        </a:xfrm>
      </p:grpSpPr>
      <p:grpSp>
        <p:nvGrpSpPr>
          <p:cNvPr id="3473" name="Google Shape;3473;p67"/>
          <p:cNvGrpSpPr/>
          <p:nvPr/>
        </p:nvGrpSpPr>
        <p:grpSpPr>
          <a:xfrm>
            <a:off x="1449389" y="1066801"/>
            <a:ext cx="5318125" cy="5820229"/>
            <a:chOff x="-74612" y="1066800"/>
            <a:chExt cx="5318125" cy="5820229"/>
          </a:xfrm>
        </p:grpSpPr>
        <p:sp>
          <p:nvSpPr>
            <p:cNvPr id="3474" name="Google Shape;3474;p67"/>
            <p:cNvSpPr/>
            <p:nvPr/>
          </p:nvSpPr>
          <p:spPr>
            <a:xfrm>
              <a:off x="-2380" y="4214813"/>
              <a:ext cx="596107" cy="1399666"/>
            </a:xfrm>
            <a:custGeom>
              <a:avLst/>
              <a:gdLst/>
              <a:ahLst/>
              <a:cxnLst/>
              <a:rect l="l" t="t" r="r" b="b"/>
              <a:pathLst>
                <a:path w="596107" h="1399666" extrusionOk="0">
                  <a:moveTo>
                    <a:pt x="96044" y="0"/>
                  </a:moveTo>
                  <a:lnTo>
                    <a:pt x="202407" y="34925"/>
                  </a:lnTo>
                  <a:lnTo>
                    <a:pt x="262732" y="71438"/>
                  </a:lnTo>
                  <a:lnTo>
                    <a:pt x="321469" y="107950"/>
                  </a:lnTo>
                  <a:lnTo>
                    <a:pt x="416719" y="203200"/>
                  </a:lnTo>
                  <a:lnTo>
                    <a:pt x="500857" y="322263"/>
                  </a:lnTo>
                  <a:lnTo>
                    <a:pt x="561182" y="441325"/>
                  </a:lnTo>
                  <a:lnTo>
                    <a:pt x="596107" y="571500"/>
                  </a:lnTo>
                  <a:lnTo>
                    <a:pt x="596107" y="715963"/>
                  </a:lnTo>
                  <a:lnTo>
                    <a:pt x="596107" y="774701"/>
                  </a:lnTo>
                  <a:lnTo>
                    <a:pt x="584995" y="846138"/>
                  </a:lnTo>
                  <a:lnTo>
                    <a:pt x="561182" y="906463"/>
                  </a:lnTo>
                  <a:lnTo>
                    <a:pt x="537370" y="977901"/>
                  </a:lnTo>
                  <a:lnTo>
                    <a:pt x="500857" y="1049338"/>
                  </a:lnTo>
                  <a:lnTo>
                    <a:pt x="453232" y="1108076"/>
                  </a:lnTo>
                  <a:lnTo>
                    <a:pt x="392907" y="1168401"/>
                  </a:lnTo>
                  <a:lnTo>
                    <a:pt x="345282" y="1228726"/>
                  </a:lnTo>
                  <a:lnTo>
                    <a:pt x="273844" y="1276351"/>
                  </a:lnTo>
                  <a:lnTo>
                    <a:pt x="215107" y="1311276"/>
                  </a:lnTo>
                  <a:lnTo>
                    <a:pt x="72232" y="1382713"/>
                  </a:lnTo>
                  <a:lnTo>
                    <a:pt x="0" y="1399666"/>
                  </a:lnTo>
                  <a:lnTo>
                    <a:pt x="0" y="1343982"/>
                  </a:lnTo>
                  <a:lnTo>
                    <a:pt x="24607" y="1335088"/>
                  </a:lnTo>
                  <a:lnTo>
                    <a:pt x="154782" y="1263651"/>
                  </a:lnTo>
                  <a:lnTo>
                    <a:pt x="273844" y="1181101"/>
                  </a:lnTo>
                  <a:lnTo>
                    <a:pt x="369094" y="1060451"/>
                  </a:lnTo>
                  <a:lnTo>
                    <a:pt x="453232" y="930276"/>
                  </a:lnTo>
                  <a:lnTo>
                    <a:pt x="500857" y="798513"/>
                  </a:lnTo>
                  <a:lnTo>
                    <a:pt x="513557" y="668338"/>
                  </a:lnTo>
                  <a:lnTo>
                    <a:pt x="513557" y="536575"/>
                  </a:lnTo>
                  <a:lnTo>
                    <a:pt x="477045" y="404813"/>
                  </a:lnTo>
                  <a:lnTo>
                    <a:pt x="429420" y="285750"/>
                  </a:lnTo>
                  <a:lnTo>
                    <a:pt x="345282" y="179388"/>
                  </a:lnTo>
                  <a:lnTo>
                    <a:pt x="250032" y="95250"/>
                  </a:lnTo>
                  <a:lnTo>
                    <a:pt x="143669" y="2381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75" name="Google Shape;3475;p67"/>
            <p:cNvSpPr/>
            <p:nvPr/>
          </p:nvSpPr>
          <p:spPr>
            <a:xfrm>
              <a:off x="-2380" y="4524063"/>
              <a:ext cx="167481" cy="549901"/>
            </a:xfrm>
            <a:custGeom>
              <a:avLst/>
              <a:gdLst/>
              <a:ahLst/>
              <a:cxnLst/>
              <a:rect l="l" t="t" r="r" b="b"/>
              <a:pathLst>
                <a:path w="167481" h="549901" extrusionOk="0">
                  <a:moveTo>
                    <a:pt x="0" y="0"/>
                  </a:moveTo>
                  <a:lnTo>
                    <a:pt x="794" y="313"/>
                  </a:lnTo>
                  <a:lnTo>
                    <a:pt x="59531" y="36825"/>
                  </a:lnTo>
                  <a:lnTo>
                    <a:pt x="107156" y="95563"/>
                  </a:lnTo>
                  <a:lnTo>
                    <a:pt x="130969" y="155888"/>
                  </a:lnTo>
                  <a:lnTo>
                    <a:pt x="154781" y="214625"/>
                  </a:lnTo>
                  <a:lnTo>
                    <a:pt x="167481" y="274950"/>
                  </a:lnTo>
                  <a:lnTo>
                    <a:pt x="154781" y="346388"/>
                  </a:lnTo>
                  <a:lnTo>
                    <a:pt x="130969" y="406713"/>
                  </a:lnTo>
                  <a:lnTo>
                    <a:pt x="96044" y="465451"/>
                  </a:lnTo>
                  <a:lnTo>
                    <a:pt x="48418" y="513076"/>
                  </a:lnTo>
                  <a:lnTo>
                    <a:pt x="794" y="549588"/>
                  </a:lnTo>
                  <a:lnTo>
                    <a:pt x="0" y="549901"/>
                  </a:lnTo>
                  <a:lnTo>
                    <a:pt x="0" y="478910"/>
                  </a:lnTo>
                  <a:lnTo>
                    <a:pt x="794" y="478151"/>
                  </a:lnTo>
                  <a:lnTo>
                    <a:pt x="48418" y="430526"/>
                  </a:lnTo>
                  <a:lnTo>
                    <a:pt x="72231" y="382901"/>
                  </a:lnTo>
                  <a:lnTo>
                    <a:pt x="96044" y="298763"/>
                  </a:lnTo>
                  <a:lnTo>
                    <a:pt x="96044" y="214625"/>
                  </a:lnTo>
                  <a:lnTo>
                    <a:pt x="72231" y="143188"/>
                  </a:lnTo>
                  <a:lnTo>
                    <a:pt x="24606" y="71750"/>
                  </a:lnTo>
                  <a:lnTo>
                    <a:pt x="0" y="7175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76" name="Google Shape;3476;p67"/>
            <p:cNvSpPr/>
            <p:nvPr/>
          </p:nvSpPr>
          <p:spPr>
            <a:xfrm>
              <a:off x="2251075" y="1651000"/>
              <a:ext cx="214313" cy="190500"/>
            </a:xfrm>
            <a:custGeom>
              <a:avLst/>
              <a:gdLst/>
              <a:ahLst/>
              <a:cxnLst/>
              <a:rect l="l" t="t" r="r" b="b"/>
              <a:pathLst>
                <a:path w="135" h="120" extrusionOk="0">
                  <a:moveTo>
                    <a:pt x="30" y="23"/>
                  </a:moveTo>
                  <a:lnTo>
                    <a:pt x="30" y="23"/>
                  </a:lnTo>
                  <a:lnTo>
                    <a:pt x="53" y="8"/>
                  </a:lnTo>
                  <a:lnTo>
                    <a:pt x="68" y="0"/>
                  </a:lnTo>
                  <a:lnTo>
                    <a:pt x="105" y="8"/>
                  </a:lnTo>
                  <a:lnTo>
                    <a:pt x="128" y="15"/>
                  </a:lnTo>
                  <a:lnTo>
                    <a:pt x="135" y="23"/>
                  </a:lnTo>
                  <a:lnTo>
                    <a:pt x="135" y="23"/>
                  </a:lnTo>
                  <a:lnTo>
                    <a:pt x="113" y="23"/>
                  </a:lnTo>
                  <a:lnTo>
                    <a:pt x="83" y="23"/>
                  </a:lnTo>
                  <a:lnTo>
                    <a:pt x="60" y="30"/>
                  </a:lnTo>
                  <a:lnTo>
                    <a:pt x="60" y="30"/>
                  </a:lnTo>
                  <a:lnTo>
                    <a:pt x="38" y="53"/>
                  </a:lnTo>
                  <a:lnTo>
                    <a:pt x="23" y="75"/>
                  </a:lnTo>
                  <a:lnTo>
                    <a:pt x="8" y="98"/>
                  </a:lnTo>
                  <a:lnTo>
                    <a:pt x="0" y="113"/>
                  </a:lnTo>
                  <a:lnTo>
                    <a:pt x="0" y="113"/>
                  </a:lnTo>
                  <a:lnTo>
                    <a:pt x="0" y="120"/>
                  </a:lnTo>
                  <a:lnTo>
                    <a:pt x="0" y="120"/>
                  </a:lnTo>
                  <a:lnTo>
                    <a:pt x="0" y="90"/>
                  </a:lnTo>
                  <a:lnTo>
                    <a:pt x="8" y="60"/>
                  </a:lnTo>
                  <a:lnTo>
                    <a:pt x="23" y="38"/>
                  </a:lnTo>
                  <a:lnTo>
                    <a:pt x="30" y="23"/>
                  </a:lnTo>
                  <a:lnTo>
                    <a:pt x="30" y="2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77" name="Google Shape;3477;p67"/>
            <p:cNvSpPr/>
            <p:nvPr/>
          </p:nvSpPr>
          <p:spPr>
            <a:xfrm>
              <a:off x="2000250" y="1436688"/>
              <a:ext cx="692150" cy="404813"/>
            </a:xfrm>
            <a:custGeom>
              <a:avLst/>
              <a:gdLst/>
              <a:ahLst/>
              <a:cxnLst/>
              <a:rect l="l" t="t" r="r" b="b"/>
              <a:pathLst>
                <a:path w="436" h="255" extrusionOk="0">
                  <a:moveTo>
                    <a:pt x="263" y="0"/>
                  </a:moveTo>
                  <a:lnTo>
                    <a:pt x="263" y="0"/>
                  </a:lnTo>
                  <a:lnTo>
                    <a:pt x="293" y="7"/>
                  </a:lnTo>
                  <a:lnTo>
                    <a:pt x="331" y="22"/>
                  </a:lnTo>
                  <a:lnTo>
                    <a:pt x="361" y="37"/>
                  </a:lnTo>
                  <a:lnTo>
                    <a:pt x="383" y="60"/>
                  </a:lnTo>
                  <a:lnTo>
                    <a:pt x="406" y="82"/>
                  </a:lnTo>
                  <a:lnTo>
                    <a:pt x="421" y="113"/>
                  </a:lnTo>
                  <a:lnTo>
                    <a:pt x="436" y="150"/>
                  </a:lnTo>
                  <a:lnTo>
                    <a:pt x="436" y="180"/>
                  </a:lnTo>
                  <a:lnTo>
                    <a:pt x="436" y="180"/>
                  </a:lnTo>
                  <a:lnTo>
                    <a:pt x="429" y="150"/>
                  </a:lnTo>
                  <a:lnTo>
                    <a:pt x="414" y="128"/>
                  </a:lnTo>
                  <a:lnTo>
                    <a:pt x="399" y="97"/>
                  </a:lnTo>
                  <a:lnTo>
                    <a:pt x="376" y="82"/>
                  </a:lnTo>
                  <a:lnTo>
                    <a:pt x="353" y="60"/>
                  </a:lnTo>
                  <a:lnTo>
                    <a:pt x="323" y="45"/>
                  </a:lnTo>
                  <a:lnTo>
                    <a:pt x="293" y="37"/>
                  </a:lnTo>
                  <a:lnTo>
                    <a:pt x="263" y="30"/>
                  </a:lnTo>
                  <a:lnTo>
                    <a:pt x="263" y="30"/>
                  </a:lnTo>
                  <a:lnTo>
                    <a:pt x="211" y="30"/>
                  </a:lnTo>
                  <a:lnTo>
                    <a:pt x="166" y="45"/>
                  </a:lnTo>
                  <a:lnTo>
                    <a:pt x="121" y="60"/>
                  </a:lnTo>
                  <a:lnTo>
                    <a:pt x="83" y="90"/>
                  </a:lnTo>
                  <a:lnTo>
                    <a:pt x="53" y="120"/>
                  </a:lnTo>
                  <a:lnTo>
                    <a:pt x="30" y="165"/>
                  </a:lnTo>
                  <a:lnTo>
                    <a:pt x="8" y="210"/>
                  </a:lnTo>
                  <a:lnTo>
                    <a:pt x="0" y="255"/>
                  </a:lnTo>
                  <a:lnTo>
                    <a:pt x="0" y="255"/>
                  </a:lnTo>
                  <a:lnTo>
                    <a:pt x="0" y="218"/>
                  </a:lnTo>
                  <a:lnTo>
                    <a:pt x="15" y="173"/>
                  </a:lnTo>
                  <a:lnTo>
                    <a:pt x="30" y="120"/>
                  </a:lnTo>
                  <a:lnTo>
                    <a:pt x="61" y="75"/>
                  </a:lnTo>
                  <a:lnTo>
                    <a:pt x="83" y="52"/>
                  </a:lnTo>
                  <a:lnTo>
                    <a:pt x="106" y="37"/>
                  </a:lnTo>
                  <a:lnTo>
                    <a:pt x="136" y="22"/>
                  </a:lnTo>
                  <a:lnTo>
                    <a:pt x="173" y="7"/>
                  </a:lnTo>
                  <a:lnTo>
                    <a:pt x="211" y="0"/>
                  </a:lnTo>
                  <a:lnTo>
                    <a:pt x="263" y="0"/>
                  </a:lnTo>
                  <a:lnTo>
                    <a:pt x="263" y="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78" name="Google Shape;3478;p67"/>
            <p:cNvSpPr/>
            <p:nvPr/>
          </p:nvSpPr>
          <p:spPr>
            <a:xfrm>
              <a:off x="2251075" y="1722438"/>
              <a:ext cx="454025" cy="322263"/>
            </a:xfrm>
            <a:custGeom>
              <a:avLst/>
              <a:gdLst/>
              <a:ahLst/>
              <a:cxnLst/>
              <a:rect l="l" t="t" r="r" b="b"/>
              <a:pathLst>
                <a:path w="286" h="203" extrusionOk="0">
                  <a:moveTo>
                    <a:pt x="113" y="203"/>
                  </a:moveTo>
                  <a:lnTo>
                    <a:pt x="113" y="203"/>
                  </a:lnTo>
                  <a:lnTo>
                    <a:pt x="90" y="203"/>
                  </a:lnTo>
                  <a:lnTo>
                    <a:pt x="68" y="188"/>
                  </a:lnTo>
                  <a:lnTo>
                    <a:pt x="53" y="180"/>
                  </a:lnTo>
                  <a:lnTo>
                    <a:pt x="30" y="165"/>
                  </a:lnTo>
                  <a:lnTo>
                    <a:pt x="15" y="143"/>
                  </a:lnTo>
                  <a:lnTo>
                    <a:pt x="8" y="120"/>
                  </a:lnTo>
                  <a:lnTo>
                    <a:pt x="0" y="98"/>
                  </a:lnTo>
                  <a:lnTo>
                    <a:pt x="0" y="75"/>
                  </a:lnTo>
                  <a:lnTo>
                    <a:pt x="0" y="75"/>
                  </a:lnTo>
                  <a:lnTo>
                    <a:pt x="15" y="105"/>
                  </a:lnTo>
                  <a:lnTo>
                    <a:pt x="30" y="135"/>
                  </a:lnTo>
                  <a:lnTo>
                    <a:pt x="68" y="158"/>
                  </a:lnTo>
                  <a:lnTo>
                    <a:pt x="113" y="173"/>
                  </a:lnTo>
                  <a:lnTo>
                    <a:pt x="113" y="173"/>
                  </a:lnTo>
                  <a:lnTo>
                    <a:pt x="143" y="180"/>
                  </a:lnTo>
                  <a:lnTo>
                    <a:pt x="173" y="173"/>
                  </a:lnTo>
                  <a:lnTo>
                    <a:pt x="203" y="158"/>
                  </a:lnTo>
                  <a:lnTo>
                    <a:pt x="225" y="143"/>
                  </a:lnTo>
                  <a:lnTo>
                    <a:pt x="248" y="120"/>
                  </a:lnTo>
                  <a:lnTo>
                    <a:pt x="263" y="90"/>
                  </a:lnTo>
                  <a:lnTo>
                    <a:pt x="278" y="60"/>
                  </a:lnTo>
                  <a:lnTo>
                    <a:pt x="278" y="30"/>
                  </a:lnTo>
                  <a:lnTo>
                    <a:pt x="278" y="30"/>
                  </a:lnTo>
                  <a:lnTo>
                    <a:pt x="278" y="0"/>
                  </a:lnTo>
                  <a:lnTo>
                    <a:pt x="278" y="0"/>
                  </a:lnTo>
                  <a:lnTo>
                    <a:pt x="286" y="60"/>
                  </a:lnTo>
                  <a:lnTo>
                    <a:pt x="286" y="60"/>
                  </a:lnTo>
                  <a:lnTo>
                    <a:pt x="278" y="90"/>
                  </a:lnTo>
                  <a:lnTo>
                    <a:pt x="271" y="120"/>
                  </a:lnTo>
                  <a:lnTo>
                    <a:pt x="248" y="143"/>
                  </a:lnTo>
                  <a:lnTo>
                    <a:pt x="233" y="165"/>
                  </a:lnTo>
                  <a:lnTo>
                    <a:pt x="203" y="180"/>
                  </a:lnTo>
                  <a:lnTo>
                    <a:pt x="180" y="195"/>
                  </a:lnTo>
                  <a:lnTo>
                    <a:pt x="150" y="203"/>
                  </a:lnTo>
                  <a:lnTo>
                    <a:pt x="113" y="203"/>
                  </a:lnTo>
                  <a:lnTo>
                    <a:pt x="113" y="20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79" name="Google Shape;3479;p67"/>
            <p:cNvSpPr/>
            <p:nvPr/>
          </p:nvSpPr>
          <p:spPr>
            <a:xfrm>
              <a:off x="-2381" y="3689628"/>
              <a:ext cx="191294" cy="96561"/>
            </a:xfrm>
            <a:custGeom>
              <a:avLst/>
              <a:gdLst/>
              <a:ahLst/>
              <a:cxnLst/>
              <a:rect l="l" t="t" r="r" b="b"/>
              <a:pathLst>
                <a:path w="191294" h="96561" extrusionOk="0">
                  <a:moveTo>
                    <a:pt x="0" y="0"/>
                  </a:moveTo>
                  <a:lnTo>
                    <a:pt x="24606" y="23536"/>
                  </a:lnTo>
                  <a:lnTo>
                    <a:pt x="59531" y="48936"/>
                  </a:lnTo>
                  <a:lnTo>
                    <a:pt x="107156" y="72749"/>
                  </a:lnTo>
                  <a:lnTo>
                    <a:pt x="143669" y="83861"/>
                  </a:lnTo>
                  <a:lnTo>
                    <a:pt x="191294" y="83861"/>
                  </a:lnTo>
                  <a:lnTo>
                    <a:pt x="143669" y="96561"/>
                  </a:lnTo>
                  <a:lnTo>
                    <a:pt x="96044" y="96561"/>
                  </a:lnTo>
                  <a:lnTo>
                    <a:pt x="48419" y="96561"/>
                  </a:lnTo>
                  <a:lnTo>
                    <a:pt x="11906" y="72749"/>
                  </a:lnTo>
                  <a:lnTo>
                    <a:pt x="0" y="6084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80" name="Google Shape;3480;p67"/>
            <p:cNvSpPr/>
            <p:nvPr/>
          </p:nvSpPr>
          <p:spPr>
            <a:xfrm>
              <a:off x="-2381" y="3999845"/>
              <a:ext cx="273844" cy="48281"/>
            </a:xfrm>
            <a:custGeom>
              <a:avLst/>
              <a:gdLst/>
              <a:ahLst/>
              <a:cxnLst/>
              <a:rect l="l" t="t" r="r" b="b"/>
              <a:pathLst>
                <a:path w="273844" h="48281" extrusionOk="0">
                  <a:moveTo>
                    <a:pt x="0" y="0"/>
                  </a:moveTo>
                  <a:lnTo>
                    <a:pt x="24606" y="11769"/>
                  </a:lnTo>
                  <a:lnTo>
                    <a:pt x="107156" y="35581"/>
                  </a:lnTo>
                  <a:lnTo>
                    <a:pt x="191294" y="35581"/>
                  </a:lnTo>
                  <a:lnTo>
                    <a:pt x="273844" y="35581"/>
                  </a:lnTo>
                  <a:lnTo>
                    <a:pt x="202406" y="48281"/>
                  </a:lnTo>
                  <a:lnTo>
                    <a:pt x="130969" y="48281"/>
                  </a:lnTo>
                  <a:lnTo>
                    <a:pt x="35719" y="48281"/>
                  </a:lnTo>
                  <a:lnTo>
                    <a:pt x="0" y="3935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81" name="Google Shape;3481;p67"/>
            <p:cNvSpPr/>
            <p:nvPr/>
          </p:nvSpPr>
          <p:spPr>
            <a:xfrm>
              <a:off x="-61912" y="3308350"/>
              <a:ext cx="417513" cy="465138"/>
            </a:xfrm>
            <a:custGeom>
              <a:avLst/>
              <a:gdLst/>
              <a:ahLst/>
              <a:cxnLst/>
              <a:rect l="l" t="t" r="r" b="b"/>
              <a:pathLst>
                <a:path w="263" h="293" extrusionOk="0">
                  <a:moveTo>
                    <a:pt x="263" y="135"/>
                  </a:moveTo>
                  <a:lnTo>
                    <a:pt x="263" y="135"/>
                  </a:lnTo>
                  <a:lnTo>
                    <a:pt x="263" y="158"/>
                  </a:lnTo>
                  <a:lnTo>
                    <a:pt x="263" y="188"/>
                  </a:lnTo>
                  <a:lnTo>
                    <a:pt x="255" y="210"/>
                  </a:lnTo>
                  <a:lnTo>
                    <a:pt x="240" y="233"/>
                  </a:lnTo>
                  <a:lnTo>
                    <a:pt x="225" y="255"/>
                  </a:lnTo>
                  <a:lnTo>
                    <a:pt x="203" y="271"/>
                  </a:lnTo>
                  <a:lnTo>
                    <a:pt x="180" y="286"/>
                  </a:lnTo>
                  <a:lnTo>
                    <a:pt x="158" y="293"/>
                  </a:lnTo>
                  <a:lnTo>
                    <a:pt x="158" y="293"/>
                  </a:lnTo>
                  <a:lnTo>
                    <a:pt x="188" y="271"/>
                  </a:lnTo>
                  <a:lnTo>
                    <a:pt x="218" y="240"/>
                  </a:lnTo>
                  <a:lnTo>
                    <a:pt x="233" y="203"/>
                  </a:lnTo>
                  <a:lnTo>
                    <a:pt x="233" y="143"/>
                  </a:lnTo>
                  <a:lnTo>
                    <a:pt x="233" y="143"/>
                  </a:lnTo>
                  <a:lnTo>
                    <a:pt x="225" y="113"/>
                  </a:lnTo>
                  <a:lnTo>
                    <a:pt x="210" y="83"/>
                  </a:lnTo>
                  <a:lnTo>
                    <a:pt x="188" y="60"/>
                  </a:lnTo>
                  <a:lnTo>
                    <a:pt x="165" y="38"/>
                  </a:lnTo>
                  <a:lnTo>
                    <a:pt x="135" y="23"/>
                  </a:lnTo>
                  <a:lnTo>
                    <a:pt x="98" y="15"/>
                  </a:lnTo>
                  <a:lnTo>
                    <a:pt x="68" y="8"/>
                  </a:lnTo>
                  <a:lnTo>
                    <a:pt x="30" y="15"/>
                  </a:lnTo>
                  <a:lnTo>
                    <a:pt x="30" y="15"/>
                  </a:lnTo>
                  <a:lnTo>
                    <a:pt x="0" y="23"/>
                  </a:lnTo>
                  <a:lnTo>
                    <a:pt x="0" y="23"/>
                  </a:lnTo>
                  <a:lnTo>
                    <a:pt x="60" y="0"/>
                  </a:lnTo>
                  <a:lnTo>
                    <a:pt x="60" y="0"/>
                  </a:lnTo>
                  <a:lnTo>
                    <a:pt x="90" y="0"/>
                  </a:lnTo>
                  <a:lnTo>
                    <a:pt x="128" y="0"/>
                  </a:lnTo>
                  <a:lnTo>
                    <a:pt x="158" y="15"/>
                  </a:lnTo>
                  <a:lnTo>
                    <a:pt x="188" y="30"/>
                  </a:lnTo>
                  <a:lnTo>
                    <a:pt x="210" y="45"/>
                  </a:lnTo>
                  <a:lnTo>
                    <a:pt x="233" y="75"/>
                  </a:lnTo>
                  <a:lnTo>
                    <a:pt x="248" y="98"/>
                  </a:lnTo>
                  <a:lnTo>
                    <a:pt x="263" y="135"/>
                  </a:lnTo>
                  <a:lnTo>
                    <a:pt x="263" y="13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82" name="Google Shape;3482;p67"/>
            <p:cNvSpPr/>
            <p:nvPr/>
          </p:nvSpPr>
          <p:spPr>
            <a:xfrm>
              <a:off x="4659313" y="4381500"/>
              <a:ext cx="358775" cy="309563"/>
            </a:xfrm>
            <a:custGeom>
              <a:avLst/>
              <a:gdLst/>
              <a:ahLst/>
              <a:cxnLst/>
              <a:rect l="l" t="t" r="r" b="b"/>
              <a:pathLst>
                <a:path w="226" h="195" extrusionOk="0">
                  <a:moveTo>
                    <a:pt x="8" y="90"/>
                  </a:moveTo>
                  <a:lnTo>
                    <a:pt x="8" y="90"/>
                  </a:lnTo>
                  <a:lnTo>
                    <a:pt x="30" y="45"/>
                  </a:lnTo>
                  <a:lnTo>
                    <a:pt x="61" y="15"/>
                  </a:lnTo>
                  <a:lnTo>
                    <a:pt x="83" y="8"/>
                  </a:lnTo>
                  <a:lnTo>
                    <a:pt x="106" y="0"/>
                  </a:lnTo>
                  <a:lnTo>
                    <a:pt x="136" y="0"/>
                  </a:lnTo>
                  <a:lnTo>
                    <a:pt x="158" y="0"/>
                  </a:lnTo>
                  <a:lnTo>
                    <a:pt x="158" y="0"/>
                  </a:lnTo>
                  <a:lnTo>
                    <a:pt x="181" y="15"/>
                  </a:lnTo>
                  <a:lnTo>
                    <a:pt x="203" y="30"/>
                  </a:lnTo>
                  <a:lnTo>
                    <a:pt x="218" y="53"/>
                  </a:lnTo>
                  <a:lnTo>
                    <a:pt x="226" y="75"/>
                  </a:lnTo>
                  <a:lnTo>
                    <a:pt x="226" y="75"/>
                  </a:lnTo>
                  <a:lnTo>
                    <a:pt x="203" y="45"/>
                  </a:lnTo>
                  <a:lnTo>
                    <a:pt x="173" y="30"/>
                  </a:lnTo>
                  <a:lnTo>
                    <a:pt x="173" y="30"/>
                  </a:lnTo>
                  <a:lnTo>
                    <a:pt x="143" y="23"/>
                  </a:lnTo>
                  <a:lnTo>
                    <a:pt x="121" y="30"/>
                  </a:lnTo>
                  <a:lnTo>
                    <a:pt x="98" y="30"/>
                  </a:lnTo>
                  <a:lnTo>
                    <a:pt x="76" y="45"/>
                  </a:lnTo>
                  <a:lnTo>
                    <a:pt x="38" y="75"/>
                  </a:lnTo>
                  <a:lnTo>
                    <a:pt x="15" y="113"/>
                  </a:lnTo>
                  <a:lnTo>
                    <a:pt x="15" y="113"/>
                  </a:lnTo>
                  <a:lnTo>
                    <a:pt x="8" y="158"/>
                  </a:lnTo>
                  <a:lnTo>
                    <a:pt x="15" y="195"/>
                  </a:lnTo>
                  <a:lnTo>
                    <a:pt x="15" y="195"/>
                  </a:lnTo>
                  <a:lnTo>
                    <a:pt x="8" y="173"/>
                  </a:lnTo>
                  <a:lnTo>
                    <a:pt x="0" y="143"/>
                  </a:lnTo>
                  <a:lnTo>
                    <a:pt x="0" y="113"/>
                  </a:lnTo>
                  <a:lnTo>
                    <a:pt x="8" y="90"/>
                  </a:lnTo>
                  <a:lnTo>
                    <a:pt x="8" y="9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83" name="Google Shape;3483;p67"/>
            <p:cNvSpPr/>
            <p:nvPr/>
          </p:nvSpPr>
          <p:spPr>
            <a:xfrm>
              <a:off x="4827588" y="4500563"/>
              <a:ext cx="214313" cy="190500"/>
            </a:xfrm>
            <a:custGeom>
              <a:avLst/>
              <a:gdLst/>
              <a:ahLst/>
              <a:cxnLst/>
              <a:rect l="l" t="t" r="r" b="b"/>
              <a:pathLst>
                <a:path w="135" h="120" extrusionOk="0">
                  <a:moveTo>
                    <a:pt x="7" y="60"/>
                  </a:moveTo>
                  <a:lnTo>
                    <a:pt x="7" y="60"/>
                  </a:lnTo>
                  <a:lnTo>
                    <a:pt x="15" y="60"/>
                  </a:lnTo>
                  <a:lnTo>
                    <a:pt x="22" y="60"/>
                  </a:lnTo>
                  <a:lnTo>
                    <a:pt x="37" y="83"/>
                  </a:lnTo>
                  <a:lnTo>
                    <a:pt x="37" y="83"/>
                  </a:lnTo>
                  <a:lnTo>
                    <a:pt x="45" y="98"/>
                  </a:lnTo>
                  <a:lnTo>
                    <a:pt x="60" y="105"/>
                  </a:lnTo>
                  <a:lnTo>
                    <a:pt x="60" y="105"/>
                  </a:lnTo>
                  <a:lnTo>
                    <a:pt x="75" y="98"/>
                  </a:lnTo>
                  <a:lnTo>
                    <a:pt x="97" y="83"/>
                  </a:lnTo>
                  <a:lnTo>
                    <a:pt x="112" y="68"/>
                  </a:lnTo>
                  <a:lnTo>
                    <a:pt x="120" y="45"/>
                  </a:lnTo>
                  <a:lnTo>
                    <a:pt x="120" y="45"/>
                  </a:lnTo>
                  <a:lnTo>
                    <a:pt x="127" y="23"/>
                  </a:lnTo>
                  <a:lnTo>
                    <a:pt x="120" y="0"/>
                  </a:lnTo>
                  <a:lnTo>
                    <a:pt x="120" y="0"/>
                  </a:lnTo>
                  <a:lnTo>
                    <a:pt x="135" y="38"/>
                  </a:lnTo>
                  <a:lnTo>
                    <a:pt x="135" y="53"/>
                  </a:lnTo>
                  <a:lnTo>
                    <a:pt x="135" y="75"/>
                  </a:lnTo>
                  <a:lnTo>
                    <a:pt x="135" y="75"/>
                  </a:lnTo>
                  <a:lnTo>
                    <a:pt x="120" y="90"/>
                  </a:lnTo>
                  <a:lnTo>
                    <a:pt x="112" y="105"/>
                  </a:lnTo>
                  <a:lnTo>
                    <a:pt x="82" y="120"/>
                  </a:lnTo>
                  <a:lnTo>
                    <a:pt x="60" y="120"/>
                  </a:lnTo>
                  <a:lnTo>
                    <a:pt x="37" y="113"/>
                  </a:lnTo>
                  <a:lnTo>
                    <a:pt x="37" y="113"/>
                  </a:lnTo>
                  <a:lnTo>
                    <a:pt x="22" y="105"/>
                  </a:lnTo>
                  <a:lnTo>
                    <a:pt x="7" y="98"/>
                  </a:lnTo>
                  <a:lnTo>
                    <a:pt x="7" y="98"/>
                  </a:lnTo>
                  <a:lnTo>
                    <a:pt x="0" y="83"/>
                  </a:lnTo>
                  <a:lnTo>
                    <a:pt x="0" y="68"/>
                  </a:lnTo>
                  <a:lnTo>
                    <a:pt x="7" y="60"/>
                  </a:lnTo>
                  <a:lnTo>
                    <a:pt x="7" y="6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84" name="Google Shape;3484;p67"/>
            <p:cNvSpPr/>
            <p:nvPr/>
          </p:nvSpPr>
          <p:spPr>
            <a:xfrm>
              <a:off x="4683125" y="4394200"/>
              <a:ext cx="560388" cy="488950"/>
            </a:xfrm>
            <a:custGeom>
              <a:avLst/>
              <a:gdLst/>
              <a:ahLst/>
              <a:cxnLst/>
              <a:rect l="l" t="t" r="r" b="b"/>
              <a:pathLst>
                <a:path w="353" h="308" extrusionOk="0">
                  <a:moveTo>
                    <a:pt x="346" y="172"/>
                  </a:moveTo>
                  <a:lnTo>
                    <a:pt x="346" y="172"/>
                  </a:lnTo>
                  <a:lnTo>
                    <a:pt x="331" y="202"/>
                  </a:lnTo>
                  <a:lnTo>
                    <a:pt x="308" y="240"/>
                  </a:lnTo>
                  <a:lnTo>
                    <a:pt x="286" y="263"/>
                  </a:lnTo>
                  <a:lnTo>
                    <a:pt x="256" y="285"/>
                  </a:lnTo>
                  <a:lnTo>
                    <a:pt x="218" y="293"/>
                  </a:lnTo>
                  <a:lnTo>
                    <a:pt x="181" y="300"/>
                  </a:lnTo>
                  <a:lnTo>
                    <a:pt x="151" y="308"/>
                  </a:lnTo>
                  <a:lnTo>
                    <a:pt x="113" y="300"/>
                  </a:lnTo>
                  <a:lnTo>
                    <a:pt x="113" y="300"/>
                  </a:lnTo>
                  <a:lnTo>
                    <a:pt x="76" y="278"/>
                  </a:lnTo>
                  <a:lnTo>
                    <a:pt x="46" y="255"/>
                  </a:lnTo>
                  <a:lnTo>
                    <a:pt x="15" y="225"/>
                  </a:lnTo>
                  <a:lnTo>
                    <a:pt x="0" y="187"/>
                  </a:lnTo>
                  <a:lnTo>
                    <a:pt x="0" y="187"/>
                  </a:lnTo>
                  <a:lnTo>
                    <a:pt x="15" y="217"/>
                  </a:lnTo>
                  <a:lnTo>
                    <a:pt x="38" y="232"/>
                  </a:lnTo>
                  <a:lnTo>
                    <a:pt x="61" y="247"/>
                  </a:lnTo>
                  <a:lnTo>
                    <a:pt x="91" y="263"/>
                  </a:lnTo>
                  <a:lnTo>
                    <a:pt x="91" y="263"/>
                  </a:lnTo>
                  <a:lnTo>
                    <a:pt x="121" y="270"/>
                  </a:lnTo>
                  <a:lnTo>
                    <a:pt x="158" y="270"/>
                  </a:lnTo>
                  <a:lnTo>
                    <a:pt x="196" y="263"/>
                  </a:lnTo>
                  <a:lnTo>
                    <a:pt x="226" y="247"/>
                  </a:lnTo>
                  <a:lnTo>
                    <a:pt x="256" y="225"/>
                  </a:lnTo>
                  <a:lnTo>
                    <a:pt x="286" y="202"/>
                  </a:lnTo>
                  <a:lnTo>
                    <a:pt x="308" y="172"/>
                  </a:lnTo>
                  <a:lnTo>
                    <a:pt x="323" y="135"/>
                  </a:lnTo>
                  <a:lnTo>
                    <a:pt x="323" y="135"/>
                  </a:lnTo>
                  <a:lnTo>
                    <a:pt x="331" y="97"/>
                  </a:lnTo>
                  <a:lnTo>
                    <a:pt x="338" y="60"/>
                  </a:lnTo>
                  <a:lnTo>
                    <a:pt x="338" y="30"/>
                  </a:lnTo>
                  <a:lnTo>
                    <a:pt x="331" y="0"/>
                  </a:lnTo>
                  <a:lnTo>
                    <a:pt x="331" y="0"/>
                  </a:lnTo>
                  <a:lnTo>
                    <a:pt x="346" y="37"/>
                  </a:lnTo>
                  <a:lnTo>
                    <a:pt x="353" y="75"/>
                  </a:lnTo>
                  <a:lnTo>
                    <a:pt x="353" y="120"/>
                  </a:lnTo>
                  <a:lnTo>
                    <a:pt x="346" y="172"/>
                  </a:lnTo>
                  <a:lnTo>
                    <a:pt x="346" y="172"/>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85" name="Google Shape;3485;p67"/>
            <p:cNvSpPr/>
            <p:nvPr/>
          </p:nvSpPr>
          <p:spPr>
            <a:xfrm>
              <a:off x="3575050" y="4143375"/>
              <a:ext cx="1633538" cy="1179513"/>
            </a:xfrm>
            <a:custGeom>
              <a:avLst/>
              <a:gdLst/>
              <a:ahLst/>
              <a:cxnLst/>
              <a:rect l="l" t="t" r="r" b="b"/>
              <a:pathLst>
                <a:path w="1029" h="743" extrusionOk="0">
                  <a:moveTo>
                    <a:pt x="744" y="15"/>
                  </a:moveTo>
                  <a:lnTo>
                    <a:pt x="744" y="15"/>
                  </a:lnTo>
                  <a:lnTo>
                    <a:pt x="691" y="37"/>
                  </a:lnTo>
                  <a:lnTo>
                    <a:pt x="646" y="67"/>
                  </a:lnTo>
                  <a:lnTo>
                    <a:pt x="601" y="105"/>
                  </a:lnTo>
                  <a:lnTo>
                    <a:pt x="563" y="150"/>
                  </a:lnTo>
                  <a:lnTo>
                    <a:pt x="488" y="248"/>
                  </a:lnTo>
                  <a:lnTo>
                    <a:pt x="398" y="360"/>
                  </a:lnTo>
                  <a:lnTo>
                    <a:pt x="398" y="360"/>
                  </a:lnTo>
                  <a:lnTo>
                    <a:pt x="330" y="443"/>
                  </a:lnTo>
                  <a:lnTo>
                    <a:pt x="263" y="511"/>
                  </a:lnTo>
                  <a:lnTo>
                    <a:pt x="135" y="631"/>
                  </a:lnTo>
                  <a:lnTo>
                    <a:pt x="37" y="713"/>
                  </a:lnTo>
                  <a:lnTo>
                    <a:pt x="0" y="743"/>
                  </a:lnTo>
                  <a:lnTo>
                    <a:pt x="0" y="743"/>
                  </a:lnTo>
                  <a:lnTo>
                    <a:pt x="22" y="728"/>
                  </a:lnTo>
                  <a:lnTo>
                    <a:pt x="105" y="676"/>
                  </a:lnTo>
                  <a:lnTo>
                    <a:pt x="218" y="593"/>
                  </a:lnTo>
                  <a:lnTo>
                    <a:pt x="285" y="533"/>
                  </a:lnTo>
                  <a:lnTo>
                    <a:pt x="353" y="473"/>
                  </a:lnTo>
                  <a:lnTo>
                    <a:pt x="353" y="473"/>
                  </a:lnTo>
                  <a:lnTo>
                    <a:pt x="421" y="398"/>
                  </a:lnTo>
                  <a:lnTo>
                    <a:pt x="488" y="315"/>
                  </a:lnTo>
                  <a:lnTo>
                    <a:pt x="556" y="233"/>
                  </a:lnTo>
                  <a:lnTo>
                    <a:pt x="616" y="165"/>
                  </a:lnTo>
                  <a:lnTo>
                    <a:pt x="676" y="105"/>
                  </a:lnTo>
                  <a:lnTo>
                    <a:pt x="713" y="83"/>
                  </a:lnTo>
                  <a:lnTo>
                    <a:pt x="744" y="60"/>
                  </a:lnTo>
                  <a:lnTo>
                    <a:pt x="781" y="52"/>
                  </a:lnTo>
                  <a:lnTo>
                    <a:pt x="811" y="45"/>
                  </a:lnTo>
                  <a:lnTo>
                    <a:pt x="849" y="45"/>
                  </a:lnTo>
                  <a:lnTo>
                    <a:pt x="886" y="60"/>
                  </a:lnTo>
                  <a:lnTo>
                    <a:pt x="886" y="60"/>
                  </a:lnTo>
                  <a:lnTo>
                    <a:pt x="931" y="75"/>
                  </a:lnTo>
                  <a:lnTo>
                    <a:pt x="976" y="98"/>
                  </a:lnTo>
                  <a:lnTo>
                    <a:pt x="1006" y="128"/>
                  </a:lnTo>
                  <a:lnTo>
                    <a:pt x="1029" y="158"/>
                  </a:lnTo>
                  <a:lnTo>
                    <a:pt x="1029" y="158"/>
                  </a:lnTo>
                  <a:lnTo>
                    <a:pt x="1006" y="113"/>
                  </a:lnTo>
                  <a:lnTo>
                    <a:pt x="976" y="67"/>
                  </a:lnTo>
                  <a:lnTo>
                    <a:pt x="931" y="37"/>
                  </a:lnTo>
                  <a:lnTo>
                    <a:pt x="871" y="15"/>
                  </a:lnTo>
                  <a:lnTo>
                    <a:pt x="871" y="15"/>
                  </a:lnTo>
                  <a:lnTo>
                    <a:pt x="811" y="0"/>
                  </a:lnTo>
                  <a:lnTo>
                    <a:pt x="781" y="0"/>
                  </a:lnTo>
                  <a:lnTo>
                    <a:pt x="744" y="15"/>
                  </a:lnTo>
                  <a:lnTo>
                    <a:pt x="744" y="1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86" name="Google Shape;3486;p67"/>
            <p:cNvSpPr/>
            <p:nvPr/>
          </p:nvSpPr>
          <p:spPr>
            <a:xfrm>
              <a:off x="-2381" y="6348413"/>
              <a:ext cx="321469" cy="538616"/>
            </a:xfrm>
            <a:custGeom>
              <a:avLst/>
              <a:gdLst/>
              <a:ahLst/>
              <a:cxnLst/>
              <a:rect l="l" t="t" r="r" b="b"/>
              <a:pathLst>
                <a:path w="321469" h="538616" extrusionOk="0">
                  <a:moveTo>
                    <a:pt x="107157" y="0"/>
                  </a:moveTo>
                  <a:lnTo>
                    <a:pt x="143669" y="0"/>
                  </a:lnTo>
                  <a:lnTo>
                    <a:pt x="178594" y="0"/>
                  </a:lnTo>
                  <a:lnTo>
                    <a:pt x="226219" y="0"/>
                  </a:lnTo>
                  <a:lnTo>
                    <a:pt x="297657" y="23812"/>
                  </a:lnTo>
                  <a:lnTo>
                    <a:pt x="321469" y="36512"/>
                  </a:lnTo>
                  <a:lnTo>
                    <a:pt x="310357" y="96837"/>
                  </a:lnTo>
                  <a:lnTo>
                    <a:pt x="286544" y="144462"/>
                  </a:lnTo>
                  <a:lnTo>
                    <a:pt x="250032" y="192087"/>
                  </a:lnTo>
                  <a:lnTo>
                    <a:pt x="226219" y="203200"/>
                  </a:lnTo>
                  <a:lnTo>
                    <a:pt x="191294" y="203200"/>
                  </a:lnTo>
                  <a:lnTo>
                    <a:pt x="154782" y="215900"/>
                  </a:lnTo>
                  <a:lnTo>
                    <a:pt x="119857" y="227012"/>
                  </a:lnTo>
                  <a:lnTo>
                    <a:pt x="96044" y="263525"/>
                  </a:lnTo>
                  <a:lnTo>
                    <a:pt x="83344" y="298450"/>
                  </a:lnTo>
                  <a:lnTo>
                    <a:pt x="72232" y="346075"/>
                  </a:lnTo>
                  <a:lnTo>
                    <a:pt x="96044" y="393700"/>
                  </a:lnTo>
                  <a:lnTo>
                    <a:pt x="119857" y="454025"/>
                  </a:lnTo>
                  <a:lnTo>
                    <a:pt x="154782" y="501650"/>
                  </a:lnTo>
                  <a:lnTo>
                    <a:pt x="188185" y="538616"/>
                  </a:lnTo>
                  <a:lnTo>
                    <a:pt x="122164" y="538616"/>
                  </a:lnTo>
                  <a:lnTo>
                    <a:pt x="119857" y="536575"/>
                  </a:lnTo>
                  <a:lnTo>
                    <a:pt x="24607" y="441325"/>
                  </a:lnTo>
                  <a:lnTo>
                    <a:pt x="0" y="410218"/>
                  </a:lnTo>
                  <a:lnTo>
                    <a:pt x="0" y="334686"/>
                  </a:lnTo>
                  <a:lnTo>
                    <a:pt x="11906" y="346075"/>
                  </a:lnTo>
                  <a:lnTo>
                    <a:pt x="24607" y="334962"/>
                  </a:lnTo>
                  <a:lnTo>
                    <a:pt x="11906" y="274637"/>
                  </a:lnTo>
                  <a:lnTo>
                    <a:pt x="11906" y="192087"/>
                  </a:lnTo>
                  <a:lnTo>
                    <a:pt x="11906" y="144462"/>
                  </a:lnTo>
                  <a:lnTo>
                    <a:pt x="24607" y="107950"/>
                  </a:lnTo>
                  <a:lnTo>
                    <a:pt x="35719" y="60325"/>
                  </a:lnTo>
                  <a:lnTo>
                    <a:pt x="72232" y="23812"/>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87" name="Google Shape;3487;p67"/>
            <p:cNvSpPr/>
            <p:nvPr/>
          </p:nvSpPr>
          <p:spPr>
            <a:xfrm>
              <a:off x="4243388" y="3463925"/>
              <a:ext cx="976313" cy="822325"/>
            </a:xfrm>
            <a:custGeom>
              <a:avLst/>
              <a:gdLst/>
              <a:ahLst/>
              <a:cxnLst/>
              <a:rect l="l" t="t" r="r" b="b"/>
              <a:pathLst>
                <a:path w="615" h="518" extrusionOk="0">
                  <a:moveTo>
                    <a:pt x="0" y="518"/>
                  </a:moveTo>
                  <a:lnTo>
                    <a:pt x="0" y="518"/>
                  </a:lnTo>
                  <a:lnTo>
                    <a:pt x="15" y="473"/>
                  </a:lnTo>
                  <a:lnTo>
                    <a:pt x="67" y="368"/>
                  </a:lnTo>
                  <a:lnTo>
                    <a:pt x="105" y="300"/>
                  </a:lnTo>
                  <a:lnTo>
                    <a:pt x="150" y="233"/>
                  </a:lnTo>
                  <a:lnTo>
                    <a:pt x="202" y="165"/>
                  </a:lnTo>
                  <a:lnTo>
                    <a:pt x="262" y="112"/>
                  </a:lnTo>
                  <a:lnTo>
                    <a:pt x="262" y="112"/>
                  </a:lnTo>
                  <a:lnTo>
                    <a:pt x="338" y="60"/>
                  </a:lnTo>
                  <a:lnTo>
                    <a:pt x="405" y="30"/>
                  </a:lnTo>
                  <a:lnTo>
                    <a:pt x="465" y="7"/>
                  </a:lnTo>
                  <a:lnTo>
                    <a:pt x="518" y="0"/>
                  </a:lnTo>
                  <a:lnTo>
                    <a:pt x="563" y="0"/>
                  </a:lnTo>
                  <a:lnTo>
                    <a:pt x="593" y="7"/>
                  </a:lnTo>
                  <a:lnTo>
                    <a:pt x="615" y="15"/>
                  </a:lnTo>
                  <a:lnTo>
                    <a:pt x="615" y="15"/>
                  </a:lnTo>
                  <a:lnTo>
                    <a:pt x="570" y="15"/>
                  </a:lnTo>
                  <a:lnTo>
                    <a:pt x="525" y="30"/>
                  </a:lnTo>
                  <a:lnTo>
                    <a:pt x="488" y="52"/>
                  </a:lnTo>
                  <a:lnTo>
                    <a:pt x="488" y="52"/>
                  </a:lnTo>
                  <a:lnTo>
                    <a:pt x="458" y="82"/>
                  </a:lnTo>
                  <a:lnTo>
                    <a:pt x="435" y="112"/>
                  </a:lnTo>
                  <a:lnTo>
                    <a:pt x="420" y="150"/>
                  </a:lnTo>
                  <a:lnTo>
                    <a:pt x="420" y="150"/>
                  </a:lnTo>
                  <a:lnTo>
                    <a:pt x="413" y="142"/>
                  </a:lnTo>
                  <a:lnTo>
                    <a:pt x="390" y="127"/>
                  </a:lnTo>
                  <a:lnTo>
                    <a:pt x="368" y="120"/>
                  </a:lnTo>
                  <a:lnTo>
                    <a:pt x="345" y="120"/>
                  </a:lnTo>
                  <a:lnTo>
                    <a:pt x="315" y="127"/>
                  </a:lnTo>
                  <a:lnTo>
                    <a:pt x="285" y="142"/>
                  </a:lnTo>
                  <a:lnTo>
                    <a:pt x="285" y="142"/>
                  </a:lnTo>
                  <a:lnTo>
                    <a:pt x="225" y="188"/>
                  </a:lnTo>
                  <a:lnTo>
                    <a:pt x="202" y="210"/>
                  </a:lnTo>
                  <a:lnTo>
                    <a:pt x="210" y="218"/>
                  </a:lnTo>
                  <a:lnTo>
                    <a:pt x="217" y="218"/>
                  </a:lnTo>
                  <a:lnTo>
                    <a:pt x="217" y="218"/>
                  </a:lnTo>
                  <a:lnTo>
                    <a:pt x="247" y="203"/>
                  </a:lnTo>
                  <a:lnTo>
                    <a:pt x="300" y="188"/>
                  </a:lnTo>
                  <a:lnTo>
                    <a:pt x="330" y="188"/>
                  </a:lnTo>
                  <a:lnTo>
                    <a:pt x="353" y="188"/>
                  </a:lnTo>
                  <a:lnTo>
                    <a:pt x="383" y="195"/>
                  </a:lnTo>
                  <a:lnTo>
                    <a:pt x="413" y="203"/>
                  </a:lnTo>
                  <a:lnTo>
                    <a:pt x="413" y="203"/>
                  </a:lnTo>
                  <a:lnTo>
                    <a:pt x="428" y="225"/>
                  </a:lnTo>
                  <a:lnTo>
                    <a:pt x="435" y="248"/>
                  </a:lnTo>
                  <a:lnTo>
                    <a:pt x="443" y="270"/>
                  </a:lnTo>
                  <a:lnTo>
                    <a:pt x="450" y="300"/>
                  </a:lnTo>
                  <a:lnTo>
                    <a:pt x="443" y="338"/>
                  </a:lnTo>
                  <a:lnTo>
                    <a:pt x="443" y="360"/>
                  </a:lnTo>
                  <a:lnTo>
                    <a:pt x="443" y="360"/>
                  </a:lnTo>
                  <a:lnTo>
                    <a:pt x="405" y="360"/>
                  </a:lnTo>
                  <a:lnTo>
                    <a:pt x="368" y="353"/>
                  </a:lnTo>
                  <a:lnTo>
                    <a:pt x="330" y="338"/>
                  </a:lnTo>
                  <a:lnTo>
                    <a:pt x="330" y="338"/>
                  </a:lnTo>
                  <a:lnTo>
                    <a:pt x="323" y="323"/>
                  </a:lnTo>
                  <a:lnTo>
                    <a:pt x="315" y="308"/>
                  </a:lnTo>
                  <a:lnTo>
                    <a:pt x="308" y="278"/>
                  </a:lnTo>
                  <a:lnTo>
                    <a:pt x="292" y="263"/>
                  </a:lnTo>
                  <a:lnTo>
                    <a:pt x="292" y="263"/>
                  </a:lnTo>
                  <a:lnTo>
                    <a:pt x="270" y="248"/>
                  </a:lnTo>
                  <a:lnTo>
                    <a:pt x="240" y="248"/>
                  </a:lnTo>
                  <a:lnTo>
                    <a:pt x="217" y="248"/>
                  </a:lnTo>
                  <a:lnTo>
                    <a:pt x="180" y="270"/>
                  </a:lnTo>
                  <a:lnTo>
                    <a:pt x="180" y="270"/>
                  </a:lnTo>
                  <a:lnTo>
                    <a:pt x="157" y="293"/>
                  </a:lnTo>
                  <a:lnTo>
                    <a:pt x="127" y="323"/>
                  </a:lnTo>
                  <a:lnTo>
                    <a:pt x="67" y="413"/>
                  </a:lnTo>
                  <a:lnTo>
                    <a:pt x="0" y="518"/>
                  </a:lnTo>
                  <a:lnTo>
                    <a:pt x="0" y="51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88" name="Google Shape;3488;p67"/>
            <p:cNvSpPr/>
            <p:nvPr/>
          </p:nvSpPr>
          <p:spPr>
            <a:xfrm>
              <a:off x="2216150" y="2533650"/>
              <a:ext cx="344488" cy="214313"/>
            </a:xfrm>
            <a:custGeom>
              <a:avLst/>
              <a:gdLst/>
              <a:ahLst/>
              <a:cxnLst/>
              <a:rect l="l" t="t" r="r" b="b"/>
              <a:pathLst>
                <a:path w="217" h="135" extrusionOk="0">
                  <a:moveTo>
                    <a:pt x="30" y="0"/>
                  </a:moveTo>
                  <a:lnTo>
                    <a:pt x="30" y="0"/>
                  </a:lnTo>
                  <a:lnTo>
                    <a:pt x="45" y="0"/>
                  </a:lnTo>
                  <a:lnTo>
                    <a:pt x="60" y="15"/>
                  </a:lnTo>
                  <a:lnTo>
                    <a:pt x="67" y="30"/>
                  </a:lnTo>
                  <a:lnTo>
                    <a:pt x="75" y="67"/>
                  </a:lnTo>
                  <a:lnTo>
                    <a:pt x="75" y="67"/>
                  </a:lnTo>
                  <a:lnTo>
                    <a:pt x="75" y="83"/>
                  </a:lnTo>
                  <a:lnTo>
                    <a:pt x="75" y="83"/>
                  </a:lnTo>
                  <a:lnTo>
                    <a:pt x="112" y="90"/>
                  </a:lnTo>
                  <a:lnTo>
                    <a:pt x="150" y="75"/>
                  </a:lnTo>
                  <a:lnTo>
                    <a:pt x="187" y="52"/>
                  </a:lnTo>
                  <a:lnTo>
                    <a:pt x="217" y="22"/>
                  </a:lnTo>
                  <a:lnTo>
                    <a:pt x="217" y="22"/>
                  </a:lnTo>
                  <a:lnTo>
                    <a:pt x="202" y="52"/>
                  </a:lnTo>
                  <a:lnTo>
                    <a:pt x="187" y="83"/>
                  </a:lnTo>
                  <a:lnTo>
                    <a:pt x="165" y="105"/>
                  </a:lnTo>
                  <a:lnTo>
                    <a:pt x="135" y="128"/>
                  </a:lnTo>
                  <a:lnTo>
                    <a:pt x="105" y="135"/>
                  </a:lnTo>
                  <a:lnTo>
                    <a:pt x="82" y="135"/>
                  </a:lnTo>
                  <a:lnTo>
                    <a:pt x="52" y="128"/>
                  </a:lnTo>
                  <a:lnTo>
                    <a:pt x="37" y="113"/>
                  </a:lnTo>
                  <a:lnTo>
                    <a:pt x="37" y="113"/>
                  </a:lnTo>
                  <a:lnTo>
                    <a:pt x="30" y="113"/>
                  </a:lnTo>
                  <a:lnTo>
                    <a:pt x="30" y="113"/>
                  </a:lnTo>
                  <a:lnTo>
                    <a:pt x="22" y="105"/>
                  </a:lnTo>
                  <a:lnTo>
                    <a:pt x="7" y="83"/>
                  </a:lnTo>
                  <a:lnTo>
                    <a:pt x="7" y="83"/>
                  </a:lnTo>
                  <a:lnTo>
                    <a:pt x="0" y="45"/>
                  </a:lnTo>
                  <a:lnTo>
                    <a:pt x="7" y="22"/>
                  </a:lnTo>
                  <a:lnTo>
                    <a:pt x="15" y="7"/>
                  </a:lnTo>
                  <a:lnTo>
                    <a:pt x="30" y="0"/>
                  </a:lnTo>
                  <a:lnTo>
                    <a:pt x="30" y="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89" name="Google Shape;3489;p67"/>
            <p:cNvSpPr/>
            <p:nvPr/>
          </p:nvSpPr>
          <p:spPr>
            <a:xfrm>
              <a:off x="950913" y="2211388"/>
              <a:ext cx="1633538" cy="1216025"/>
            </a:xfrm>
            <a:custGeom>
              <a:avLst/>
              <a:gdLst/>
              <a:ahLst/>
              <a:cxnLst/>
              <a:rect l="l" t="t" r="r" b="b"/>
              <a:pathLst>
                <a:path w="1029" h="766" extrusionOk="0">
                  <a:moveTo>
                    <a:pt x="316" y="278"/>
                  </a:moveTo>
                  <a:lnTo>
                    <a:pt x="316" y="278"/>
                  </a:lnTo>
                  <a:lnTo>
                    <a:pt x="391" y="210"/>
                  </a:lnTo>
                  <a:lnTo>
                    <a:pt x="466" y="150"/>
                  </a:lnTo>
                  <a:lnTo>
                    <a:pt x="534" y="98"/>
                  </a:lnTo>
                  <a:lnTo>
                    <a:pt x="601" y="60"/>
                  </a:lnTo>
                  <a:lnTo>
                    <a:pt x="661" y="38"/>
                  </a:lnTo>
                  <a:lnTo>
                    <a:pt x="722" y="15"/>
                  </a:lnTo>
                  <a:lnTo>
                    <a:pt x="774" y="0"/>
                  </a:lnTo>
                  <a:lnTo>
                    <a:pt x="827" y="0"/>
                  </a:lnTo>
                  <a:lnTo>
                    <a:pt x="872" y="0"/>
                  </a:lnTo>
                  <a:lnTo>
                    <a:pt x="909" y="8"/>
                  </a:lnTo>
                  <a:lnTo>
                    <a:pt x="939" y="23"/>
                  </a:lnTo>
                  <a:lnTo>
                    <a:pt x="969" y="38"/>
                  </a:lnTo>
                  <a:lnTo>
                    <a:pt x="992" y="60"/>
                  </a:lnTo>
                  <a:lnTo>
                    <a:pt x="1014" y="83"/>
                  </a:lnTo>
                  <a:lnTo>
                    <a:pt x="1022" y="113"/>
                  </a:lnTo>
                  <a:lnTo>
                    <a:pt x="1029" y="135"/>
                  </a:lnTo>
                  <a:lnTo>
                    <a:pt x="1029" y="135"/>
                  </a:lnTo>
                  <a:lnTo>
                    <a:pt x="1029" y="188"/>
                  </a:lnTo>
                  <a:lnTo>
                    <a:pt x="1014" y="225"/>
                  </a:lnTo>
                  <a:lnTo>
                    <a:pt x="1014" y="225"/>
                  </a:lnTo>
                  <a:lnTo>
                    <a:pt x="1014" y="188"/>
                  </a:lnTo>
                  <a:lnTo>
                    <a:pt x="1014" y="188"/>
                  </a:lnTo>
                  <a:lnTo>
                    <a:pt x="1007" y="158"/>
                  </a:lnTo>
                  <a:lnTo>
                    <a:pt x="992" y="128"/>
                  </a:lnTo>
                  <a:lnTo>
                    <a:pt x="977" y="105"/>
                  </a:lnTo>
                  <a:lnTo>
                    <a:pt x="954" y="83"/>
                  </a:lnTo>
                  <a:lnTo>
                    <a:pt x="924" y="68"/>
                  </a:lnTo>
                  <a:lnTo>
                    <a:pt x="887" y="53"/>
                  </a:lnTo>
                  <a:lnTo>
                    <a:pt x="849" y="45"/>
                  </a:lnTo>
                  <a:lnTo>
                    <a:pt x="804" y="45"/>
                  </a:lnTo>
                  <a:lnTo>
                    <a:pt x="759" y="53"/>
                  </a:lnTo>
                  <a:lnTo>
                    <a:pt x="699" y="60"/>
                  </a:lnTo>
                  <a:lnTo>
                    <a:pt x="646" y="83"/>
                  </a:lnTo>
                  <a:lnTo>
                    <a:pt x="586" y="113"/>
                  </a:lnTo>
                  <a:lnTo>
                    <a:pt x="519" y="150"/>
                  </a:lnTo>
                  <a:lnTo>
                    <a:pt x="451" y="195"/>
                  </a:lnTo>
                  <a:lnTo>
                    <a:pt x="376" y="255"/>
                  </a:lnTo>
                  <a:lnTo>
                    <a:pt x="301" y="323"/>
                  </a:lnTo>
                  <a:lnTo>
                    <a:pt x="301" y="323"/>
                  </a:lnTo>
                  <a:lnTo>
                    <a:pt x="203" y="428"/>
                  </a:lnTo>
                  <a:lnTo>
                    <a:pt x="128" y="533"/>
                  </a:lnTo>
                  <a:lnTo>
                    <a:pt x="61" y="646"/>
                  </a:lnTo>
                  <a:lnTo>
                    <a:pt x="0" y="766"/>
                  </a:lnTo>
                  <a:lnTo>
                    <a:pt x="23" y="721"/>
                  </a:lnTo>
                  <a:lnTo>
                    <a:pt x="23" y="721"/>
                  </a:lnTo>
                  <a:lnTo>
                    <a:pt x="76" y="601"/>
                  </a:lnTo>
                  <a:lnTo>
                    <a:pt x="143" y="488"/>
                  </a:lnTo>
                  <a:lnTo>
                    <a:pt x="226" y="376"/>
                  </a:lnTo>
                  <a:lnTo>
                    <a:pt x="316" y="278"/>
                  </a:lnTo>
                  <a:lnTo>
                    <a:pt x="316" y="27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90" name="Google Shape;3490;p67"/>
            <p:cNvSpPr/>
            <p:nvPr/>
          </p:nvSpPr>
          <p:spPr>
            <a:xfrm>
              <a:off x="808038" y="1484313"/>
              <a:ext cx="488950" cy="763588"/>
            </a:xfrm>
            <a:custGeom>
              <a:avLst/>
              <a:gdLst/>
              <a:ahLst/>
              <a:cxnLst/>
              <a:rect l="l" t="t" r="r" b="b"/>
              <a:pathLst>
                <a:path w="308" h="481" extrusionOk="0">
                  <a:moveTo>
                    <a:pt x="211" y="421"/>
                  </a:moveTo>
                  <a:lnTo>
                    <a:pt x="211" y="421"/>
                  </a:lnTo>
                  <a:lnTo>
                    <a:pt x="241" y="383"/>
                  </a:lnTo>
                  <a:lnTo>
                    <a:pt x="271" y="345"/>
                  </a:lnTo>
                  <a:lnTo>
                    <a:pt x="293" y="308"/>
                  </a:lnTo>
                  <a:lnTo>
                    <a:pt x="301" y="263"/>
                  </a:lnTo>
                  <a:lnTo>
                    <a:pt x="308" y="218"/>
                  </a:lnTo>
                  <a:lnTo>
                    <a:pt x="301" y="165"/>
                  </a:lnTo>
                  <a:lnTo>
                    <a:pt x="286" y="120"/>
                  </a:lnTo>
                  <a:lnTo>
                    <a:pt x="263" y="75"/>
                  </a:lnTo>
                  <a:lnTo>
                    <a:pt x="263" y="75"/>
                  </a:lnTo>
                  <a:lnTo>
                    <a:pt x="226" y="45"/>
                  </a:lnTo>
                  <a:lnTo>
                    <a:pt x="181" y="15"/>
                  </a:lnTo>
                  <a:lnTo>
                    <a:pt x="128" y="0"/>
                  </a:lnTo>
                  <a:lnTo>
                    <a:pt x="83" y="0"/>
                  </a:lnTo>
                  <a:lnTo>
                    <a:pt x="83" y="0"/>
                  </a:lnTo>
                  <a:lnTo>
                    <a:pt x="113" y="15"/>
                  </a:lnTo>
                  <a:lnTo>
                    <a:pt x="143" y="30"/>
                  </a:lnTo>
                  <a:lnTo>
                    <a:pt x="173" y="52"/>
                  </a:lnTo>
                  <a:lnTo>
                    <a:pt x="196" y="75"/>
                  </a:lnTo>
                  <a:lnTo>
                    <a:pt x="196" y="75"/>
                  </a:lnTo>
                  <a:lnTo>
                    <a:pt x="226" y="120"/>
                  </a:lnTo>
                  <a:lnTo>
                    <a:pt x="241" y="165"/>
                  </a:lnTo>
                  <a:lnTo>
                    <a:pt x="248" y="210"/>
                  </a:lnTo>
                  <a:lnTo>
                    <a:pt x="241" y="255"/>
                  </a:lnTo>
                  <a:lnTo>
                    <a:pt x="233" y="300"/>
                  </a:lnTo>
                  <a:lnTo>
                    <a:pt x="211" y="345"/>
                  </a:lnTo>
                  <a:lnTo>
                    <a:pt x="181" y="383"/>
                  </a:lnTo>
                  <a:lnTo>
                    <a:pt x="151" y="421"/>
                  </a:lnTo>
                  <a:lnTo>
                    <a:pt x="151" y="421"/>
                  </a:lnTo>
                  <a:lnTo>
                    <a:pt x="113" y="443"/>
                  </a:lnTo>
                  <a:lnTo>
                    <a:pt x="83" y="458"/>
                  </a:lnTo>
                  <a:lnTo>
                    <a:pt x="38" y="473"/>
                  </a:lnTo>
                  <a:lnTo>
                    <a:pt x="0" y="481"/>
                  </a:lnTo>
                  <a:lnTo>
                    <a:pt x="0" y="481"/>
                  </a:lnTo>
                  <a:lnTo>
                    <a:pt x="53" y="481"/>
                  </a:lnTo>
                  <a:lnTo>
                    <a:pt x="113" y="473"/>
                  </a:lnTo>
                  <a:lnTo>
                    <a:pt x="166" y="451"/>
                  </a:lnTo>
                  <a:lnTo>
                    <a:pt x="211" y="421"/>
                  </a:lnTo>
                  <a:lnTo>
                    <a:pt x="211" y="42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91" name="Google Shape;3491;p67"/>
            <p:cNvSpPr/>
            <p:nvPr/>
          </p:nvSpPr>
          <p:spPr>
            <a:xfrm>
              <a:off x="630238" y="1484313"/>
              <a:ext cx="309563" cy="452438"/>
            </a:xfrm>
            <a:custGeom>
              <a:avLst/>
              <a:gdLst/>
              <a:ahLst/>
              <a:cxnLst/>
              <a:rect l="l" t="t" r="r" b="b"/>
              <a:pathLst>
                <a:path w="195" h="285" extrusionOk="0">
                  <a:moveTo>
                    <a:pt x="165" y="255"/>
                  </a:moveTo>
                  <a:lnTo>
                    <a:pt x="165" y="255"/>
                  </a:lnTo>
                  <a:lnTo>
                    <a:pt x="165" y="240"/>
                  </a:lnTo>
                  <a:lnTo>
                    <a:pt x="150" y="225"/>
                  </a:lnTo>
                  <a:lnTo>
                    <a:pt x="127" y="218"/>
                  </a:lnTo>
                  <a:lnTo>
                    <a:pt x="105" y="218"/>
                  </a:lnTo>
                  <a:lnTo>
                    <a:pt x="105" y="218"/>
                  </a:lnTo>
                  <a:lnTo>
                    <a:pt x="67" y="210"/>
                  </a:lnTo>
                  <a:lnTo>
                    <a:pt x="45" y="195"/>
                  </a:lnTo>
                  <a:lnTo>
                    <a:pt x="45" y="195"/>
                  </a:lnTo>
                  <a:lnTo>
                    <a:pt x="45" y="150"/>
                  </a:lnTo>
                  <a:lnTo>
                    <a:pt x="52" y="113"/>
                  </a:lnTo>
                  <a:lnTo>
                    <a:pt x="75" y="67"/>
                  </a:lnTo>
                  <a:lnTo>
                    <a:pt x="105" y="37"/>
                  </a:lnTo>
                  <a:lnTo>
                    <a:pt x="105" y="37"/>
                  </a:lnTo>
                  <a:lnTo>
                    <a:pt x="150" y="15"/>
                  </a:lnTo>
                  <a:lnTo>
                    <a:pt x="195" y="0"/>
                  </a:lnTo>
                  <a:lnTo>
                    <a:pt x="195" y="0"/>
                  </a:lnTo>
                  <a:lnTo>
                    <a:pt x="150" y="0"/>
                  </a:lnTo>
                  <a:lnTo>
                    <a:pt x="112" y="0"/>
                  </a:lnTo>
                  <a:lnTo>
                    <a:pt x="82" y="15"/>
                  </a:lnTo>
                  <a:lnTo>
                    <a:pt x="45" y="37"/>
                  </a:lnTo>
                  <a:lnTo>
                    <a:pt x="45" y="37"/>
                  </a:lnTo>
                  <a:lnTo>
                    <a:pt x="22" y="67"/>
                  </a:lnTo>
                  <a:lnTo>
                    <a:pt x="7" y="98"/>
                  </a:lnTo>
                  <a:lnTo>
                    <a:pt x="0" y="128"/>
                  </a:lnTo>
                  <a:lnTo>
                    <a:pt x="0" y="150"/>
                  </a:lnTo>
                  <a:lnTo>
                    <a:pt x="7" y="180"/>
                  </a:lnTo>
                  <a:lnTo>
                    <a:pt x="22" y="203"/>
                  </a:lnTo>
                  <a:lnTo>
                    <a:pt x="45" y="240"/>
                  </a:lnTo>
                  <a:lnTo>
                    <a:pt x="45" y="240"/>
                  </a:lnTo>
                  <a:lnTo>
                    <a:pt x="67" y="263"/>
                  </a:lnTo>
                  <a:lnTo>
                    <a:pt x="97" y="278"/>
                  </a:lnTo>
                  <a:lnTo>
                    <a:pt x="97" y="278"/>
                  </a:lnTo>
                  <a:lnTo>
                    <a:pt x="127" y="285"/>
                  </a:lnTo>
                  <a:lnTo>
                    <a:pt x="150" y="278"/>
                  </a:lnTo>
                  <a:lnTo>
                    <a:pt x="157" y="270"/>
                  </a:lnTo>
                  <a:lnTo>
                    <a:pt x="165" y="255"/>
                  </a:lnTo>
                  <a:lnTo>
                    <a:pt x="165" y="25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92" name="Google Shape;3492;p67"/>
            <p:cNvSpPr/>
            <p:nvPr/>
          </p:nvSpPr>
          <p:spPr>
            <a:xfrm>
              <a:off x="260350" y="1066800"/>
              <a:ext cx="738188" cy="1181100"/>
            </a:xfrm>
            <a:custGeom>
              <a:avLst/>
              <a:gdLst/>
              <a:ahLst/>
              <a:cxnLst/>
              <a:rect l="l" t="t" r="r" b="b"/>
              <a:pathLst>
                <a:path w="465" h="744" extrusionOk="0">
                  <a:moveTo>
                    <a:pt x="142" y="90"/>
                  </a:moveTo>
                  <a:lnTo>
                    <a:pt x="142" y="90"/>
                  </a:lnTo>
                  <a:lnTo>
                    <a:pt x="82" y="143"/>
                  </a:lnTo>
                  <a:lnTo>
                    <a:pt x="45" y="203"/>
                  </a:lnTo>
                  <a:lnTo>
                    <a:pt x="15" y="270"/>
                  </a:lnTo>
                  <a:lnTo>
                    <a:pt x="0" y="346"/>
                  </a:lnTo>
                  <a:lnTo>
                    <a:pt x="0" y="413"/>
                  </a:lnTo>
                  <a:lnTo>
                    <a:pt x="7" y="481"/>
                  </a:lnTo>
                  <a:lnTo>
                    <a:pt x="37" y="548"/>
                  </a:lnTo>
                  <a:lnTo>
                    <a:pt x="75" y="608"/>
                  </a:lnTo>
                  <a:lnTo>
                    <a:pt x="75" y="608"/>
                  </a:lnTo>
                  <a:lnTo>
                    <a:pt x="97" y="638"/>
                  </a:lnTo>
                  <a:lnTo>
                    <a:pt x="127" y="668"/>
                  </a:lnTo>
                  <a:lnTo>
                    <a:pt x="195" y="706"/>
                  </a:lnTo>
                  <a:lnTo>
                    <a:pt x="233" y="721"/>
                  </a:lnTo>
                  <a:lnTo>
                    <a:pt x="270" y="736"/>
                  </a:lnTo>
                  <a:lnTo>
                    <a:pt x="308" y="744"/>
                  </a:lnTo>
                  <a:lnTo>
                    <a:pt x="345" y="744"/>
                  </a:lnTo>
                  <a:lnTo>
                    <a:pt x="345" y="744"/>
                  </a:lnTo>
                  <a:lnTo>
                    <a:pt x="293" y="729"/>
                  </a:lnTo>
                  <a:lnTo>
                    <a:pt x="240" y="706"/>
                  </a:lnTo>
                  <a:lnTo>
                    <a:pt x="195" y="676"/>
                  </a:lnTo>
                  <a:lnTo>
                    <a:pt x="158" y="631"/>
                  </a:lnTo>
                  <a:lnTo>
                    <a:pt x="158" y="631"/>
                  </a:lnTo>
                  <a:lnTo>
                    <a:pt x="120" y="571"/>
                  </a:lnTo>
                  <a:lnTo>
                    <a:pt x="90" y="503"/>
                  </a:lnTo>
                  <a:lnTo>
                    <a:pt x="82" y="436"/>
                  </a:lnTo>
                  <a:lnTo>
                    <a:pt x="82" y="361"/>
                  </a:lnTo>
                  <a:lnTo>
                    <a:pt x="97" y="293"/>
                  </a:lnTo>
                  <a:lnTo>
                    <a:pt x="127" y="225"/>
                  </a:lnTo>
                  <a:lnTo>
                    <a:pt x="165" y="165"/>
                  </a:lnTo>
                  <a:lnTo>
                    <a:pt x="225" y="113"/>
                  </a:lnTo>
                  <a:lnTo>
                    <a:pt x="225" y="113"/>
                  </a:lnTo>
                  <a:lnTo>
                    <a:pt x="285" y="68"/>
                  </a:lnTo>
                  <a:lnTo>
                    <a:pt x="345" y="38"/>
                  </a:lnTo>
                  <a:lnTo>
                    <a:pt x="405" y="15"/>
                  </a:lnTo>
                  <a:lnTo>
                    <a:pt x="465" y="8"/>
                  </a:lnTo>
                  <a:lnTo>
                    <a:pt x="465" y="8"/>
                  </a:lnTo>
                  <a:lnTo>
                    <a:pt x="383" y="0"/>
                  </a:lnTo>
                  <a:lnTo>
                    <a:pt x="300" y="15"/>
                  </a:lnTo>
                  <a:lnTo>
                    <a:pt x="263" y="23"/>
                  </a:lnTo>
                  <a:lnTo>
                    <a:pt x="218" y="38"/>
                  </a:lnTo>
                  <a:lnTo>
                    <a:pt x="180" y="60"/>
                  </a:lnTo>
                  <a:lnTo>
                    <a:pt x="142" y="90"/>
                  </a:lnTo>
                  <a:lnTo>
                    <a:pt x="142" y="9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93" name="Google Shape;3493;p67"/>
            <p:cNvSpPr/>
            <p:nvPr/>
          </p:nvSpPr>
          <p:spPr>
            <a:xfrm>
              <a:off x="665163" y="1079500"/>
              <a:ext cx="1073150" cy="3756025"/>
            </a:xfrm>
            <a:custGeom>
              <a:avLst/>
              <a:gdLst/>
              <a:ahLst/>
              <a:cxnLst/>
              <a:rect l="l" t="t" r="r" b="b"/>
              <a:pathLst>
                <a:path w="676" h="2366" extrusionOk="0">
                  <a:moveTo>
                    <a:pt x="676" y="413"/>
                  </a:moveTo>
                  <a:lnTo>
                    <a:pt x="676" y="413"/>
                  </a:lnTo>
                  <a:lnTo>
                    <a:pt x="676" y="473"/>
                  </a:lnTo>
                  <a:lnTo>
                    <a:pt x="669" y="525"/>
                  </a:lnTo>
                  <a:lnTo>
                    <a:pt x="661" y="578"/>
                  </a:lnTo>
                  <a:lnTo>
                    <a:pt x="646" y="630"/>
                  </a:lnTo>
                  <a:lnTo>
                    <a:pt x="601" y="736"/>
                  </a:lnTo>
                  <a:lnTo>
                    <a:pt x="548" y="841"/>
                  </a:lnTo>
                  <a:lnTo>
                    <a:pt x="488" y="946"/>
                  </a:lnTo>
                  <a:lnTo>
                    <a:pt x="421" y="1051"/>
                  </a:lnTo>
                  <a:lnTo>
                    <a:pt x="346" y="1164"/>
                  </a:lnTo>
                  <a:lnTo>
                    <a:pt x="271" y="1291"/>
                  </a:lnTo>
                  <a:lnTo>
                    <a:pt x="271" y="1291"/>
                  </a:lnTo>
                  <a:lnTo>
                    <a:pt x="218" y="1389"/>
                  </a:lnTo>
                  <a:lnTo>
                    <a:pt x="165" y="1487"/>
                  </a:lnTo>
                  <a:lnTo>
                    <a:pt x="135" y="1584"/>
                  </a:lnTo>
                  <a:lnTo>
                    <a:pt x="105" y="1682"/>
                  </a:lnTo>
                  <a:lnTo>
                    <a:pt x="90" y="1772"/>
                  </a:lnTo>
                  <a:lnTo>
                    <a:pt x="75" y="1862"/>
                  </a:lnTo>
                  <a:lnTo>
                    <a:pt x="68" y="1945"/>
                  </a:lnTo>
                  <a:lnTo>
                    <a:pt x="68" y="2028"/>
                  </a:lnTo>
                  <a:lnTo>
                    <a:pt x="83" y="2163"/>
                  </a:lnTo>
                  <a:lnTo>
                    <a:pt x="98" y="2268"/>
                  </a:lnTo>
                  <a:lnTo>
                    <a:pt x="120" y="2366"/>
                  </a:lnTo>
                  <a:lnTo>
                    <a:pt x="120" y="2366"/>
                  </a:lnTo>
                  <a:lnTo>
                    <a:pt x="83" y="2290"/>
                  </a:lnTo>
                  <a:lnTo>
                    <a:pt x="53" y="2208"/>
                  </a:lnTo>
                  <a:lnTo>
                    <a:pt x="23" y="2095"/>
                  </a:lnTo>
                  <a:lnTo>
                    <a:pt x="15" y="2028"/>
                  </a:lnTo>
                  <a:lnTo>
                    <a:pt x="8" y="1960"/>
                  </a:lnTo>
                  <a:lnTo>
                    <a:pt x="0" y="1885"/>
                  </a:lnTo>
                  <a:lnTo>
                    <a:pt x="8" y="1802"/>
                  </a:lnTo>
                  <a:lnTo>
                    <a:pt x="15" y="1720"/>
                  </a:lnTo>
                  <a:lnTo>
                    <a:pt x="38" y="1637"/>
                  </a:lnTo>
                  <a:lnTo>
                    <a:pt x="68" y="1547"/>
                  </a:lnTo>
                  <a:lnTo>
                    <a:pt x="105" y="1457"/>
                  </a:lnTo>
                  <a:lnTo>
                    <a:pt x="105" y="1457"/>
                  </a:lnTo>
                  <a:lnTo>
                    <a:pt x="210" y="1276"/>
                  </a:lnTo>
                  <a:lnTo>
                    <a:pt x="308" y="1096"/>
                  </a:lnTo>
                  <a:lnTo>
                    <a:pt x="413" y="923"/>
                  </a:lnTo>
                  <a:lnTo>
                    <a:pt x="496" y="758"/>
                  </a:lnTo>
                  <a:lnTo>
                    <a:pt x="533" y="676"/>
                  </a:lnTo>
                  <a:lnTo>
                    <a:pt x="556" y="600"/>
                  </a:lnTo>
                  <a:lnTo>
                    <a:pt x="579" y="525"/>
                  </a:lnTo>
                  <a:lnTo>
                    <a:pt x="586" y="450"/>
                  </a:lnTo>
                  <a:lnTo>
                    <a:pt x="579" y="383"/>
                  </a:lnTo>
                  <a:lnTo>
                    <a:pt x="563" y="307"/>
                  </a:lnTo>
                  <a:lnTo>
                    <a:pt x="533" y="247"/>
                  </a:lnTo>
                  <a:lnTo>
                    <a:pt x="488" y="180"/>
                  </a:lnTo>
                  <a:lnTo>
                    <a:pt x="488" y="180"/>
                  </a:lnTo>
                  <a:lnTo>
                    <a:pt x="428" y="112"/>
                  </a:lnTo>
                  <a:lnTo>
                    <a:pt x="353" y="52"/>
                  </a:lnTo>
                  <a:lnTo>
                    <a:pt x="323" y="30"/>
                  </a:lnTo>
                  <a:lnTo>
                    <a:pt x="286" y="15"/>
                  </a:lnTo>
                  <a:lnTo>
                    <a:pt x="248" y="7"/>
                  </a:lnTo>
                  <a:lnTo>
                    <a:pt x="210" y="0"/>
                  </a:lnTo>
                  <a:lnTo>
                    <a:pt x="210" y="0"/>
                  </a:lnTo>
                  <a:lnTo>
                    <a:pt x="256" y="0"/>
                  </a:lnTo>
                  <a:lnTo>
                    <a:pt x="308" y="0"/>
                  </a:lnTo>
                  <a:lnTo>
                    <a:pt x="353" y="15"/>
                  </a:lnTo>
                  <a:lnTo>
                    <a:pt x="406" y="37"/>
                  </a:lnTo>
                  <a:lnTo>
                    <a:pt x="458" y="60"/>
                  </a:lnTo>
                  <a:lnTo>
                    <a:pt x="503" y="90"/>
                  </a:lnTo>
                  <a:lnTo>
                    <a:pt x="548" y="135"/>
                  </a:lnTo>
                  <a:lnTo>
                    <a:pt x="586" y="180"/>
                  </a:lnTo>
                  <a:lnTo>
                    <a:pt x="586" y="180"/>
                  </a:lnTo>
                  <a:lnTo>
                    <a:pt x="616" y="225"/>
                  </a:lnTo>
                  <a:lnTo>
                    <a:pt x="646" y="277"/>
                  </a:lnTo>
                  <a:lnTo>
                    <a:pt x="669" y="345"/>
                  </a:lnTo>
                  <a:lnTo>
                    <a:pt x="676" y="413"/>
                  </a:lnTo>
                  <a:lnTo>
                    <a:pt x="676" y="41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94" name="Google Shape;3494;p67"/>
            <p:cNvSpPr/>
            <p:nvPr/>
          </p:nvSpPr>
          <p:spPr>
            <a:xfrm>
              <a:off x="1022350" y="2998788"/>
              <a:ext cx="1955800" cy="1490663"/>
            </a:xfrm>
            <a:custGeom>
              <a:avLst/>
              <a:gdLst/>
              <a:ahLst/>
              <a:cxnLst/>
              <a:rect l="l" t="t" r="r" b="b"/>
              <a:pathLst>
                <a:path w="1232" h="939" extrusionOk="0">
                  <a:moveTo>
                    <a:pt x="0" y="698"/>
                  </a:moveTo>
                  <a:lnTo>
                    <a:pt x="0" y="698"/>
                  </a:lnTo>
                  <a:lnTo>
                    <a:pt x="8" y="623"/>
                  </a:lnTo>
                  <a:lnTo>
                    <a:pt x="16" y="556"/>
                  </a:lnTo>
                  <a:lnTo>
                    <a:pt x="38" y="488"/>
                  </a:lnTo>
                  <a:lnTo>
                    <a:pt x="61" y="428"/>
                  </a:lnTo>
                  <a:lnTo>
                    <a:pt x="91" y="360"/>
                  </a:lnTo>
                  <a:lnTo>
                    <a:pt x="128" y="300"/>
                  </a:lnTo>
                  <a:lnTo>
                    <a:pt x="166" y="248"/>
                  </a:lnTo>
                  <a:lnTo>
                    <a:pt x="211" y="195"/>
                  </a:lnTo>
                  <a:lnTo>
                    <a:pt x="256" y="150"/>
                  </a:lnTo>
                  <a:lnTo>
                    <a:pt x="308" y="112"/>
                  </a:lnTo>
                  <a:lnTo>
                    <a:pt x="369" y="75"/>
                  </a:lnTo>
                  <a:lnTo>
                    <a:pt x="429" y="45"/>
                  </a:lnTo>
                  <a:lnTo>
                    <a:pt x="489" y="22"/>
                  </a:lnTo>
                  <a:lnTo>
                    <a:pt x="556" y="7"/>
                  </a:lnTo>
                  <a:lnTo>
                    <a:pt x="624" y="0"/>
                  </a:lnTo>
                  <a:lnTo>
                    <a:pt x="692" y="0"/>
                  </a:lnTo>
                  <a:lnTo>
                    <a:pt x="692" y="0"/>
                  </a:lnTo>
                  <a:lnTo>
                    <a:pt x="744" y="7"/>
                  </a:lnTo>
                  <a:lnTo>
                    <a:pt x="789" y="15"/>
                  </a:lnTo>
                  <a:lnTo>
                    <a:pt x="834" y="30"/>
                  </a:lnTo>
                  <a:lnTo>
                    <a:pt x="879" y="52"/>
                  </a:lnTo>
                  <a:lnTo>
                    <a:pt x="969" y="105"/>
                  </a:lnTo>
                  <a:lnTo>
                    <a:pt x="1045" y="165"/>
                  </a:lnTo>
                  <a:lnTo>
                    <a:pt x="1112" y="240"/>
                  </a:lnTo>
                  <a:lnTo>
                    <a:pt x="1165" y="330"/>
                  </a:lnTo>
                  <a:lnTo>
                    <a:pt x="1210" y="420"/>
                  </a:lnTo>
                  <a:lnTo>
                    <a:pt x="1232" y="511"/>
                  </a:lnTo>
                  <a:lnTo>
                    <a:pt x="1232" y="511"/>
                  </a:lnTo>
                  <a:lnTo>
                    <a:pt x="1202" y="428"/>
                  </a:lnTo>
                  <a:lnTo>
                    <a:pt x="1165" y="353"/>
                  </a:lnTo>
                  <a:lnTo>
                    <a:pt x="1112" y="285"/>
                  </a:lnTo>
                  <a:lnTo>
                    <a:pt x="1052" y="225"/>
                  </a:lnTo>
                  <a:lnTo>
                    <a:pt x="977" y="180"/>
                  </a:lnTo>
                  <a:lnTo>
                    <a:pt x="902" y="143"/>
                  </a:lnTo>
                  <a:lnTo>
                    <a:pt x="819" y="112"/>
                  </a:lnTo>
                  <a:lnTo>
                    <a:pt x="729" y="105"/>
                  </a:lnTo>
                  <a:lnTo>
                    <a:pt x="729" y="105"/>
                  </a:lnTo>
                  <a:lnTo>
                    <a:pt x="661" y="97"/>
                  </a:lnTo>
                  <a:lnTo>
                    <a:pt x="594" y="105"/>
                  </a:lnTo>
                  <a:lnTo>
                    <a:pt x="526" y="120"/>
                  </a:lnTo>
                  <a:lnTo>
                    <a:pt x="459" y="143"/>
                  </a:lnTo>
                  <a:lnTo>
                    <a:pt x="399" y="165"/>
                  </a:lnTo>
                  <a:lnTo>
                    <a:pt x="338" y="195"/>
                  </a:lnTo>
                  <a:lnTo>
                    <a:pt x="286" y="233"/>
                  </a:lnTo>
                  <a:lnTo>
                    <a:pt x="233" y="270"/>
                  </a:lnTo>
                  <a:lnTo>
                    <a:pt x="188" y="315"/>
                  </a:lnTo>
                  <a:lnTo>
                    <a:pt x="143" y="368"/>
                  </a:lnTo>
                  <a:lnTo>
                    <a:pt x="106" y="420"/>
                  </a:lnTo>
                  <a:lnTo>
                    <a:pt x="76" y="481"/>
                  </a:lnTo>
                  <a:lnTo>
                    <a:pt x="53" y="541"/>
                  </a:lnTo>
                  <a:lnTo>
                    <a:pt x="31" y="608"/>
                  </a:lnTo>
                  <a:lnTo>
                    <a:pt x="16" y="676"/>
                  </a:lnTo>
                  <a:lnTo>
                    <a:pt x="8" y="743"/>
                  </a:lnTo>
                  <a:lnTo>
                    <a:pt x="8" y="743"/>
                  </a:lnTo>
                  <a:lnTo>
                    <a:pt x="8" y="841"/>
                  </a:lnTo>
                  <a:lnTo>
                    <a:pt x="23" y="939"/>
                  </a:lnTo>
                  <a:lnTo>
                    <a:pt x="23" y="939"/>
                  </a:lnTo>
                  <a:lnTo>
                    <a:pt x="0" y="819"/>
                  </a:lnTo>
                  <a:lnTo>
                    <a:pt x="0" y="758"/>
                  </a:lnTo>
                  <a:lnTo>
                    <a:pt x="0" y="698"/>
                  </a:lnTo>
                  <a:lnTo>
                    <a:pt x="0" y="69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95" name="Google Shape;3495;p67"/>
            <p:cNvSpPr/>
            <p:nvPr/>
          </p:nvSpPr>
          <p:spPr>
            <a:xfrm>
              <a:off x="1751013" y="3810000"/>
              <a:ext cx="1263650" cy="1001713"/>
            </a:xfrm>
            <a:custGeom>
              <a:avLst/>
              <a:gdLst/>
              <a:ahLst/>
              <a:cxnLst/>
              <a:rect l="l" t="t" r="r" b="b"/>
              <a:pathLst>
                <a:path w="796" h="631" extrusionOk="0">
                  <a:moveTo>
                    <a:pt x="360" y="631"/>
                  </a:moveTo>
                  <a:lnTo>
                    <a:pt x="360" y="631"/>
                  </a:lnTo>
                  <a:lnTo>
                    <a:pt x="293" y="615"/>
                  </a:lnTo>
                  <a:lnTo>
                    <a:pt x="225" y="585"/>
                  </a:lnTo>
                  <a:lnTo>
                    <a:pt x="157" y="548"/>
                  </a:lnTo>
                  <a:lnTo>
                    <a:pt x="97" y="495"/>
                  </a:lnTo>
                  <a:lnTo>
                    <a:pt x="52" y="435"/>
                  </a:lnTo>
                  <a:lnTo>
                    <a:pt x="37" y="398"/>
                  </a:lnTo>
                  <a:lnTo>
                    <a:pt x="22" y="360"/>
                  </a:lnTo>
                  <a:lnTo>
                    <a:pt x="7" y="323"/>
                  </a:lnTo>
                  <a:lnTo>
                    <a:pt x="0" y="277"/>
                  </a:lnTo>
                  <a:lnTo>
                    <a:pt x="0" y="240"/>
                  </a:lnTo>
                  <a:lnTo>
                    <a:pt x="7" y="195"/>
                  </a:lnTo>
                  <a:lnTo>
                    <a:pt x="7" y="195"/>
                  </a:lnTo>
                  <a:lnTo>
                    <a:pt x="22" y="142"/>
                  </a:lnTo>
                  <a:lnTo>
                    <a:pt x="37" y="105"/>
                  </a:lnTo>
                  <a:lnTo>
                    <a:pt x="60" y="82"/>
                  </a:lnTo>
                  <a:lnTo>
                    <a:pt x="82" y="67"/>
                  </a:lnTo>
                  <a:lnTo>
                    <a:pt x="105" y="67"/>
                  </a:lnTo>
                  <a:lnTo>
                    <a:pt x="127" y="67"/>
                  </a:lnTo>
                  <a:lnTo>
                    <a:pt x="142" y="75"/>
                  </a:lnTo>
                  <a:lnTo>
                    <a:pt x="165" y="82"/>
                  </a:lnTo>
                  <a:lnTo>
                    <a:pt x="165" y="82"/>
                  </a:lnTo>
                  <a:lnTo>
                    <a:pt x="187" y="112"/>
                  </a:lnTo>
                  <a:lnTo>
                    <a:pt x="195" y="135"/>
                  </a:lnTo>
                  <a:lnTo>
                    <a:pt x="202" y="157"/>
                  </a:lnTo>
                  <a:lnTo>
                    <a:pt x="195" y="180"/>
                  </a:lnTo>
                  <a:lnTo>
                    <a:pt x="187" y="202"/>
                  </a:lnTo>
                  <a:lnTo>
                    <a:pt x="172" y="225"/>
                  </a:lnTo>
                  <a:lnTo>
                    <a:pt x="150" y="255"/>
                  </a:lnTo>
                  <a:lnTo>
                    <a:pt x="150" y="255"/>
                  </a:lnTo>
                  <a:lnTo>
                    <a:pt x="127" y="285"/>
                  </a:lnTo>
                  <a:lnTo>
                    <a:pt x="105" y="308"/>
                  </a:lnTo>
                  <a:lnTo>
                    <a:pt x="90" y="360"/>
                  </a:lnTo>
                  <a:lnTo>
                    <a:pt x="82" y="405"/>
                  </a:lnTo>
                  <a:lnTo>
                    <a:pt x="90" y="420"/>
                  </a:lnTo>
                  <a:lnTo>
                    <a:pt x="97" y="435"/>
                  </a:lnTo>
                  <a:lnTo>
                    <a:pt x="97" y="435"/>
                  </a:lnTo>
                  <a:lnTo>
                    <a:pt x="142" y="480"/>
                  </a:lnTo>
                  <a:lnTo>
                    <a:pt x="195" y="510"/>
                  </a:lnTo>
                  <a:lnTo>
                    <a:pt x="255" y="525"/>
                  </a:lnTo>
                  <a:lnTo>
                    <a:pt x="323" y="533"/>
                  </a:lnTo>
                  <a:lnTo>
                    <a:pt x="323" y="533"/>
                  </a:lnTo>
                  <a:lnTo>
                    <a:pt x="368" y="540"/>
                  </a:lnTo>
                  <a:lnTo>
                    <a:pt x="413" y="533"/>
                  </a:lnTo>
                  <a:lnTo>
                    <a:pt x="495" y="510"/>
                  </a:lnTo>
                  <a:lnTo>
                    <a:pt x="571" y="480"/>
                  </a:lnTo>
                  <a:lnTo>
                    <a:pt x="638" y="428"/>
                  </a:lnTo>
                  <a:lnTo>
                    <a:pt x="698" y="368"/>
                  </a:lnTo>
                  <a:lnTo>
                    <a:pt x="736" y="293"/>
                  </a:lnTo>
                  <a:lnTo>
                    <a:pt x="766" y="210"/>
                  </a:lnTo>
                  <a:lnTo>
                    <a:pt x="781" y="172"/>
                  </a:lnTo>
                  <a:lnTo>
                    <a:pt x="781" y="127"/>
                  </a:lnTo>
                  <a:lnTo>
                    <a:pt x="781" y="127"/>
                  </a:lnTo>
                  <a:lnTo>
                    <a:pt x="781" y="60"/>
                  </a:lnTo>
                  <a:lnTo>
                    <a:pt x="773" y="0"/>
                  </a:lnTo>
                  <a:lnTo>
                    <a:pt x="773" y="0"/>
                  </a:lnTo>
                  <a:lnTo>
                    <a:pt x="788" y="82"/>
                  </a:lnTo>
                  <a:lnTo>
                    <a:pt x="796" y="172"/>
                  </a:lnTo>
                  <a:lnTo>
                    <a:pt x="796" y="172"/>
                  </a:lnTo>
                  <a:lnTo>
                    <a:pt x="781" y="262"/>
                  </a:lnTo>
                  <a:lnTo>
                    <a:pt x="751" y="353"/>
                  </a:lnTo>
                  <a:lnTo>
                    <a:pt x="713" y="428"/>
                  </a:lnTo>
                  <a:lnTo>
                    <a:pt x="661" y="495"/>
                  </a:lnTo>
                  <a:lnTo>
                    <a:pt x="601" y="555"/>
                  </a:lnTo>
                  <a:lnTo>
                    <a:pt x="563" y="578"/>
                  </a:lnTo>
                  <a:lnTo>
                    <a:pt x="533" y="600"/>
                  </a:lnTo>
                  <a:lnTo>
                    <a:pt x="488" y="615"/>
                  </a:lnTo>
                  <a:lnTo>
                    <a:pt x="450" y="623"/>
                  </a:lnTo>
                  <a:lnTo>
                    <a:pt x="405" y="631"/>
                  </a:lnTo>
                  <a:lnTo>
                    <a:pt x="360" y="631"/>
                  </a:lnTo>
                  <a:lnTo>
                    <a:pt x="360" y="63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96" name="Google Shape;3496;p67"/>
            <p:cNvSpPr/>
            <p:nvPr/>
          </p:nvSpPr>
          <p:spPr>
            <a:xfrm>
              <a:off x="1058863" y="3440113"/>
              <a:ext cx="3063875" cy="2276475"/>
            </a:xfrm>
            <a:custGeom>
              <a:avLst/>
              <a:gdLst/>
              <a:ahLst/>
              <a:cxnLst/>
              <a:rect l="l" t="t" r="r" b="b"/>
              <a:pathLst>
                <a:path w="1930" h="1434" extrusionOk="0">
                  <a:moveTo>
                    <a:pt x="819" y="1434"/>
                  </a:moveTo>
                  <a:lnTo>
                    <a:pt x="819" y="1434"/>
                  </a:lnTo>
                  <a:lnTo>
                    <a:pt x="744" y="1427"/>
                  </a:lnTo>
                  <a:lnTo>
                    <a:pt x="669" y="1412"/>
                  </a:lnTo>
                  <a:lnTo>
                    <a:pt x="601" y="1389"/>
                  </a:lnTo>
                  <a:lnTo>
                    <a:pt x="526" y="1359"/>
                  </a:lnTo>
                  <a:lnTo>
                    <a:pt x="466" y="1322"/>
                  </a:lnTo>
                  <a:lnTo>
                    <a:pt x="398" y="1284"/>
                  </a:lnTo>
                  <a:lnTo>
                    <a:pt x="338" y="1239"/>
                  </a:lnTo>
                  <a:lnTo>
                    <a:pt x="285" y="1186"/>
                  </a:lnTo>
                  <a:lnTo>
                    <a:pt x="233" y="1134"/>
                  </a:lnTo>
                  <a:lnTo>
                    <a:pt x="180" y="1074"/>
                  </a:lnTo>
                  <a:lnTo>
                    <a:pt x="135" y="1006"/>
                  </a:lnTo>
                  <a:lnTo>
                    <a:pt x="98" y="946"/>
                  </a:lnTo>
                  <a:lnTo>
                    <a:pt x="68" y="879"/>
                  </a:lnTo>
                  <a:lnTo>
                    <a:pt x="38" y="803"/>
                  </a:lnTo>
                  <a:lnTo>
                    <a:pt x="15" y="736"/>
                  </a:lnTo>
                  <a:lnTo>
                    <a:pt x="0" y="661"/>
                  </a:lnTo>
                  <a:lnTo>
                    <a:pt x="0" y="661"/>
                  </a:lnTo>
                  <a:lnTo>
                    <a:pt x="15" y="728"/>
                  </a:lnTo>
                  <a:lnTo>
                    <a:pt x="45" y="796"/>
                  </a:lnTo>
                  <a:lnTo>
                    <a:pt x="68" y="856"/>
                  </a:lnTo>
                  <a:lnTo>
                    <a:pt x="105" y="916"/>
                  </a:lnTo>
                  <a:lnTo>
                    <a:pt x="143" y="969"/>
                  </a:lnTo>
                  <a:lnTo>
                    <a:pt x="188" y="1029"/>
                  </a:lnTo>
                  <a:lnTo>
                    <a:pt x="233" y="1074"/>
                  </a:lnTo>
                  <a:lnTo>
                    <a:pt x="278" y="1119"/>
                  </a:lnTo>
                  <a:lnTo>
                    <a:pt x="338" y="1164"/>
                  </a:lnTo>
                  <a:lnTo>
                    <a:pt x="391" y="1202"/>
                  </a:lnTo>
                  <a:lnTo>
                    <a:pt x="451" y="1239"/>
                  </a:lnTo>
                  <a:lnTo>
                    <a:pt x="518" y="1262"/>
                  </a:lnTo>
                  <a:lnTo>
                    <a:pt x="578" y="1292"/>
                  </a:lnTo>
                  <a:lnTo>
                    <a:pt x="646" y="1307"/>
                  </a:lnTo>
                  <a:lnTo>
                    <a:pt x="721" y="1322"/>
                  </a:lnTo>
                  <a:lnTo>
                    <a:pt x="789" y="1329"/>
                  </a:lnTo>
                  <a:lnTo>
                    <a:pt x="789" y="1329"/>
                  </a:lnTo>
                  <a:lnTo>
                    <a:pt x="901" y="1329"/>
                  </a:lnTo>
                  <a:lnTo>
                    <a:pt x="1007" y="1322"/>
                  </a:lnTo>
                  <a:lnTo>
                    <a:pt x="1112" y="1299"/>
                  </a:lnTo>
                  <a:lnTo>
                    <a:pt x="1217" y="1269"/>
                  </a:lnTo>
                  <a:lnTo>
                    <a:pt x="1307" y="1232"/>
                  </a:lnTo>
                  <a:lnTo>
                    <a:pt x="1397" y="1179"/>
                  </a:lnTo>
                  <a:lnTo>
                    <a:pt x="1487" y="1126"/>
                  </a:lnTo>
                  <a:lnTo>
                    <a:pt x="1562" y="1059"/>
                  </a:lnTo>
                  <a:lnTo>
                    <a:pt x="1637" y="991"/>
                  </a:lnTo>
                  <a:lnTo>
                    <a:pt x="1705" y="909"/>
                  </a:lnTo>
                  <a:lnTo>
                    <a:pt x="1765" y="826"/>
                  </a:lnTo>
                  <a:lnTo>
                    <a:pt x="1810" y="736"/>
                  </a:lnTo>
                  <a:lnTo>
                    <a:pt x="1855" y="638"/>
                  </a:lnTo>
                  <a:lnTo>
                    <a:pt x="1885" y="541"/>
                  </a:lnTo>
                  <a:lnTo>
                    <a:pt x="1908" y="435"/>
                  </a:lnTo>
                  <a:lnTo>
                    <a:pt x="1915" y="323"/>
                  </a:lnTo>
                  <a:lnTo>
                    <a:pt x="1915" y="323"/>
                  </a:lnTo>
                  <a:lnTo>
                    <a:pt x="1915" y="240"/>
                  </a:lnTo>
                  <a:lnTo>
                    <a:pt x="1915" y="157"/>
                  </a:lnTo>
                  <a:lnTo>
                    <a:pt x="1908" y="82"/>
                  </a:lnTo>
                  <a:lnTo>
                    <a:pt x="1893" y="0"/>
                  </a:lnTo>
                  <a:lnTo>
                    <a:pt x="1893" y="0"/>
                  </a:lnTo>
                  <a:lnTo>
                    <a:pt x="1915" y="90"/>
                  </a:lnTo>
                  <a:lnTo>
                    <a:pt x="1923" y="180"/>
                  </a:lnTo>
                  <a:lnTo>
                    <a:pt x="1930" y="278"/>
                  </a:lnTo>
                  <a:lnTo>
                    <a:pt x="1930" y="375"/>
                  </a:lnTo>
                  <a:lnTo>
                    <a:pt x="1930" y="375"/>
                  </a:lnTo>
                  <a:lnTo>
                    <a:pt x="1915" y="480"/>
                  </a:lnTo>
                  <a:lnTo>
                    <a:pt x="1893" y="586"/>
                  </a:lnTo>
                  <a:lnTo>
                    <a:pt x="1863" y="691"/>
                  </a:lnTo>
                  <a:lnTo>
                    <a:pt x="1818" y="796"/>
                  </a:lnTo>
                  <a:lnTo>
                    <a:pt x="1773" y="886"/>
                  </a:lnTo>
                  <a:lnTo>
                    <a:pt x="1713" y="976"/>
                  </a:lnTo>
                  <a:lnTo>
                    <a:pt x="1653" y="1059"/>
                  </a:lnTo>
                  <a:lnTo>
                    <a:pt x="1577" y="1141"/>
                  </a:lnTo>
                  <a:lnTo>
                    <a:pt x="1502" y="1209"/>
                  </a:lnTo>
                  <a:lnTo>
                    <a:pt x="1420" y="1269"/>
                  </a:lnTo>
                  <a:lnTo>
                    <a:pt x="1330" y="1322"/>
                  </a:lnTo>
                  <a:lnTo>
                    <a:pt x="1239" y="1367"/>
                  </a:lnTo>
                  <a:lnTo>
                    <a:pt x="1142" y="1397"/>
                  </a:lnTo>
                  <a:lnTo>
                    <a:pt x="1037" y="1419"/>
                  </a:lnTo>
                  <a:lnTo>
                    <a:pt x="931" y="1434"/>
                  </a:lnTo>
                  <a:lnTo>
                    <a:pt x="819" y="1434"/>
                  </a:lnTo>
                  <a:lnTo>
                    <a:pt x="819" y="1434"/>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97" name="Google Shape;3497;p67"/>
            <p:cNvSpPr/>
            <p:nvPr/>
          </p:nvSpPr>
          <p:spPr>
            <a:xfrm>
              <a:off x="2000250" y="3749675"/>
              <a:ext cx="311150" cy="298450"/>
            </a:xfrm>
            <a:custGeom>
              <a:avLst/>
              <a:gdLst/>
              <a:ahLst/>
              <a:cxnLst/>
              <a:rect l="l" t="t" r="r" b="b"/>
              <a:pathLst>
                <a:path w="196" h="188" extrusionOk="0">
                  <a:moveTo>
                    <a:pt x="166" y="38"/>
                  </a:moveTo>
                  <a:lnTo>
                    <a:pt x="166" y="38"/>
                  </a:lnTo>
                  <a:lnTo>
                    <a:pt x="188" y="60"/>
                  </a:lnTo>
                  <a:lnTo>
                    <a:pt x="196" y="90"/>
                  </a:lnTo>
                  <a:lnTo>
                    <a:pt x="188" y="113"/>
                  </a:lnTo>
                  <a:lnTo>
                    <a:pt x="181" y="143"/>
                  </a:lnTo>
                  <a:lnTo>
                    <a:pt x="166" y="165"/>
                  </a:lnTo>
                  <a:lnTo>
                    <a:pt x="151" y="180"/>
                  </a:lnTo>
                  <a:lnTo>
                    <a:pt x="128" y="188"/>
                  </a:lnTo>
                  <a:lnTo>
                    <a:pt x="98" y="188"/>
                  </a:lnTo>
                  <a:lnTo>
                    <a:pt x="98" y="188"/>
                  </a:lnTo>
                  <a:lnTo>
                    <a:pt x="128" y="165"/>
                  </a:lnTo>
                  <a:lnTo>
                    <a:pt x="143" y="128"/>
                  </a:lnTo>
                  <a:lnTo>
                    <a:pt x="143" y="105"/>
                  </a:lnTo>
                  <a:lnTo>
                    <a:pt x="143" y="90"/>
                  </a:lnTo>
                  <a:lnTo>
                    <a:pt x="136" y="68"/>
                  </a:lnTo>
                  <a:lnTo>
                    <a:pt x="121" y="45"/>
                  </a:lnTo>
                  <a:lnTo>
                    <a:pt x="121" y="45"/>
                  </a:lnTo>
                  <a:lnTo>
                    <a:pt x="98" y="30"/>
                  </a:lnTo>
                  <a:lnTo>
                    <a:pt x="68" y="23"/>
                  </a:lnTo>
                  <a:lnTo>
                    <a:pt x="38" y="15"/>
                  </a:lnTo>
                  <a:lnTo>
                    <a:pt x="0" y="15"/>
                  </a:lnTo>
                  <a:lnTo>
                    <a:pt x="0" y="15"/>
                  </a:lnTo>
                  <a:lnTo>
                    <a:pt x="53" y="0"/>
                  </a:lnTo>
                  <a:lnTo>
                    <a:pt x="98" y="0"/>
                  </a:lnTo>
                  <a:lnTo>
                    <a:pt x="136" y="15"/>
                  </a:lnTo>
                  <a:lnTo>
                    <a:pt x="166" y="38"/>
                  </a:lnTo>
                  <a:lnTo>
                    <a:pt x="166" y="3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98" name="Google Shape;3498;p67"/>
            <p:cNvSpPr/>
            <p:nvPr/>
          </p:nvSpPr>
          <p:spPr>
            <a:xfrm>
              <a:off x="3194050" y="5848350"/>
              <a:ext cx="249238" cy="238125"/>
            </a:xfrm>
            <a:custGeom>
              <a:avLst/>
              <a:gdLst/>
              <a:ahLst/>
              <a:cxnLst/>
              <a:rect l="l" t="t" r="r" b="b"/>
              <a:pathLst>
                <a:path w="157" h="150" extrusionOk="0">
                  <a:moveTo>
                    <a:pt x="22" y="23"/>
                  </a:moveTo>
                  <a:lnTo>
                    <a:pt x="22" y="23"/>
                  </a:lnTo>
                  <a:lnTo>
                    <a:pt x="7" y="45"/>
                  </a:lnTo>
                  <a:lnTo>
                    <a:pt x="0" y="68"/>
                  </a:lnTo>
                  <a:lnTo>
                    <a:pt x="0" y="90"/>
                  </a:lnTo>
                  <a:lnTo>
                    <a:pt x="7" y="113"/>
                  </a:lnTo>
                  <a:lnTo>
                    <a:pt x="15" y="128"/>
                  </a:lnTo>
                  <a:lnTo>
                    <a:pt x="30" y="143"/>
                  </a:lnTo>
                  <a:lnTo>
                    <a:pt x="52" y="150"/>
                  </a:lnTo>
                  <a:lnTo>
                    <a:pt x="67" y="150"/>
                  </a:lnTo>
                  <a:lnTo>
                    <a:pt x="67" y="150"/>
                  </a:lnTo>
                  <a:lnTo>
                    <a:pt x="45" y="128"/>
                  </a:lnTo>
                  <a:lnTo>
                    <a:pt x="37" y="98"/>
                  </a:lnTo>
                  <a:lnTo>
                    <a:pt x="45" y="68"/>
                  </a:lnTo>
                  <a:lnTo>
                    <a:pt x="52" y="53"/>
                  </a:lnTo>
                  <a:lnTo>
                    <a:pt x="60" y="38"/>
                  </a:lnTo>
                  <a:lnTo>
                    <a:pt x="60" y="38"/>
                  </a:lnTo>
                  <a:lnTo>
                    <a:pt x="82" y="23"/>
                  </a:lnTo>
                  <a:lnTo>
                    <a:pt x="105" y="15"/>
                  </a:lnTo>
                  <a:lnTo>
                    <a:pt x="127" y="8"/>
                  </a:lnTo>
                  <a:lnTo>
                    <a:pt x="157" y="15"/>
                  </a:lnTo>
                  <a:lnTo>
                    <a:pt x="157" y="15"/>
                  </a:lnTo>
                  <a:lnTo>
                    <a:pt x="120" y="0"/>
                  </a:lnTo>
                  <a:lnTo>
                    <a:pt x="82" y="0"/>
                  </a:lnTo>
                  <a:lnTo>
                    <a:pt x="45" y="8"/>
                  </a:lnTo>
                  <a:lnTo>
                    <a:pt x="22" y="23"/>
                  </a:lnTo>
                  <a:lnTo>
                    <a:pt x="22" y="2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499" name="Google Shape;3499;p67"/>
            <p:cNvSpPr/>
            <p:nvPr/>
          </p:nvSpPr>
          <p:spPr>
            <a:xfrm>
              <a:off x="2859088" y="4762500"/>
              <a:ext cx="238125" cy="274638"/>
            </a:xfrm>
            <a:custGeom>
              <a:avLst/>
              <a:gdLst/>
              <a:ahLst/>
              <a:cxnLst/>
              <a:rect l="l" t="t" r="r" b="b"/>
              <a:pathLst>
                <a:path w="150" h="173" extrusionOk="0">
                  <a:moveTo>
                    <a:pt x="8" y="128"/>
                  </a:moveTo>
                  <a:lnTo>
                    <a:pt x="8" y="128"/>
                  </a:lnTo>
                  <a:lnTo>
                    <a:pt x="23" y="151"/>
                  </a:lnTo>
                  <a:lnTo>
                    <a:pt x="38" y="166"/>
                  </a:lnTo>
                  <a:lnTo>
                    <a:pt x="60" y="173"/>
                  </a:lnTo>
                  <a:lnTo>
                    <a:pt x="83" y="173"/>
                  </a:lnTo>
                  <a:lnTo>
                    <a:pt x="105" y="173"/>
                  </a:lnTo>
                  <a:lnTo>
                    <a:pt x="128" y="166"/>
                  </a:lnTo>
                  <a:lnTo>
                    <a:pt x="143" y="151"/>
                  </a:lnTo>
                  <a:lnTo>
                    <a:pt x="150" y="128"/>
                  </a:lnTo>
                  <a:lnTo>
                    <a:pt x="150" y="128"/>
                  </a:lnTo>
                  <a:lnTo>
                    <a:pt x="120" y="143"/>
                  </a:lnTo>
                  <a:lnTo>
                    <a:pt x="83" y="143"/>
                  </a:lnTo>
                  <a:lnTo>
                    <a:pt x="53" y="128"/>
                  </a:lnTo>
                  <a:lnTo>
                    <a:pt x="45" y="113"/>
                  </a:lnTo>
                  <a:lnTo>
                    <a:pt x="38" y="98"/>
                  </a:lnTo>
                  <a:lnTo>
                    <a:pt x="38" y="98"/>
                  </a:lnTo>
                  <a:lnTo>
                    <a:pt x="30" y="76"/>
                  </a:lnTo>
                  <a:lnTo>
                    <a:pt x="30" y="53"/>
                  </a:lnTo>
                  <a:lnTo>
                    <a:pt x="38" y="23"/>
                  </a:lnTo>
                  <a:lnTo>
                    <a:pt x="45" y="0"/>
                  </a:lnTo>
                  <a:lnTo>
                    <a:pt x="45" y="0"/>
                  </a:lnTo>
                  <a:lnTo>
                    <a:pt x="23" y="31"/>
                  </a:lnTo>
                  <a:lnTo>
                    <a:pt x="8" y="68"/>
                  </a:lnTo>
                  <a:lnTo>
                    <a:pt x="0" y="98"/>
                  </a:lnTo>
                  <a:lnTo>
                    <a:pt x="8" y="128"/>
                  </a:lnTo>
                  <a:lnTo>
                    <a:pt x="8" y="12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00" name="Google Shape;3500;p67"/>
            <p:cNvSpPr/>
            <p:nvPr/>
          </p:nvSpPr>
          <p:spPr>
            <a:xfrm>
              <a:off x="3038475" y="4703763"/>
              <a:ext cx="119063" cy="166688"/>
            </a:xfrm>
            <a:custGeom>
              <a:avLst/>
              <a:gdLst/>
              <a:ahLst/>
              <a:cxnLst/>
              <a:rect l="l" t="t" r="r" b="b"/>
              <a:pathLst>
                <a:path w="75" h="105" extrusionOk="0">
                  <a:moveTo>
                    <a:pt x="75" y="83"/>
                  </a:moveTo>
                  <a:lnTo>
                    <a:pt x="75" y="83"/>
                  </a:lnTo>
                  <a:lnTo>
                    <a:pt x="67" y="75"/>
                  </a:lnTo>
                  <a:lnTo>
                    <a:pt x="60" y="68"/>
                  </a:lnTo>
                  <a:lnTo>
                    <a:pt x="37" y="68"/>
                  </a:lnTo>
                  <a:lnTo>
                    <a:pt x="37" y="68"/>
                  </a:lnTo>
                  <a:lnTo>
                    <a:pt x="30" y="75"/>
                  </a:lnTo>
                  <a:lnTo>
                    <a:pt x="30" y="75"/>
                  </a:lnTo>
                  <a:lnTo>
                    <a:pt x="22" y="60"/>
                  </a:lnTo>
                  <a:lnTo>
                    <a:pt x="22" y="37"/>
                  </a:lnTo>
                  <a:lnTo>
                    <a:pt x="30" y="15"/>
                  </a:lnTo>
                  <a:lnTo>
                    <a:pt x="45" y="0"/>
                  </a:lnTo>
                  <a:lnTo>
                    <a:pt x="45" y="0"/>
                  </a:lnTo>
                  <a:lnTo>
                    <a:pt x="15" y="22"/>
                  </a:lnTo>
                  <a:lnTo>
                    <a:pt x="0" y="52"/>
                  </a:lnTo>
                  <a:lnTo>
                    <a:pt x="7" y="75"/>
                  </a:lnTo>
                  <a:lnTo>
                    <a:pt x="7" y="90"/>
                  </a:lnTo>
                  <a:lnTo>
                    <a:pt x="15" y="98"/>
                  </a:lnTo>
                  <a:lnTo>
                    <a:pt x="15" y="98"/>
                  </a:lnTo>
                  <a:lnTo>
                    <a:pt x="22" y="98"/>
                  </a:lnTo>
                  <a:lnTo>
                    <a:pt x="22" y="98"/>
                  </a:lnTo>
                  <a:lnTo>
                    <a:pt x="37" y="105"/>
                  </a:lnTo>
                  <a:lnTo>
                    <a:pt x="37" y="105"/>
                  </a:lnTo>
                  <a:lnTo>
                    <a:pt x="52" y="105"/>
                  </a:lnTo>
                  <a:lnTo>
                    <a:pt x="67" y="98"/>
                  </a:lnTo>
                  <a:lnTo>
                    <a:pt x="75" y="83"/>
                  </a:lnTo>
                  <a:lnTo>
                    <a:pt x="75" y="8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01" name="Google Shape;3501;p67"/>
            <p:cNvSpPr/>
            <p:nvPr/>
          </p:nvSpPr>
          <p:spPr>
            <a:xfrm>
              <a:off x="2895600" y="4679950"/>
              <a:ext cx="417513" cy="858838"/>
            </a:xfrm>
            <a:custGeom>
              <a:avLst/>
              <a:gdLst/>
              <a:ahLst/>
              <a:cxnLst/>
              <a:rect l="l" t="t" r="r" b="b"/>
              <a:pathLst>
                <a:path w="263" h="541" extrusionOk="0">
                  <a:moveTo>
                    <a:pt x="188" y="345"/>
                  </a:moveTo>
                  <a:lnTo>
                    <a:pt x="188" y="345"/>
                  </a:lnTo>
                  <a:lnTo>
                    <a:pt x="233" y="255"/>
                  </a:lnTo>
                  <a:lnTo>
                    <a:pt x="255" y="188"/>
                  </a:lnTo>
                  <a:lnTo>
                    <a:pt x="263" y="128"/>
                  </a:lnTo>
                  <a:lnTo>
                    <a:pt x="255" y="75"/>
                  </a:lnTo>
                  <a:lnTo>
                    <a:pt x="240" y="37"/>
                  </a:lnTo>
                  <a:lnTo>
                    <a:pt x="225" y="15"/>
                  </a:lnTo>
                  <a:lnTo>
                    <a:pt x="195" y="0"/>
                  </a:lnTo>
                  <a:lnTo>
                    <a:pt x="173" y="0"/>
                  </a:lnTo>
                  <a:lnTo>
                    <a:pt x="173" y="0"/>
                  </a:lnTo>
                  <a:lnTo>
                    <a:pt x="150" y="0"/>
                  </a:lnTo>
                  <a:lnTo>
                    <a:pt x="135" y="15"/>
                  </a:lnTo>
                  <a:lnTo>
                    <a:pt x="135" y="15"/>
                  </a:lnTo>
                  <a:lnTo>
                    <a:pt x="150" y="7"/>
                  </a:lnTo>
                  <a:lnTo>
                    <a:pt x="150" y="7"/>
                  </a:lnTo>
                  <a:lnTo>
                    <a:pt x="180" y="15"/>
                  </a:lnTo>
                  <a:lnTo>
                    <a:pt x="203" y="30"/>
                  </a:lnTo>
                  <a:lnTo>
                    <a:pt x="225" y="52"/>
                  </a:lnTo>
                  <a:lnTo>
                    <a:pt x="240" y="90"/>
                  </a:lnTo>
                  <a:lnTo>
                    <a:pt x="240" y="143"/>
                  </a:lnTo>
                  <a:lnTo>
                    <a:pt x="233" y="203"/>
                  </a:lnTo>
                  <a:lnTo>
                    <a:pt x="210" y="270"/>
                  </a:lnTo>
                  <a:lnTo>
                    <a:pt x="165" y="353"/>
                  </a:lnTo>
                  <a:lnTo>
                    <a:pt x="165" y="353"/>
                  </a:lnTo>
                  <a:lnTo>
                    <a:pt x="127" y="413"/>
                  </a:lnTo>
                  <a:lnTo>
                    <a:pt x="90" y="458"/>
                  </a:lnTo>
                  <a:lnTo>
                    <a:pt x="45" y="503"/>
                  </a:lnTo>
                  <a:lnTo>
                    <a:pt x="0" y="541"/>
                  </a:lnTo>
                  <a:lnTo>
                    <a:pt x="15" y="526"/>
                  </a:lnTo>
                  <a:lnTo>
                    <a:pt x="15" y="526"/>
                  </a:lnTo>
                  <a:lnTo>
                    <a:pt x="67" y="488"/>
                  </a:lnTo>
                  <a:lnTo>
                    <a:pt x="112" y="443"/>
                  </a:lnTo>
                  <a:lnTo>
                    <a:pt x="150" y="398"/>
                  </a:lnTo>
                  <a:lnTo>
                    <a:pt x="188" y="345"/>
                  </a:lnTo>
                  <a:lnTo>
                    <a:pt x="188" y="34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02" name="Google Shape;3502;p67"/>
            <p:cNvSpPr/>
            <p:nvPr/>
          </p:nvSpPr>
          <p:spPr>
            <a:xfrm>
              <a:off x="3348038" y="4178300"/>
              <a:ext cx="155575" cy="239713"/>
            </a:xfrm>
            <a:custGeom>
              <a:avLst/>
              <a:gdLst/>
              <a:ahLst/>
              <a:cxnLst/>
              <a:rect l="l" t="t" r="r" b="b"/>
              <a:pathLst>
                <a:path w="98" h="151" extrusionOk="0">
                  <a:moveTo>
                    <a:pt x="98" y="121"/>
                  </a:moveTo>
                  <a:lnTo>
                    <a:pt x="98" y="121"/>
                  </a:lnTo>
                  <a:lnTo>
                    <a:pt x="98" y="113"/>
                  </a:lnTo>
                  <a:lnTo>
                    <a:pt x="90" y="106"/>
                  </a:lnTo>
                  <a:lnTo>
                    <a:pt x="75" y="106"/>
                  </a:lnTo>
                  <a:lnTo>
                    <a:pt x="53" y="106"/>
                  </a:lnTo>
                  <a:lnTo>
                    <a:pt x="53" y="106"/>
                  </a:lnTo>
                  <a:lnTo>
                    <a:pt x="38" y="106"/>
                  </a:lnTo>
                  <a:lnTo>
                    <a:pt x="38" y="106"/>
                  </a:lnTo>
                  <a:lnTo>
                    <a:pt x="30" y="83"/>
                  </a:lnTo>
                  <a:lnTo>
                    <a:pt x="30" y="61"/>
                  </a:lnTo>
                  <a:lnTo>
                    <a:pt x="38" y="30"/>
                  </a:lnTo>
                  <a:lnTo>
                    <a:pt x="53" y="0"/>
                  </a:lnTo>
                  <a:lnTo>
                    <a:pt x="53" y="0"/>
                  </a:lnTo>
                  <a:lnTo>
                    <a:pt x="38" y="15"/>
                  </a:lnTo>
                  <a:lnTo>
                    <a:pt x="15" y="30"/>
                  </a:lnTo>
                  <a:lnTo>
                    <a:pt x="8" y="53"/>
                  </a:lnTo>
                  <a:lnTo>
                    <a:pt x="0" y="76"/>
                  </a:lnTo>
                  <a:lnTo>
                    <a:pt x="0" y="98"/>
                  </a:lnTo>
                  <a:lnTo>
                    <a:pt x="0" y="113"/>
                  </a:lnTo>
                  <a:lnTo>
                    <a:pt x="8" y="128"/>
                  </a:lnTo>
                  <a:lnTo>
                    <a:pt x="23" y="143"/>
                  </a:lnTo>
                  <a:lnTo>
                    <a:pt x="23" y="143"/>
                  </a:lnTo>
                  <a:lnTo>
                    <a:pt x="23" y="143"/>
                  </a:lnTo>
                  <a:lnTo>
                    <a:pt x="23" y="143"/>
                  </a:lnTo>
                  <a:lnTo>
                    <a:pt x="45" y="151"/>
                  </a:lnTo>
                  <a:lnTo>
                    <a:pt x="45" y="151"/>
                  </a:lnTo>
                  <a:lnTo>
                    <a:pt x="75" y="151"/>
                  </a:lnTo>
                  <a:lnTo>
                    <a:pt x="90" y="143"/>
                  </a:lnTo>
                  <a:lnTo>
                    <a:pt x="98" y="136"/>
                  </a:lnTo>
                  <a:lnTo>
                    <a:pt x="98" y="121"/>
                  </a:lnTo>
                  <a:lnTo>
                    <a:pt x="98" y="12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03" name="Google Shape;3503;p67"/>
            <p:cNvSpPr/>
            <p:nvPr/>
          </p:nvSpPr>
          <p:spPr>
            <a:xfrm>
              <a:off x="3144838" y="4130675"/>
              <a:ext cx="596900" cy="1289050"/>
            </a:xfrm>
            <a:custGeom>
              <a:avLst/>
              <a:gdLst/>
              <a:ahLst/>
              <a:cxnLst/>
              <a:rect l="l" t="t" r="r" b="b"/>
              <a:pathLst>
                <a:path w="376" h="812" extrusionOk="0">
                  <a:moveTo>
                    <a:pt x="271" y="511"/>
                  </a:moveTo>
                  <a:lnTo>
                    <a:pt x="271" y="511"/>
                  </a:lnTo>
                  <a:lnTo>
                    <a:pt x="308" y="444"/>
                  </a:lnTo>
                  <a:lnTo>
                    <a:pt x="331" y="383"/>
                  </a:lnTo>
                  <a:lnTo>
                    <a:pt x="354" y="331"/>
                  </a:lnTo>
                  <a:lnTo>
                    <a:pt x="369" y="278"/>
                  </a:lnTo>
                  <a:lnTo>
                    <a:pt x="376" y="233"/>
                  </a:lnTo>
                  <a:lnTo>
                    <a:pt x="376" y="188"/>
                  </a:lnTo>
                  <a:lnTo>
                    <a:pt x="376" y="151"/>
                  </a:lnTo>
                  <a:lnTo>
                    <a:pt x="369" y="121"/>
                  </a:lnTo>
                  <a:lnTo>
                    <a:pt x="361" y="91"/>
                  </a:lnTo>
                  <a:lnTo>
                    <a:pt x="346" y="60"/>
                  </a:lnTo>
                  <a:lnTo>
                    <a:pt x="331" y="45"/>
                  </a:lnTo>
                  <a:lnTo>
                    <a:pt x="316" y="23"/>
                  </a:lnTo>
                  <a:lnTo>
                    <a:pt x="278" y="8"/>
                  </a:lnTo>
                  <a:lnTo>
                    <a:pt x="241" y="0"/>
                  </a:lnTo>
                  <a:lnTo>
                    <a:pt x="241" y="0"/>
                  </a:lnTo>
                  <a:lnTo>
                    <a:pt x="203" y="15"/>
                  </a:lnTo>
                  <a:lnTo>
                    <a:pt x="181" y="30"/>
                  </a:lnTo>
                  <a:lnTo>
                    <a:pt x="181" y="30"/>
                  </a:lnTo>
                  <a:lnTo>
                    <a:pt x="211" y="23"/>
                  </a:lnTo>
                  <a:lnTo>
                    <a:pt x="211" y="23"/>
                  </a:lnTo>
                  <a:lnTo>
                    <a:pt x="248" y="30"/>
                  </a:lnTo>
                  <a:lnTo>
                    <a:pt x="286" y="45"/>
                  </a:lnTo>
                  <a:lnTo>
                    <a:pt x="301" y="60"/>
                  </a:lnTo>
                  <a:lnTo>
                    <a:pt x="316" y="83"/>
                  </a:lnTo>
                  <a:lnTo>
                    <a:pt x="331" y="113"/>
                  </a:lnTo>
                  <a:lnTo>
                    <a:pt x="339" y="136"/>
                  </a:lnTo>
                  <a:lnTo>
                    <a:pt x="346" y="173"/>
                  </a:lnTo>
                  <a:lnTo>
                    <a:pt x="346" y="211"/>
                  </a:lnTo>
                  <a:lnTo>
                    <a:pt x="346" y="256"/>
                  </a:lnTo>
                  <a:lnTo>
                    <a:pt x="339" y="301"/>
                  </a:lnTo>
                  <a:lnTo>
                    <a:pt x="323" y="353"/>
                  </a:lnTo>
                  <a:lnTo>
                    <a:pt x="301" y="406"/>
                  </a:lnTo>
                  <a:lnTo>
                    <a:pt x="278" y="466"/>
                  </a:lnTo>
                  <a:lnTo>
                    <a:pt x="241" y="534"/>
                  </a:lnTo>
                  <a:lnTo>
                    <a:pt x="241" y="534"/>
                  </a:lnTo>
                  <a:lnTo>
                    <a:pt x="188" y="609"/>
                  </a:lnTo>
                  <a:lnTo>
                    <a:pt x="136" y="684"/>
                  </a:lnTo>
                  <a:lnTo>
                    <a:pt x="68" y="751"/>
                  </a:lnTo>
                  <a:lnTo>
                    <a:pt x="0" y="812"/>
                  </a:lnTo>
                  <a:lnTo>
                    <a:pt x="31" y="789"/>
                  </a:lnTo>
                  <a:lnTo>
                    <a:pt x="31" y="789"/>
                  </a:lnTo>
                  <a:lnTo>
                    <a:pt x="98" y="729"/>
                  </a:lnTo>
                  <a:lnTo>
                    <a:pt x="158" y="661"/>
                  </a:lnTo>
                  <a:lnTo>
                    <a:pt x="218" y="594"/>
                  </a:lnTo>
                  <a:lnTo>
                    <a:pt x="271" y="511"/>
                  </a:lnTo>
                  <a:lnTo>
                    <a:pt x="271" y="51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04" name="Google Shape;3504;p67"/>
            <p:cNvSpPr/>
            <p:nvPr/>
          </p:nvSpPr>
          <p:spPr>
            <a:xfrm>
              <a:off x="3265488" y="3321050"/>
              <a:ext cx="201613" cy="190500"/>
            </a:xfrm>
            <a:custGeom>
              <a:avLst/>
              <a:gdLst/>
              <a:ahLst/>
              <a:cxnLst/>
              <a:rect l="l" t="t" r="r" b="b"/>
              <a:pathLst>
                <a:path w="127" h="120" extrusionOk="0">
                  <a:moveTo>
                    <a:pt x="120" y="60"/>
                  </a:moveTo>
                  <a:lnTo>
                    <a:pt x="120" y="60"/>
                  </a:lnTo>
                  <a:lnTo>
                    <a:pt x="112" y="52"/>
                  </a:lnTo>
                  <a:lnTo>
                    <a:pt x="97" y="52"/>
                  </a:lnTo>
                  <a:lnTo>
                    <a:pt x="90" y="60"/>
                  </a:lnTo>
                  <a:lnTo>
                    <a:pt x="75" y="75"/>
                  </a:lnTo>
                  <a:lnTo>
                    <a:pt x="75" y="75"/>
                  </a:lnTo>
                  <a:lnTo>
                    <a:pt x="67" y="90"/>
                  </a:lnTo>
                  <a:lnTo>
                    <a:pt x="67" y="90"/>
                  </a:lnTo>
                  <a:lnTo>
                    <a:pt x="45" y="75"/>
                  </a:lnTo>
                  <a:lnTo>
                    <a:pt x="22" y="60"/>
                  </a:lnTo>
                  <a:lnTo>
                    <a:pt x="7" y="30"/>
                  </a:lnTo>
                  <a:lnTo>
                    <a:pt x="7" y="0"/>
                  </a:lnTo>
                  <a:lnTo>
                    <a:pt x="7" y="0"/>
                  </a:lnTo>
                  <a:lnTo>
                    <a:pt x="0" y="22"/>
                  </a:lnTo>
                  <a:lnTo>
                    <a:pt x="0" y="45"/>
                  </a:lnTo>
                  <a:lnTo>
                    <a:pt x="7" y="67"/>
                  </a:lnTo>
                  <a:lnTo>
                    <a:pt x="15" y="90"/>
                  </a:lnTo>
                  <a:lnTo>
                    <a:pt x="30" y="105"/>
                  </a:lnTo>
                  <a:lnTo>
                    <a:pt x="45" y="120"/>
                  </a:lnTo>
                  <a:lnTo>
                    <a:pt x="60" y="120"/>
                  </a:lnTo>
                  <a:lnTo>
                    <a:pt x="75" y="120"/>
                  </a:lnTo>
                  <a:lnTo>
                    <a:pt x="75" y="120"/>
                  </a:lnTo>
                  <a:lnTo>
                    <a:pt x="75" y="120"/>
                  </a:lnTo>
                  <a:lnTo>
                    <a:pt x="75" y="120"/>
                  </a:lnTo>
                  <a:lnTo>
                    <a:pt x="105" y="112"/>
                  </a:lnTo>
                  <a:lnTo>
                    <a:pt x="105" y="112"/>
                  </a:lnTo>
                  <a:lnTo>
                    <a:pt x="120" y="97"/>
                  </a:lnTo>
                  <a:lnTo>
                    <a:pt x="127" y="82"/>
                  </a:lnTo>
                  <a:lnTo>
                    <a:pt x="127" y="67"/>
                  </a:lnTo>
                  <a:lnTo>
                    <a:pt x="120" y="60"/>
                  </a:lnTo>
                  <a:lnTo>
                    <a:pt x="120" y="6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05" name="Google Shape;3505;p67"/>
            <p:cNvSpPr/>
            <p:nvPr/>
          </p:nvSpPr>
          <p:spPr>
            <a:xfrm>
              <a:off x="3276600" y="3165475"/>
              <a:ext cx="644525" cy="1263650"/>
            </a:xfrm>
            <a:custGeom>
              <a:avLst/>
              <a:gdLst/>
              <a:ahLst/>
              <a:cxnLst/>
              <a:rect l="l" t="t" r="r" b="b"/>
              <a:pathLst>
                <a:path w="406" h="796" extrusionOk="0">
                  <a:moveTo>
                    <a:pt x="383" y="391"/>
                  </a:moveTo>
                  <a:lnTo>
                    <a:pt x="383" y="391"/>
                  </a:lnTo>
                  <a:lnTo>
                    <a:pt x="368" y="323"/>
                  </a:lnTo>
                  <a:lnTo>
                    <a:pt x="346" y="263"/>
                  </a:lnTo>
                  <a:lnTo>
                    <a:pt x="323" y="203"/>
                  </a:lnTo>
                  <a:lnTo>
                    <a:pt x="301" y="158"/>
                  </a:lnTo>
                  <a:lnTo>
                    <a:pt x="278" y="120"/>
                  </a:lnTo>
                  <a:lnTo>
                    <a:pt x="248" y="83"/>
                  </a:lnTo>
                  <a:lnTo>
                    <a:pt x="225" y="53"/>
                  </a:lnTo>
                  <a:lnTo>
                    <a:pt x="195" y="38"/>
                  </a:lnTo>
                  <a:lnTo>
                    <a:pt x="165" y="23"/>
                  </a:lnTo>
                  <a:lnTo>
                    <a:pt x="143" y="7"/>
                  </a:lnTo>
                  <a:lnTo>
                    <a:pt x="120" y="0"/>
                  </a:lnTo>
                  <a:lnTo>
                    <a:pt x="90" y="0"/>
                  </a:lnTo>
                  <a:lnTo>
                    <a:pt x="53" y="15"/>
                  </a:lnTo>
                  <a:lnTo>
                    <a:pt x="23" y="38"/>
                  </a:lnTo>
                  <a:lnTo>
                    <a:pt x="23" y="38"/>
                  </a:lnTo>
                  <a:lnTo>
                    <a:pt x="8" y="68"/>
                  </a:lnTo>
                  <a:lnTo>
                    <a:pt x="0" y="98"/>
                  </a:lnTo>
                  <a:lnTo>
                    <a:pt x="0" y="98"/>
                  </a:lnTo>
                  <a:lnTo>
                    <a:pt x="15" y="75"/>
                  </a:lnTo>
                  <a:lnTo>
                    <a:pt x="15" y="75"/>
                  </a:lnTo>
                  <a:lnTo>
                    <a:pt x="45" y="45"/>
                  </a:lnTo>
                  <a:lnTo>
                    <a:pt x="83" y="38"/>
                  </a:lnTo>
                  <a:lnTo>
                    <a:pt x="113" y="38"/>
                  </a:lnTo>
                  <a:lnTo>
                    <a:pt x="135" y="45"/>
                  </a:lnTo>
                  <a:lnTo>
                    <a:pt x="158" y="53"/>
                  </a:lnTo>
                  <a:lnTo>
                    <a:pt x="188" y="68"/>
                  </a:lnTo>
                  <a:lnTo>
                    <a:pt x="218" y="90"/>
                  </a:lnTo>
                  <a:lnTo>
                    <a:pt x="240" y="120"/>
                  </a:lnTo>
                  <a:lnTo>
                    <a:pt x="271" y="150"/>
                  </a:lnTo>
                  <a:lnTo>
                    <a:pt x="293" y="195"/>
                  </a:lnTo>
                  <a:lnTo>
                    <a:pt x="316" y="240"/>
                  </a:lnTo>
                  <a:lnTo>
                    <a:pt x="338" y="293"/>
                  </a:lnTo>
                  <a:lnTo>
                    <a:pt x="361" y="361"/>
                  </a:lnTo>
                  <a:lnTo>
                    <a:pt x="376" y="428"/>
                  </a:lnTo>
                  <a:lnTo>
                    <a:pt x="376" y="428"/>
                  </a:lnTo>
                  <a:lnTo>
                    <a:pt x="391" y="518"/>
                  </a:lnTo>
                  <a:lnTo>
                    <a:pt x="398" y="616"/>
                  </a:lnTo>
                  <a:lnTo>
                    <a:pt x="398" y="706"/>
                  </a:lnTo>
                  <a:lnTo>
                    <a:pt x="383" y="796"/>
                  </a:lnTo>
                  <a:lnTo>
                    <a:pt x="391" y="766"/>
                  </a:lnTo>
                  <a:lnTo>
                    <a:pt x="391" y="766"/>
                  </a:lnTo>
                  <a:lnTo>
                    <a:pt x="406" y="668"/>
                  </a:lnTo>
                  <a:lnTo>
                    <a:pt x="406" y="578"/>
                  </a:lnTo>
                  <a:lnTo>
                    <a:pt x="398" y="488"/>
                  </a:lnTo>
                  <a:lnTo>
                    <a:pt x="383" y="391"/>
                  </a:lnTo>
                  <a:lnTo>
                    <a:pt x="383" y="39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06" name="Google Shape;3506;p67"/>
            <p:cNvSpPr/>
            <p:nvPr/>
          </p:nvSpPr>
          <p:spPr>
            <a:xfrm>
              <a:off x="3408363" y="5932488"/>
              <a:ext cx="130175" cy="142875"/>
            </a:xfrm>
            <a:custGeom>
              <a:avLst/>
              <a:gdLst/>
              <a:ahLst/>
              <a:cxnLst/>
              <a:rect l="l" t="t" r="r" b="b"/>
              <a:pathLst>
                <a:path w="82" h="90" extrusionOk="0">
                  <a:moveTo>
                    <a:pt x="52" y="7"/>
                  </a:moveTo>
                  <a:lnTo>
                    <a:pt x="52" y="7"/>
                  </a:lnTo>
                  <a:lnTo>
                    <a:pt x="52" y="15"/>
                  </a:lnTo>
                  <a:lnTo>
                    <a:pt x="52" y="22"/>
                  </a:lnTo>
                  <a:lnTo>
                    <a:pt x="37" y="37"/>
                  </a:lnTo>
                  <a:lnTo>
                    <a:pt x="37" y="37"/>
                  </a:lnTo>
                  <a:lnTo>
                    <a:pt x="30" y="45"/>
                  </a:lnTo>
                  <a:lnTo>
                    <a:pt x="30" y="45"/>
                  </a:lnTo>
                  <a:lnTo>
                    <a:pt x="30" y="60"/>
                  </a:lnTo>
                  <a:lnTo>
                    <a:pt x="45" y="75"/>
                  </a:lnTo>
                  <a:lnTo>
                    <a:pt x="60" y="82"/>
                  </a:lnTo>
                  <a:lnTo>
                    <a:pt x="82" y="90"/>
                  </a:lnTo>
                  <a:lnTo>
                    <a:pt x="82" y="90"/>
                  </a:lnTo>
                  <a:lnTo>
                    <a:pt x="52" y="90"/>
                  </a:lnTo>
                  <a:lnTo>
                    <a:pt x="22" y="75"/>
                  </a:lnTo>
                  <a:lnTo>
                    <a:pt x="7" y="52"/>
                  </a:lnTo>
                  <a:lnTo>
                    <a:pt x="0" y="45"/>
                  </a:lnTo>
                  <a:lnTo>
                    <a:pt x="7" y="30"/>
                  </a:lnTo>
                  <a:lnTo>
                    <a:pt x="7" y="30"/>
                  </a:lnTo>
                  <a:lnTo>
                    <a:pt x="7" y="30"/>
                  </a:lnTo>
                  <a:lnTo>
                    <a:pt x="7" y="30"/>
                  </a:lnTo>
                  <a:lnTo>
                    <a:pt x="15" y="15"/>
                  </a:lnTo>
                  <a:lnTo>
                    <a:pt x="15" y="15"/>
                  </a:lnTo>
                  <a:lnTo>
                    <a:pt x="30" y="7"/>
                  </a:lnTo>
                  <a:lnTo>
                    <a:pt x="37" y="0"/>
                  </a:lnTo>
                  <a:lnTo>
                    <a:pt x="52" y="7"/>
                  </a:lnTo>
                  <a:lnTo>
                    <a:pt x="52" y="7"/>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07" name="Google Shape;3507;p67"/>
            <p:cNvSpPr/>
            <p:nvPr/>
          </p:nvSpPr>
          <p:spPr>
            <a:xfrm>
              <a:off x="2835275" y="5573713"/>
              <a:ext cx="811213" cy="501650"/>
            </a:xfrm>
            <a:custGeom>
              <a:avLst/>
              <a:gdLst/>
              <a:ahLst/>
              <a:cxnLst/>
              <a:rect l="l" t="t" r="r" b="b"/>
              <a:pathLst>
                <a:path w="511" h="316" extrusionOk="0">
                  <a:moveTo>
                    <a:pt x="271" y="30"/>
                  </a:moveTo>
                  <a:lnTo>
                    <a:pt x="271" y="30"/>
                  </a:lnTo>
                  <a:lnTo>
                    <a:pt x="361" y="68"/>
                  </a:lnTo>
                  <a:lnTo>
                    <a:pt x="428" y="105"/>
                  </a:lnTo>
                  <a:lnTo>
                    <a:pt x="473" y="150"/>
                  </a:lnTo>
                  <a:lnTo>
                    <a:pt x="503" y="188"/>
                  </a:lnTo>
                  <a:lnTo>
                    <a:pt x="511" y="226"/>
                  </a:lnTo>
                  <a:lnTo>
                    <a:pt x="511" y="256"/>
                  </a:lnTo>
                  <a:lnTo>
                    <a:pt x="503" y="286"/>
                  </a:lnTo>
                  <a:lnTo>
                    <a:pt x="481" y="308"/>
                  </a:lnTo>
                  <a:lnTo>
                    <a:pt x="481" y="308"/>
                  </a:lnTo>
                  <a:lnTo>
                    <a:pt x="466" y="316"/>
                  </a:lnTo>
                  <a:lnTo>
                    <a:pt x="443" y="316"/>
                  </a:lnTo>
                  <a:lnTo>
                    <a:pt x="443" y="316"/>
                  </a:lnTo>
                  <a:lnTo>
                    <a:pt x="458" y="308"/>
                  </a:lnTo>
                  <a:lnTo>
                    <a:pt x="458" y="308"/>
                  </a:lnTo>
                  <a:lnTo>
                    <a:pt x="481" y="286"/>
                  </a:lnTo>
                  <a:lnTo>
                    <a:pt x="488" y="263"/>
                  </a:lnTo>
                  <a:lnTo>
                    <a:pt x="488" y="226"/>
                  </a:lnTo>
                  <a:lnTo>
                    <a:pt x="473" y="188"/>
                  </a:lnTo>
                  <a:lnTo>
                    <a:pt x="443" y="150"/>
                  </a:lnTo>
                  <a:lnTo>
                    <a:pt x="398" y="105"/>
                  </a:lnTo>
                  <a:lnTo>
                    <a:pt x="338" y="68"/>
                  </a:lnTo>
                  <a:lnTo>
                    <a:pt x="248" y="30"/>
                  </a:lnTo>
                  <a:lnTo>
                    <a:pt x="248" y="30"/>
                  </a:lnTo>
                  <a:lnTo>
                    <a:pt x="188" y="15"/>
                  </a:lnTo>
                  <a:lnTo>
                    <a:pt x="120" y="8"/>
                  </a:lnTo>
                  <a:lnTo>
                    <a:pt x="60" y="0"/>
                  </a:lnTo>
                  <a:lnTo>
                    <a:pt x="0" y="0"/>
                  </a:lnTo>
                  <a:lnTo>
                    <a:pt x="23" y="0"/>
                  </a:lnTo>
                  <a:lnTo>
                    <a:pt x="23" y="0"/>
                  </a:lnTo>
                  <a:lnTo>
                    <a:pt x="83" y="0"/>
                  </a:lnTo>
                  <a:lnTo>
                    <a:pt x="150" y="0"/>
                  </a:lnTo>
                  <a:lnTo>
                    <a:pt x="211" y="15"/>
                  </a:lnTo>
                  <a:lnTo>
                    <a:pt x="271" y="30"/>
                  </a:lnTo>
                  <a:lnTo>
                    <a:pt x="271" y="3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08" name="Google Shape;3508;p67"/>
            <p:cNvSpPr/>
            <p:nvPr/>
          </p:nvSpPr>
          <p:spPr>
            <a:xfrm>
              <a:off x="4027488" y="5956300"/>
              <a:ext cx="192088" cy="201613"/>
            </a:xfrm>
            <a:custGeom>
              <a:avLst/>
              <a:gdLst/>
              <a:ahLst/>
              <a:cxnLst/>
              <a:rect l="l" t="t" r="r" b="b"/>
              <a:pathLst>
                <a:path w="121" h="127" extrusionOk="0">
                  <a:moveTo>
                    <a:pt x="68" y="7"/>
                  </a:moveTo>
                  <a:lnTo>
                    <a:pt x="68" y="7"/>
                  </a:lnTo>
                  <a:lnTo>
                    <a:pt x="75" y="15"/>
                  </a:lnTo>
                  <a:lnTo>
                    <a:pt x="75" y="30"/>
                  </a:lnTo>
                  <a:lnTo>
                    <a:pt x="60" y="37"/>
                  </a:lnTo>
                  <a:lnTo>
                    <a:pt x="45" y="52"/>
                  </a:lnTo>
                  <a:lnTo>
                    <a:pt x="45" y="52"/>
                  </a:lnTo>
                  <a:lnTo>
                    <a:pt x="38" y="60"/>
                  </a:lnTo>
                  <a:lnTo>
                    <a:pt x="38" y="60"/>
                  </a:lnTo>
                  <a:lnTo>
                    <a:pt x="45" y="82"/>
                  </a:lnTo>
                  <a:lnTo>
                    <a:pt x="68" y="105"/>
                  </a:lnTo>
                  <a:lnTo>
                    <a:pt x="90" y="120"/>
                  </a:lnTo>
                  <a:lnTo>
                    <a:pt x="121" y="120"/>
                  </a:lnTo>
                  <a:lnTo>
                    <a:pt x="121" y="120"/>
                  </a:lnTo>
                  <a:lnTo>
                    <a:pt x="98" y="127"/>
                  </a:lnTo>
                  <a:lnTo>
                    <a:pt x="75" y="127"/>
                  </a:lnTo>
                  <a:lnTo>
                    <a:pt x="53" y="120"/>
                  </a:lnTo>
                  <a:lnTo>
                    <a:pt x="30" y="112"/>
                  </a:lnTo>
                  <a:lnTo>
                    <a:pt x="15" y="97"/>
                  </a:lnTo>
                  <a:lnTo>
                    <a:pt x="8" y="82"/>
                  </a:lnTo>
                  <a:lnTo>
                    <a:pt x="0" y="67"/>
                  </a:lnTo>
                  <a:lnTo>
                    <a:pt x="0" y="52"/>
                  </a:lnTo>
                  <a:lnTo>
                    <a:pt x="0" y="52"/>
                  </a:lnTo>
                  <a:lnTo>
                    <a:pt x="0" y="45"/>
                  </a:lnTo>
                  <a:lnTo>
                    <a:pt x="0" y="45"/>
                  </a:lnTo>
                  <a:lnTo>
                    <a:pt x="15" y="22"/>
                  </a:lnTo>
                  <a:lnTo>
                    <a:pt x="15" y="22"/>
                  </a:lnTo>
                  <a:lnTo>
                    <a:pt x="30" y="7"/>
                  </a:lnTo>
                  <a:lnTo>
                    <a:pt x="45" y="0"/>
                  </a:lnTo>
                  <a:lnTo>
                    <a:pt x="60" y="0"/>
                  </a:lnTo>
                  <a:lnTo>
                    <a:pt x="68" y="7"/>
                  </a:lnTo>
                  <a:lnTo>
                    <a:pt x="68" y="7"/>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09" name="Google Shape;3509;p67"/>
            <p:cNvSpPr/>
            <p:nvPr/>
          </p:nvSpPr>
          <p:spPr>
            <a:xfrm>
              <a:off x="3133725" y="5478463"/>
              <a:ext cx="1239838" cy="668338"/>
            </a:xfrm>
            <a:custGeom>
              <a:avLst/>
              <a:gdLst/>
              <a:ahLst/>
              <a:cxnLst/>
              <a:rect l="l" t="t" r="r" b="b"/>
              <a:pathLst>
                <a:path w="781" h="421" extrusionOk="0">
                  <a:moveTo>
                    <a:pt x="406" y="30"/>
                  </a:moveTo>
                  <a:lnTo>
                    <a:pt x="406" y="30"/>
                  </a:lnTo>
                  <a:lnTo>
                    <a:pt x="473" y="45"/>
                  </a:lnTo>
                  <a:lnTo>
                    <a:pt x="533" y="68"/>
                  </a:lnTo>
                  <a:lnTo>
                    <a:pt x="593" y="98"/>
                  </a:lnTo>
                  <a:lnTo>
                    <a:pt x="638" y="120"/>
                  </a:lnTo>
                  <a:lnTo>
                    <a:pt x="676" y="150"/>
                  </a:lnTo>
                  <a:lnTo>
                    <a:pt x="706" y="173"/>
                  </a:lnTo>
                  <a:lnTo>
                    <a:pt x="736" y="203"/>
                  </a:lnTo>
                  <a:lnTo>
                    <a:pt x="759" y="233"/>
                  </a:lnTo>
                  <a:lnTo>
                    <a:pt x="766" y="256"/>
                  </a:lnTo>
                  <a:lnTo>
                    <a:pt x="781" y="286"/>
                  </a:lnTo>
                  <a:lnTo>
                    <a:pt x="781" y="308"/>
                  </a:lnTo>
                  <a:lnTo>
                    <a:pt x="781" y="331"/>
                  </a:lnTo>
                  <a:lnTo>
                    <a:pt x="774" y="376"/>
                  </a:lnTo>
                  <a:lnTo>
                    <a:pt x="744" y="406"/>
                  </a:lnTo>
                  <a:lnTo>
                    <a:pt x="744" y="406"/>
                  </a:lnTo>
                  <a:lnTo>
                    <a:pt x="714" y="421"/>
                  </a:lnTo>
                  <a:lnTo>
                    <a:pt x="684" y="421"/>
                  </a:lnTo>
                  <a:lnTo>
                    <a:pt x="684" y="421"/>
                  </a:lnTo>
                  <a:lnTo>
                    <a:pt x="706" y="413"/>
                  </a:lnTo>
                  <a:lnTo>
                    <a:pt x="706" y="413"/>
                  </a:lnTo>
                  <a:lnTo>
                    <a:pt x="736" y="383"/>
                  </a:lnTo>
                  <a:lnTo>
                    <a:pt x="751" y="338"/>
                  </a:lnTo>
                  <a:lnTo>
                    <a:pt x="751" y="316"/>
                  </a:lnTo>
                  <a:lnTo>
                    <a:pt x="744" y="293"/>
                  </a:lnTo>
                  <a:lnTo>
                    <a:pt x="736" y="263"/>
                  </a:lnTo>
                  <a:lnTo>
                    <a:pt x="721" y="233"/>
                  </a:lnTo>
                  <a:lnTo>
                    <a:pt x="699" y="210"/>
                  </a:lnTo>
                  <a:lnTo>
                    <a:pt x="676" y="180"/>
                  </a:lnTo>
                  <a:lnTo>
                    <a:pt x="638" y="150"/>
                  </a:lnTo>
                  <a:lnTo>
                    <a:pt x="601" y="128"/>
                  </a:lnTo>
                  <a:lnTo>
                    <a:pt x="556" y="98"/>
                  </a:lnTo>
                  <a:lnTo>
                    <a:pt x="503" y="75"/>
                  </a:lnTo>
                  <a:lnTo>
                    <a:pt x="436" y="53"/>
                  </a:lnTo>
                  <a:lnTo>
                    <a:pt x="368" y="30"/>
                  </a:lnTo>
                  <a:lnTo>
                    <a:pt x="368" y="30"/>
                  </a:lnTo>
                  <a:lnTo>
                    <a:pt x="278" y="15"/>
                  </a:lnTo>
                  <a:lnTo>
                    <a:pt x="180" y="8"/>
                  </a:lnTo>
                  <a:lnTo>
                    <a:pt x="90" y="8"/>
                  </a:lnTo>
                  <a:lnTo>
                    <a:pt x="0" y="15"/>
                  </a:lnTo>
                  <a:lnTo>
                    <a:pt x="38" y="8"/>
                  </a:lnTo>
                  <a:lnTo>
                    <a:pt x="38" y="8"/>
                  </a:lnTo>
                  <a:lnTo>
                    <a:pt x="128" y="0"/>
                  </a:lnTo>
                  <a:lnTo>
                    <a:pt x="218" y="0"/>
                  </a:lnTo>
                  <a:lnTo>
                    <a:pt x="315" y="8"/>
                  </a:lnTo>
                  <a:lnTo>
                    <a:pt x="406" y="30"/>
                  </a:lnTo>
                  <a:lnTo>
                    <a:pt x="406" y="3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10" name="Google Shape;3510;p67"/>
            <p:cNvSpPr/>
            <p:nvPr/>
          </p:nvSpPr>
          <p:spPr>
            <a:xfrm>
              <a:off x="-2381" y="2092325"/>
              <a:ext cx="643732" cy="1728788"/>
            </a:xfrm>
            <a:custGeom>
              <a:avLst/>
              <a:gdLst/>
              <a:ahLst/>
              <a:cxnLst/>
              <a:rect l="l" t="t" r="r" b="b"/>
              <a:pathLst>
                <a:path w="643732" h="1728788" extrusionOk="0">
                  <a:moveTo>
                    <a:pt x="24607" y="0"/>
                  </a:moveTo>
                  <a:lnTo>
                    <a:pt x="72232" y="11113"/>
                  </a:lnTo>
                  <a:lnTo>
                    <a:pt x="143669" y="47625"/>
                  </a:lnTo>
                  <a:lnTo>
                    <a:pt x="215107" y="95250"/>
                  </a:lnTo>
                  <a:lnTo>
                    <a:pt x="310357" y="179388"/>
                  </a:lnTo>
                  <a:lnTo>
                    <a:pt x="405607" y="285750"/>
                  </a:lnTo>
                  <a:lnTo>
                    <a:pt x="488157" y="428625"/>
                  </a:lnTo>
                  <a:lnTo>
                    <a:pt x="537369" y="523875"/>
                  </a:lnTo>
                  <a:lnTo>
                    <a:pt x="572294" y="620713"/>
                  </a:lnTo>
                  <a:lnTo>
                    <a:pt x="596107" y="715963"/>
                  </a:lnTo>
                  <a:lnTo>
                    <a:pt x="619920" y="811213"/>
                  </a:lnTo>
                  <a:lnTo>
                    <a:pt x="643732" y="1001713"/>
                  </a:lnTo>
                  <a:lnTo>
                    <a:pt x="643732" y="1181101"/>
                  </a:lnTo>
                  <a:lnTo>
                    <a:pt x="632620" y="1358901"/>
                  </a:lnTo>
                  <a:lnTo>
                    <a:pt x="619920" y="1514476"/>
                  </a:lnTo>
                  <a:lnTo>
                    <a:pt x="596107" y="1633538"/>
                  </a:lnTo>
                  <a:lnTo>
                    <a:pt x="572294" y="1728788"/>
                  </a:lnTo>
                  <a:lnTo>
                    <a:pt x="584995" y="1443038"/>
                  </a:lnTo>
                  <a:lnTo>
                    <a:pt x="572294" y="1204913"/>
                  </a:lnTo>
                  <a:lnTo>
                    <a:pt x="561182" y="1096963"/>
                  </a:lnTo>
                  <a:lnTo>
                    <a:pt x="537369" y="1025525"/>
                  </a:lnTo>
                  <a:lnTo>
                    <a:pt x="488157" y="954088"/>
                  </a:lnTo>
                  <a:lnTo>
                    <a:pt x="440532" y="906463"/>
                  </a:lnTo>
                  <a:lnTo>
                    <a:pt x="392907" y="882650"/>
                  </a:lnTo>
                  <a:lnTo>
                    <a:pt x="334169" y="882650"/>
                  </a:lnTo>
                  <a:lnTo>
                    <a:pt x="310357" y="882650"/>
                  </a:lnTo>
                  <a:lnTo>
                    <a:pt x="286544" y="893763"/>
                  </a:lnTo>
                  <a:lnTo>
                    <a:pt x="238919" y="930275"/>
                  </a:lnTo>
                  <a:lnTo>
                    <a:pt x="191294" y="965200"/>
                  </a:lnTo>
                  <a:lnTo>
                    <a:pt x="167482" y="977900"/>
                  </a:lnTo>
                  <a:lnTo>
                    <a:pt x="83344" y="954088"/>
                  </a:lnTo>
                  <a:lnTo>
                    <a:pt x="794" y="930275"/>
                  </a:lnTo>
                  <a:lnTo>
                    <a:pt x="0" y="929758"/>
                  </a:lnTo>
                  <a:lnTo>
                    <a:pt x="0" y="735358"/>
                  </a:lnTo>
                  <a:lnTo>
                    <a:pt x="24607" y="703263"/>
                  </a:lnTo>
                  <a:lnTo>
                    <a:pt x="72232" y="668338"/>
                  </a:lnTo>
                  <a:lnTo>
                    <a:pt x="119857" y="631825"/>
                  </a:lnTo>
                  <a:lnTo>
                    <a:pt x="178594" y="620713"/>
                  </a:lnTo>
                  <a:lnTo>
                    <a:pt x="250032" y="631825"/>
                  </a:lnTo>
                  <a:lnTo>
                    <a:pt x="310357" y="655638"/>
                  </a:lnTo>
                  <a:lnTo>
                    <a:pt x="357982" y="692150"/>
                  </a:lnTo>
                  <a:lnTo>
                    <a:pt x="405607" y="727075"/>
                  </a:lnTo>
                  <a:lnTo>
                    <a:pt x="488157" y="811213"/>
                  </a:lnTo>
                  <a:lnTo>
                    <a:pt x="537369" y="882650"/>
                  </a:lnTo>
                  <a:lnTo>
                    <a:pt x="561182" y="893763"/>
                  </a:lnTo>
                  <a:lnTo>
                    <a:pt x="561182" y="882650"/>
                  </a:lnTo>
                  <a:lnTo>
                    <a:pt x="561182" y="822325"/>
                  </a:lnTo>
                  <a:lnTo>
                    <a:pt x="524670" y="739775"/>
                  </a:lnTo>
                  <a:lnTo>
                    <a:pt x="500857" y="655638"/>
                  </a:lnTo>
                  <a:lnTo>
                    <a:pt x="453232" y="584200"/>
                  </a:lnTo>
                  <a:lnTo>
                    <a:pt x="405607" y="536575"/>
                  </a:lnTo>
                  <a:lnTo>
                    <a:pt x="357982" y="512763"/>
                  </a:lnTo>
                  <a:lnTo>
                    <a:pt x="310357" y="488950"/>
                  </a:lnTo>
                  <a:lnTo>
                    <a:pt x="273844" y="488950"/>
                  </a:lnTo>
                  <a:lnTo>
                    <a:pt x="250032" y="500063"/>
                  </a:lnTo>
                  <a:lnTo>
                    <a:pt x="215107" y="512763"/>
                  </a:lnTo>
                  <a:lnTo>
                    <a:pt x="226219" y="417513"/>
                  </a:lnTo>
                  <a:lnTo>
                    <a:pt x="226219" y="333375"/>
                  </a:lnTo>
                  <a:lnTo>
                    <a:pt x="215107" y="238125"/>
                  </a:lnTo>
                  <a:lnTo>
                    <a:pt x="202407" y="190500"/>
                  </a:lnTo>
                  <a:lnTo>
                    <a:pt x="167482" y="142875"/>
                  </a:lnTo>
                  <a:lnTo>
                    <a:pt x="107157" y="71438"/>
                  </a:lnTo>
                  <a:lnTo>
                    <a:pt x="48419" y="1111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11" name="Google Shape;3511;p67"/>
            <p:cNvSpPr/>
            <p:nvPr/>
          </p:nvSpPr>
          <p:spPr>
            <a:xfrm>
              <a:off x="2000250" y="5740400"/>
              <a:ext cx="573088" cy="739775"/>
            </a:xfrm>
            <a:custGeom>
              <a:avLst/>
              <a:gdLst/>
              <a:ahLst/>
              <a:cxnLst/>
              <a:rect l="l" t="t" r="r" b="b"/>
              <a:pathLst>
                <a:path w="361" h="466" extrusionOk="0">
                  <a:moveTo>
                    <a:pt x="0" y="0"/>
                  </a:moveTo>
                  <a:lnTo>
                    <a:pt x="0" y="0"/>
                  </a:lnTo>
                  <a:lnTo>
                    <a:pt x="68" y="60"/>
                  </a:lnTo>
                  <a:lnTo>
                    <a:pt x="113" y="113"/>
                  </a:lnTo>
                  <a:lnTo>
                    <a:pt x="136" y="143"/>
                  </a:lnTo>
                  <a:lnTo>
                    <a:pt x="151" y="173"/>
                  </a:lnTo>
                  <a:lnTo>
                    <a:pt x="151" y="173"/>
                  </a:lnTo>
                  <a:lnTo>
                    <a:pt x="158" y="211"/>
                  </a:lnTo>
                  <a:lnTo>
                    <a:pt x="158" y="256"/>
                  </a:lnTo>
                  <a:lnTo>
                    <a:pt x="151" y="293"/>
                  </a:lnTo>
                  <a:lnTo>
                    <a:pt x="151" y="293"/>
                  </a:lnTo>
                  <a:lnTo>
                    <a:pt x="188" y="293"/>
                  </a:lnTo>
                  <a:lnTo>
                    <a:pt x="226" y="301"/>
                  </a:lnTo>
                  <a:lnTo>
                    <a:pt x="248" y="308"/>
                  </a:lnTo>
                  <a:lnTo>
                    <a:pt x="248" y="308"/>
                  </a:lnTo>
                  <a:lnTo>
                    <a:pt x="278" y="331"/>
                  </a:lnTo>
                  <a:lnTo>
                    <a:pt x="301" y="353"/>
                  </a:lnTo>
                  <a:lnTo>
                    <a:pt x="338" y="406"/>
                  </a:lnTo>
                  <a:lnTo>
                    <a:pt x="353" y="444"/>
                  </a:lnTo>
                  <a:lnTo>
                    <a:pt x="361" y="466"/>
                  </a:lnTo>
                  <a:lnTo>
                    <a:pt x="361" y="466"/>
                  </a:lnTo>
                  <a:lnTo>
                    <a:pt x="361" y="263"/>
                  </a:lnTo>
                  <a:lnTo>
                    <a:pt x="361" y="263"/>
                  </a:lnTo>
                  <a:lnTo>
                    <a:pt x="353" y="181"/>
                  </a:lnTo>
                  <a:lnTo>
                    <a:pt x="346" y="151"/>
                  </a:lnTo>
                  <a:lnTo>
                    <a:pt x="346" y="151"/>
                  </a:lnTo>
                  <a:lnTo>
                    <a:pt x="286" y="128"/>
                  </a:lnTo>
                  <a:lnTo>
                    <a:pt x="286" y="128"/>
                  </a:lnTo>
                  <a:lnTo>
                    <a:pt x="248" y="113"/>
                  </a:lnTo>
                  <a:lnTo>
                    <a:pt x="203" y="98"/>
                  </a:lnTo>
                  <a:lnTo>
                    <a:pt x="151" y="68"/>
                  </a:lnTo>
                  <a:lnTo>
                    <a:pt x="151" y="68"/>
                  </a:lnTo>
                  <a:lnTo>
                    <a:pt x="203" y="106"/>
                  </a:lnTo>
                  <a:lnTo>
                    <a:pt x="241" y="143"/>
                  </a:lnTo>
                  <a:lnTo>
                    <a:pt x="271" y="181"/>
                  </a:lnTo>
                  <a:lnTo>
                    <a:pt x="271" y="181"/>
                  </a:lnTo>
                  <a:lnTo>
                    <a:pt x="293" y="218"/>
                  </a:lnTo>
                  <a:lnTo>
                    <a:pt x="308" y="248"/>
                  </a:lnTo>
                  <a:lnTo>
                    <a:pt x="316" y="293"/>
                  </a:lnTo>
                  <a:lnTo>
                    <a:pt x="316" y="293"/>
                  </a:lnTo>
                  <a:lnTo>
                    <a:pt x="293" y="248"/>
                  </a:lnTo>
                  <a:lnTo>
                    <a:pt x="271" y="218"/>
                  </a:lnTo>
                  <a:lnTo>
                    <a:pt x="241" y="173"/>
                  </a:lnTo>
                  <a:lnTo>
                    <a:pt x="241" y="173"/>
                  </a:lnTo>
                  <a:lnTo>
                    <a:pt x="181" y="121"/>
                  </a:lnTo>
                  <a:lnTo>
                    <a:pt x="106" y="68"/>
                  </a:lnTo>
                  <a:lnTo>
                    <a:pt x="0" y="0"/>
                  </a:lnTo>
                  <a:lnTo>
                    <a:pt x="0" y="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12" name="Google Shape;3512;p67"/>
            <p:cNvSpPr/>
            <p:nvPr/>
          </p:nvSpPr>
          <p:spPr>
            <a:xfrm>
              <a:off x="450850" y="6099175"/>
              <a:ext cx="1012825" cy="608013"/>
            </a:xfrm>
            <a:custGeom>
              <a:avLst/>
              <a:gdLst/>
              <a:ahLst/>
              <a:cxnLst/>
              <a:rect l="l" t="t" r="r" b="b"/>
              <a:pathLst>
                <a:path w="638" h="383" extrusionOk="0">
                  <a:moveTo>
                    <a:pt x="218" y="308"/>
                  </a:moveTo>
                  <a:lnTo>
                    <a:pt x="218" y="308"/>
                  </a:lnTo>
                  <a:lnTo>
                    <a:pt x="270" y="330"/>
                  </a:lnTo>
                  <a:lnTo>
                    <a:pt x="330" y="338"/>
                  </a:lnTo>
                  <a:lnTo>
                    <a:pt x="391" y="330"/>
                  </a:lnTo>
                  <a:lnTo>
                    <a:pt x="451" y="315"/>
                  </a:lnTo>
                  <a:lnTo>
                    <a:pt x="503" y="285"/>
                  </a:lnTo>
                  <a:lnTo>
                    <a:pt x="548" y="248"/>
                  </a:lnTo>
                  <a:lnTo>
                    <a:pt x="586" y="203"/>
                  </a:lnTo>
                  <a:lnTo>
                    <a:pt x="616" y="150"/>
                  </a:lnTo>
                  <a:lnTo>
                    <a:pt x="616" y="150"/>
                  </a:lnTo>
                  <a:lnTo>
                    <a:pt x="623" y="112"/>
                  </a:lnTo>
                  <a:lnTo>
                    <a:pt x="631" y="75"/>
                  </a:lnTo>
                  <a:lnTo>
                    <a:pt x="631" y="37"/>
                  </a:lnTo>
                  <a:lnTo>
                    <a:pt x="631" y="0"/>
                  </a:lnTo>
                  <a:lnTo>
                    <a:pt x="631" y="0"/>
                  </a:lnTo>
                  <a:lnTo>
                    <a:pt x="638" y="45"/>
                  </a:lnTo>
                  <a:lnTo>
                    <a:pt x="638" y="90"/>
                  </a:lnTo>
                  <a:lnTo>
                    <a:pt x="638" y="135"/>
                  </a:lnTo>
                  <a:lnTo>
                    <a:pt x="623" y="180"/>
                  </a:lnTo>
                  <a:lnTo>
                    <a:pt x="623" y="180"/>
                  </a:lnTo>
                  <a:lnTo>
                    <a:pt x="593" y="233"/>
                  </a:lnTo>
                  <a:lnTo>
                    <a:pt x="556" y="285"/>
                  </a:lnTo>
                  <a:lnTo>
                    <a:pt x="518" y="323"/>
                  </a:lnTo>
                  <a:lnTo>
                    <a:pt x="466" y="353"/>
                  </a:lnTo>
                  <a:lnTo>
                    <a:pt x="413" y="375"/>
                  </a:lnTo>
                  <a:lnTo>
                    <a:pt x="353" y="383"/>
                  </a:lnTo>
                  <a:lnTo>
                    <a:pt x="293" y="375"/>
                  </a:lnTo>
                  <a:lnTo>
                    <a:pt x="225" y="360"/>
                  </a:lnTo>
                  <a:lnTo>
                    <a:pt x="225" y="360"/>
                  </a:lnTo>
                  <a:lnTo>
                    <a:pt x="180" y="338"/>
                  </a:lnTo>
                  <a:lnTo>
                    <a:pt x="143" y="315"/>
                  </a:lnTo>
                  <a:lnTo>
                    <a:pt x="113" y="285"/>
                  </a:lnTo>
                  <a:lnTo>
                    <a:pt x="83" y="248"/>
                  </a:lnTo>
                  <a:lnTo>
                    <a:pt x="53" y="203"/>
                  </a:lnTo>
                  <a:lnTo>
                    <a:pt x="30" y="165"/>
                  </a:lnTo>
                  <a:lnTo>
                    <a:pt x="15" y="120"/>
                  </a:lnTo>
                  <a:lnTo>
                    <a:pt x="0" y="75"/>
                  </a:lnTo>
                  <a:lnTo>
                    <a:pt x="0" y="75"/>
                  </a:lnTo>
                  <a:lnTo>
                    <a:pt x="38" y="150"/>
                  </a:lnTo>
                  <a:lnTo>
                    <a:pt x="83" y="218"/>
                  </a:lnTo>
                  <a:lnTo>
                    <a:pt x="143" y="270"/>
                  </a:lnTo>
                  <a:lnTo>
                    <a:pt x="180" y="293"/>
                  </a:lnTo>
                  <a:lnTo>
                    <a:pt x="218" y="308"/>
                  </a:lnTo>
                  <a:lnTo>
                    <a:pt x="218" y="30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13" name="Google Shape;3513;p67"/>
            <p:cNvSpPr/>
            <p:nvPr/>
          </p:nvSpPr>
          <p:spPr>
            <a:xfrm>
              <a:off x="773113" y="5788025"/>
              <a:ext cx="679450" cy="525463"/>
            </a:xfrm>
            <a:custGeom>
              <a:avLst/>
              <a:gdLst/>
              <a:ahLst/>
              <a:cxnLst/>
              <a:rect l="l" t="t" r="r" b="b"/>
              <a:pathLst>
                <a:path w="428" h="331" extrusionOk="0">
                  <a:moveTo>
                    <a:pt x="293" y="53"/>
                  </a:moveTo>
                  <a:lnTo>
                    <a:pt x="293" y="53"/>
                  </a:lnTo>
                  <a:lnTo>
                    <a:pt x="255" y="46"/>
                  </a:lnTo>
                  <a:lnTo>
                    <a:pt x="225" y="38"/>
                  </a:lnTo>
                  <a:lnTo>
                    <a:pt x="195" y="46"/>
                  </a:lnTo>
                  <a:lnTo>
                    <a:pt x="165" y="46"/>
                  </a:lnTo>
                  <a:lnTo>
                    <a:pt x="135" y="61"/>
                  </a:lnTo>
                  <a:lnTo>
                    <a:pt x="105" y="76"/>
                  </a:lnTo>
                  <a:lnTo>
                    <a:pt x="82" y="98"/>
                  </a:lnTo>
                  <a:lnTo>
                    <a:pt x="60" y="121"/>
                  </a:lnTo>
                  <a:lnTo>
                    <a:pt x="60" y="121"/>
                  </a:lnTo>
                  <a:lnTo>
                    <a:pt x="45" y="143"/>
                  </a:lnTo>
                  <a:lnTo>
                    <a:pt x="45" y="166"/>
                  </a:lnTo>
                  <a:lnTo>
                    <a:pt x="45" y="181"/>
                  </a:lnTo>
                  <a:lnTo>
                    <a:pt x="45" y="181"/>
                  </a:lnTo>
                  <a:lnTo>
                    <a:pt x="52" y="196"/>
                  </a:lnTo>
                  <a:lnTo>
                    <a:pt x="67" y="203"/>
                  </a:lnTo>
                  <a:lnTo>
                    <a:pt x="90" y="218"/>
                  </a:lnTo>
                  <a:lnTo>
                    <a:pt x="90" y="218"/>
                  </a:lnTo>
                  <a:lnTo>
                    <a:pt x="120" y="248"/>
                  </a:lnTo>
                  <a:lnTo>
                    <a:pt x="127" y="278"/>
                  </a:lnTo>
                  <a:lnTo>
                    <a:pt x="127" y="301"/>
                  </a:lnTo>
                  <a:lnTo>
                    <a:pt x="120" y="316"/>
                  </a:lnTo>
                  <a:lnTo>
                    <a:pt x="120" y="316"/>
                  </a:lnTo>
                  <a:lnTo>
                    <a:pt x="105" y="331"/>
                  </a:lnTo>
                  <a:lnTo>
                    <a:pt x="75" y="331"/>
                  </a:lnTo>
                  <a:lnTo>
                    <a:pt x="60" y="331"/>
                  </a:lnTo>
                  <a:lnTo>
                    <a:pt x="45" y="316"/>
                  </a:lnTo>
                  <a:lnTo>
                    <a:pt x="30" y="301"/>
                  </a:lnTo>
                  <a:lnTo>
                    <a:pt x="15" y="278"/>
                  </a:lnTo>
                  <a:lnTo>
                    <a:pt x="15" y="278"/>
                  </a:lnTo>
                  <a:lnTo>
                    <a:pt x="7" y="256"/>
                  </a:lnTo>
                  <a:lnTo>
                    <a:pt x="0" y="226"/>
                  </a:lnTo>
                  <a:lnTo>
                    <a:pt x="7" y="181"/>
                  </a:lnTo>
                  <a:lnTo>
                    <a:pt x="15" y="143"/>
                  </a:lnTo>
                  <a:lnTo>
                    <a:pt x="22" y="128"/>
                  </a:lnTo>
                  <a:lnTo>
                    <a:pt x="22" y="128"/>
                  </a:lnTo>
                  <a:lnTo>
                    <a:pt x="45" y="91"/>
                  </a:lnTo>
                  <a:lnTo>
                    <a:pt x="67" y="61"/>
                  </a:lnTo>
                  <a:lnTo>
                    <a:pt x="97" y="38"/>
                  </a:lnTo>
                  <a:lnTo>
                    <a:pt x="135" y="23"/>
                  </a:lnTo>
                  <a:lnTo>
                    <a:pt x="165" y="8"/>
                  </a:lnTo>
                  <a:lnTo>
                    <a:pt x="203" y="0"/>
                  </a:lnTo>
                  <a:lnTo>
                    <a:pt x="240" y="0"/>
                  </a:lnTo>
                  <a:lnTo>
                    <a:pt x="285" y="15"/>
                  </a:lnTo>
                  <a:lnTo>
                    <a:pt x="285" y="15"/>
                  </a:lnTo>
                  <a:lnTo>
                    <a:pt x="308" y="30"/>
                  </a:lnTo>
                  <a:lnTo>
                    <a:pt x="330" y="46"/>
                  </a:lnTo>
                  <a:lnTo>
                    <a:pt x="375" y="91"/>
                  </a:lnTo>
                  <a:lnTo>
                    <a:pt x="405" y="143"/>
                  </a:lnTo>
                  <a:lnTo>
                    <a:pt x="428" y="196"/>
                  </a:lnTo>
                  <a:lnTo>
                    <a:pt x="428" y="196"/>
                  </a:lnTo>
                  <a:lnTo>
                    <a:pt x="405" y="158"/>
                  </a:lnTo>
                  <a:lnTo>
                    <a:pt x="375" y="113"/>
                  </a:lnTo>
                  <a:lnTo>
                    <a:pt x="338" y="83"/>
                  </a:lnTo>
                  <a:lnTo>
                    <a:pt x="293" y="53"/>
                  </a:lnTo>
                  <a:lnTo>
                    <a:pt x="293" y="5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14" name="Google Shape;3514;p67"/>
            <p:cNvSpPr/>
            <p:nvPr/>
          </p:nvSpPr>
          <p:spPr>
            <a:xfrm>
              <a:off x="414338" y="5287963"/>
              <a:ext cx="1562100" cy="930275"/>
            </a:xfrm>
            <a:custGeom>
              <a:avLst/>
              <a:gdLst/>
              <a:ahLst/>
              <a:cxnLst/>
              <a:rect l="l" t="t" r="r" b="b"/>
              <a:pathLst>
                <a:path w="984" h="586" extrusionOk="0">
                  <a:moveTo>
                    <a:pt x="669" y="98"/>
                  </a:moveTo>
                  <a:lnTo>
                    <a:pt x="669" y="98"/>
                  </a:lnTo>
                  <a:lnTo>
                    <a:pt x="624" y="83"/>
                  </a:lnTo>
                  <a:lnTo>
                    <a:pt x="571" y="75"/>
                  </a:lnTo>
                  <a:lnTo>
                    <a:pt x="526" y="68"/>
                  </a:lnTo>
                  <a:lnTo>
                    <a:pt x="481" y="60"/>
                  </a:lnTo>
                  <a:lnTo>
                    <a:pt x="391" y="75"/>
                  </a:lnTo>
                  <a:lnTo>
                    <a:pt x="301" y="98"/>
                  </a:lnTo>
                  <a:lnTo>
                    <a:pt x="226" y="143"/>
                  </a:lnTo>
                  <a:lnTo>
                    <a:pt x="151" y="195"/>
                  </a:lnTo>
                  <a:lnTo>
                    <a:pt x="121" y="233"/>
                  </a:lnTo>
                  <a:lnTo>
                    <a:pt x="91" y="270"/>
                  </a:lnTo>
                  <a:lnTo>
                    <a:pt x="68" y="308"/>
                  </a:lnTo>
                  <a:lnTo>
                    <a:pt x="45" y="353"/>
                  </a:lnTo>
                  <a:lnTo>
                    <a:pt x="45" y="353"/>
                  </a:lnTo>
                  <a:lnTo>
                    <a:pt x="23" y="413"/>
                  </a:lnTo>
                  <a:lnTo>
                    <a:pt x="15" y="473"/>
                  </a:lnTo>
                  <a:lnTo>
                    <a:pt x="15" y="533"/>
                  </a:lnTo>
                  <a:lnTo>
                    <a:pt x="23" y="586"/>
                  </a:lnTo>
                  <a:lnTo>
                    <a:pt x="23" y="586"/>
                  </a:lnTo>
                  <a:lnTo>
                    <a:pt x="8" y="518"/>
                  </a:lnTo>
                  <a:lnTo>
                    <a:pt x="0" y="451"/>
                  </a:lnTo>
                  <a:lnTo>
                    <a:pt x="8" y="376"/>
                  </a:lnTo>
                  <a:lnTo>
                    <a:pt x="30" y="300"/>
                  </a:lnTo>
                  <a:lnTo>
                    <a:pt x="30" y="300"/>
                  </a:lnTo>
                  <a:lnTo>
                    <a:pt x="76" y="218"/>
                  </a:lnTo>
                  <a:lnTo>
                    <a:pt x="98" y="180"/>
                  </a:lnTo>
                  <a:lnTo>
                    <a:pt x="128" y="143"/>
                  </a:lnTo>
                  <a:lnTo>
                    <a:pt x="166" y="105"/>
                  </a:lnTo>
                  <a:lnTo>
                    <a:pt x="203" y="75"/>
                  </a:lnTo>
                  <a:lnTo>
                    <a:pt x="248" y="45"/>
                  </a:lnTo>
                  <a:lnTo>
                    <a:pt x="293" y="22"/>
                  </a:lnTo>
                  <a:lnTo>
                    <a:pt x="293" y="22"/>
                  </a:lnTo>
                  <a:lnTo>
                    <a:pt x="338" y="7"/>
                  </a:lnTo>
                  <a:lnTo>
                    <a:pt x="383" y="0"/>
                  </a:lnTo>
                  <a:lnTo>
                    <a:pt x="429" y="0"/>
                  </a:lnTo>
                  <a:lnTo>
                    <a:pt x="481" y="0"/>
                  </a:lnTo>
                  <a:lnTo>
                    <a:pt x="579" y="15"/>
                  </a:lnTo>
                  <a:lnTo>
                    <a:pt x="669" y="53"/>
                  </a:lnTo>
                  <a:lnTo>
                    <a:pt x="669" y="53"/>
                  </a:lnTo>
                  <a:lnTo>
                    <a:pt x="737" y="83"/>
                  </a:lnTo>
                  <a:lnTo>
                    <a:pt x="789" y="120"/>
                  </a:lnTo>
                  <a:lnTo>
                    <a:pt x="834" y="158"/>
                  </a:lnTo>
                  <a:lnTo>
                    <a:pt x="872" y="203"/>
                  </a:lnTo>
                  <a:lnTo>
                    <a:pt x="909" y="255"/>
                  </a:lnTo>
                  <a:lnTo>
                    <a:pt x="939" y="308"/>
                  </a:lnTo>
                  <a:lnTo>
                    <a:pt x="984" y="413"/>
                  </a:lnTo>
                  <a:lnTo>
                    <a:pt x="984" y="413"/>
                  </a:lnTo>
                  <a:lnTo>
                    <a:pt x="962" y="368"/>
                  </a:lnTo>
                  <a:lnTo>
                    <a:pt x="932" y="315"/>
                  </a:lnTo>
                  <a:lnTo>
                    <a:pt x="894" y="270"/>
                  </a:lnTo>
                  <a:lnTo>
                    <a:pt x="857" y="225"/>
                  </a:lnTo>
                  <a:lnTo>
                    <a:pt x="812" y="188"/>
                  </a:lnTo>
                  <a:lnTo>
                    <a:pt x="767" y="158"/>
                  </a:lnTo>
                  <a:lnTo>
                    <a:pt x="721" y="128"/>
                  </a:lnTo>
                  <a:lnTo>
                    <a:pt x="669" y="98"/>
                  </a:lnTo>
                  <a:lnTo>
                    <a:pt x="669" y="9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15" name="Google Shape;3515;p67"/>
            <p:cNvSpPr/>
            <p:nvPr/>
          </p:nvSpPr>
          <p:spPr>
            <a:xfrm>
              <a:off x="-74612" y="5956300"/>
              <a:ext cx="2159000" cy="930729"/>
            </a:xfrm>
            <a:custGeom>
              <a:avLst/>
              <a:gdLst/>
              <a:ahLst/>
              <a:cxnLst/>
              <a:rect l="l" t="t" r="r" b="b"/>
              <a:pathLst>
                <a:path w="2159000" h="930729" extrusionOk="0">
                  <a:moveTo>
                    <a:pt x="0" y="917575"/>
                  </a:moveTo>
                  <a:lnTo>
                    <a:pt x="10085" y="930729"/>
                  </a:lnTo>
                  <a:lnTo>
                    <a:pt x="7962" y="930729"/>
                  </a:lnTo>
                  <a:close/>
                  <a:moveTo>
                    <a:pt x="2063750" y="0"/>
                  </a:moveTo>
                  <a:lnTo>
                    <a:pt x="2098675" y="82550"/>
                  </a:lnTo>
                  <a:lnTo>
                    <a:pt x="2122488" y="177800"/>
                  </a:lnTo>
                  <a:lnTo>
                    <a:pt x="2146300" y="285750"/>
                  </a:lnTo>
                  <a:lnTo>
                    <a:pt x="2159000" y="381000"/>
                  </a:lnTo>
                  <a:lnTo>
                    <a:pt x="2159000" y="476250"/>
                  </a:lnTo>
                  <a:lnTo>
                    <a:pt x="2146300" y="584200"/>
                  </a:lnTo>
                  <a:lnTo>
                    <a:pt x="2122488" y="679450"/>
                  </a:lnTo>
                  <a:lnTo>
                    <a:pt x="2087563" y="774700"/>
                  </a:lnTo>
                  <a:lnTo>
                    <a:pt x="2039938" y="881063"/>
                  </a:lnTo>
                  <a:lnTo>
                    <a:pt x="2003298" y="930729"/>
                  </a:lnTo>
                  <a:lnTo>
                    <a:pt x="1904263" y="930729"/>
                  </a:lnTo>
                  <a:lnTo>
                    <a:pt x="1931988" y="893763"/>
                  </a:lnTo>
                  <a:lnTo>
                    <a:pt x="1992313" y="785813"/>
                  </a:lnTo>
                  <a:lnTo>
                    <a:pt x="2039938" y="679450"/>
                  </a:lnTo>
                  <a:lnTo>
                    <a:pt x="2074863" y="595313"/>
                  </a:lnTo>
                  <a:lnTo>
                    <a:pt x="2098675" y="512763"/>
                  </a:lnTo>
                  <a:lnTo>
                    <a:pt x="2111375" y="415925"/>
                  </a:lnTo>
                  <a:lnTo>
                    <a:pt x="2111375" y="333375"/>
                  </a:lnTo>
                  <a:lnTo>
                    <a:pt x="2111375" y="249238"/>
                  </a:lnTo>
                  <a:lnTo>
                    <a:pt x="2098675" y="166688"/>
                  </a:lnTo>
                  <a:lnTo>
                    <a:pt x="2087563" y="8255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16" name="Google Shape;3516;p67"/>
            <p:cNvSpPr/>
            <p:nvPr/>
          </p:nvSpPr>
          <p:spPr>
            <a:xfrm>
              <a:off x="998538" y="6051550"/>
              <a:ext cx="227013" cy="261938"/>
            </a:xfrm>
            <a:custGeom>
              <a:avLst/>
              <a:gdLst/>
              <a:ahLst/>
              <a:cxnLst/>
              <a:rect l="l" t="t" r="r" b="b"/>
              <a:pathLst>
                <a:path w="143" h="165" extrusionOk="0">
                  <a:moveTo>
                    <a:pt x="136" y="52"/>
                  </a:moveTo>
                  <a:lnTo>
                    <a:pt x="136" y="52"/>
                  </a:lnTo>
                  <a:lnTo>
                    <a:pt x="143" y="75"/>
                  </a:lnTo>
                  <a:lnTo>
                    <a:pt x="143" y="97"/>
                  </a:lnTo>
                  <a:lnTo>
                    <a:pt x="136" y="120"/>
                  </a:lnTo>
                  <a:lnTo>
                    <a:pt x="128" y="135"/>
                  </a:lnTo>
                  <a:lnTo>
                    <a:pt x="113" y="150"/>
                  </a:lnTo>
                  <a:lnTo>
                    <a:pt x="91" y="165"/>
                  </a:lnTo>
                  <a:lnTo>
                    <a:pt x="76" y="165"/>
                  </a:lnTo>
                  <a:lnTo>
                    <a:pt x="53" y="165"/>
                  </a:lnTo>
                  <a:lnTo>
                    <a:pt x="53" y="165"/>
                  </a:lnTo>
                  <a:lnTo>
                    <a:pt x="76" y="150"/>
                  </a:lnTo>
                  <a:lnTo>
                    <a:pt x="98" y="120"/>
                  </a:lnTo>
                  <a:lnTo>
                    <a:pt x="106" y="90"/>
                  </a:lnTo>
                  <a:lnTo>
                    <a:pt x="98" y="67"/>
                  </a:lnTo>
                  <a:lnTo>
                    <a:pt x="91" y="52"/>
                  </a:lnTo>
                  <a:lnTo>
                    <a:pt x="91" y="52"/>
                  </a:lnTo>
                  <a:lnTo>
                    <a:pt x="76" y="30"/>
                  </a:lnTo>
                  <a:lnTo>
                    <a:pt x="53" y="22"/>
                  </a:lnTo>
                  <a:lnTo>
                    <a:pt x="31" y="7"/>
                  </a:lnTo>
                  <a:lnTo>
                    <a:pt x="0" y="7"/>
                  </a:lnTo>
                  <a:lnTo>
                    <a:pt x="0" y="7"/>
                  </a:lnTo>
                  <a:lnTo>
                    <a:pt x="46" y="0"/>
                  </a:lnTo>
                  <a:lnTo>
                    <a:pt x="83" y="7"/>
                  </a:lnTo>
                  <a:lnTo>
                    <a:pt x="113" y="30"/>
                  </a:lnTo>
                  <a:lnTo>
                    <a:pt x="136" y="52"/>
                  </a:lnTo>
                  <a:lnTo>
                    <a:pt x="136" y="52"/>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17" name="Google Shape;3517;p67"/>
            <p:cNvSpPr/>
            <p:nvPr/>
          </p:nvSpPr>
          <p:spPr>
            <a:xfrm>
              <a:off x="820738" y="4822825"/>
              <a:ext cx="238125" cy="285750"/>
            </a:xfrm>
            <a:custGeom>
              <a:avLst/>
              <a:gdLst/>
              <a:ahLst/>
              <a:cxnLst/>
              <a:rect l="l" t="t" r="r" b="b"/>
              <a:pathLst>
                <a:path w="150" h="180" extrusionOk="0">
                  <a:moveTo>
                    <a:pt x="143" y="135"/>
                  </a:moveTo>
                  <a:lnTo>
                    <a:pt x="143" y="135"/>
                  </a:lnTo>
                  <a:lnTo>
                    <a:pt x="127" y="158"/>
                  </a:lnTo>
                  <a:lnTo>
                    <a:pt x="112" y="173"/>
                  </a:lnTo>
                  <a:lnTo>
                    <a:pt x="90" y="180"/>
                  </a:lnTo>
                  <a:lnTo>
                    <a:pt x="67" y="180"/>
                  </a:lnTo>
                  <a:lnTo>
                    <a:pt x="45" y="180"/>
                  </a:lnTo>
                  <a:lnTo>
                    <a:pt x="22" y="173"/>
                  </a:lnTo>
                  <a:lnTo>
                    <a:pt x="7" y="158"/>
                  </a:lnTo>
                  <a:lnTo>
                    <a:pt x="0" y="135"/>
                  </a:lnTo>
                  <a:lnTo>
                    <a:pt x="0" y="135"/>
                  </a:lnTo>
                  <a:lnTo>
                    <a:pt x="30" y="150"/>
                  </a:lnTo>
                  <a:lnTo>
                    <a:pt x="67" y="150"/>
                  </a:lnTo>
                  <a:lnTo>
                    <a:pt x="90" y="135"/>
                  </a:lnTo>
                  <a:lnTo>
                    <a:pt x="105" y="120"/>
                  </a:lnTo>
                  <a:lnTo>
                    <a:pt x="112" y="105"/>
                  </a:lnTo>
                  <a:lnTo>
                    <a:pt x="112" y="105"/>
                  </a:lnTo>
                  <a:lnTo>
                    <a:pt x="120" y="83"/>
                  </a:lnTo>
                  <a:lnTo>
                    <a:pt x="120" y="53"/>
                  </a:lnTo>
                  <a:lnTo>
                    <a:pt x="112" y="30"/>
                  </a:lnTo>
                  <a:lnTo>
                    <a:pt x="97" y="0"/>
                  </a:lnTo>
                  <a:lnTo>
                    <a:pt x="97" y="0"/>
                  </a:lnTo>
                  <a:lnTo>
                    <a:pt x="127" y="38"/>
                  </a:lnTo>
                  <a:lnTo>
                    <a:pt x="143" y="75"/>
                  </a:lnTo>
                  <a:lnTo>
                    <a:pt x="150" y="105"/>
                  </a:lnTo>
                  <a:lnTo>
                    <a:pt x="143" y="135"/>
                  </a:lnTo>
                  <a:lnTo>
                    <a:pt x="143" y="13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grpSp>
      <p:sp>
        <p:nvSpPr>
          <p:cNvPr id="3518" name="Google Shape;3518;p67"/>
          <p:cNvSpPr txBox="1"/>
          <p:nvPr/>
        </p:nvSpPr>
        <p:spPr>
          <a:xfrm>
            <a:off x="6224417" y="1470217"/>
            <a:ext cx="3946526" cy="4154943"/>
          </a:xfrm>
          <a:prstGeom prst="rect">
            <a:avLst/>
          </a:prstGeom>
          <a:noFill/>
          <a:ln>
            <a:noFill/>
          </a:ln>
        </p:spPr>
        <p:txBody>
          <a:bodyPr spcFirstLastPara="1" wrap="square" lIns="91425" tIns="45700" rIns="91425" bIns="45700" anchor="t" anchorCtr="0">
            <a:spAutoFit/>
          </a:bodyPr>
          <a:lstStyle/>
          <a:p>
            <a:endParaRPr sz="2400" dirty="0">
              <a:solidFill>
                <a:srgbClr val="1D1B10"/>
              </a:solidFill>
              <a:latin typeface="Arial"/>
              <a:ea typeface="Arial"/>
              <a:cs typeface="Arial"/>
              <a:sym typeface="Arial"/>
            </a:endParaRPr>
          </a:p>
          <a:p>
            <a:r>
              <a:rPr lang="en-US" sz="2400" dirty="0">
                <a:solidFill>
                  <a:srgbClr val="1D1B10"/>
                </a:solidFill>
                <a:latin typeface="Arial"/>
                <a:ea typeface="Arial"/>
                <a:cs typeface="Arial"/>
                <a:sym typeface="Arial"/>
              </a:rPr>
              <a:t>Each person attending an Empower event, whether adult, youth or child, will be expected to abide by the following standard of behavior. We have all agreed to be held to this standard and we are trusting one another to keep that commitment.  </a:t>
            </a:r>
            <a:endParaRPr dirty="0"/>
          </a:p>
        </p:txBody>
      </p:sp>
      <p:pic>
        <p:nvPicPr>
          <p:cNvPr id="3519" name="Google Shape;3519;p67"/>
          <p:cNvPicPr preferRelativeResize="0"/>
          <p:nvPr/>
        </p:nvPicPr>
        <p:blipFill rotWithShape="1">
          <a:blip r:embed="rId3">
            <a:alphaModFix/>
          </a:blip>
          <a:srcRect/>
          <a:stretch/>
        </p:blipFill>
        <p:spPr>
          <a:xfrm>
            <a:off x="1988334" y="1646778"/>
            <a:ext cx="3787794" cy="4886254"/>
          </a:xfrm>
          <a:prstGeom prst="rect">
            <a:avLst/>
          </a:prstGeom>
          <a:noFill/>
          <a:ln>
            <a:noFill/>
          </a:ln>
        </p:spPr>
      </p:pic>
      <p:sp>
        <p:nvSpPr>
          <p:cNvPr id="3520" name="Google Shape;3520;p67"/>
          <p:cNvSpPr/>
          <p:nvPr/>
        </p:nvSpPr>
        <p:spPr>
          <a:xfrm>
            <a:off x="1988335" y="336223"/>
            <a:ext cx="8165317" cy="1077178"/>
          </a:xfrm>
          <a:prstGeom prst="rect">
            <a:avLst/>
          </a:prstGeom>
          <a:noFill/>
          <a:ln>
            <a:noFill/>
          </a:ln>
        </p:spPr>
        <p:txBody>
          <a:bodyPr spcFirstLastPara="1" wrap="square" lIns="91425" tIns="45700" rIns="91425" bIns="45700" anchor="t" anchorCtr="0">
            <a:spAutoFit/>
          </a:bodyPr>
          <a:lstStyle/>
          <a:p>
            <a:pPr algn="ctr"/>
            <a:r>
              <a:rPr lang="en-US" sz="3200" b="1" dirty="0">
                <a:solidFill>
                  <a:srgbClr val="1D1B10"/>
                </a:solidFill>
                <a:latin typeface="Arial"/>
                <a:ea typeface="Arial"/>
                <a:cs typeface="Arial"/>
                <a:sym typeface="Arial"/>
              </a:rPr>
              <a:t>Know and Enforce the Code of Conduct </a:t>
            </a:r>
            <a:endParaRPr dirty="0"/>
          </a:p>
          <a:p>
            <a:pPr algn="ctr"/>
            <a:r>
              <a:rPr lang="en-US" sz="3200" b="1" dirty="0">
                <a:solidFill>
                  <a:srgbClr val="1D1B10"/>
                </a:solidFill>
                <a:latin typeface="Arial"/>
                <a:ea typeface="Arial"/>
                <a:cs typeface="Arial"/>
                <a:sym typeface="Arial"/>
              </a:rPr>
              <a:t>Each parent’s responsibility</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25"/>
        <p:cNvGrpSpPr/>
        <p:nvPr/>
      </p:nvGrpSpPr>
      <p:grpSpPr>
        <a:xfrm>
          <a:off x="0" y="0"/>
          <a:ext cx="0" cy="0"/>
          <a:chOff x="0" y="0"/>
          <a:chExt cx="0" cy="0"/>
        </a:xfrm>
      </p:grpSpPr>
      <p:grpSp>
        <p:nvGrpSpPr>
          <p:cNvPr id="3532" name="Google Shape;3532;p68"/>
          <p:cNvGrpSpPr/>
          <p:nvPr/>
        </p:nvGrpSpPr>
        <p:grpSpPr>
          <a:xfrm>
            <a:off x="1449389" y="1066801"/>
            <a:ext cx="5318125" cy="5820229"/>
            <a:chOff x="-74612" y="1066800"/>
            <a:chExt cx="5318125" cy="5820229"/>
          </a:xfrm>
        </p:grpSpPr>
        <p:sp>
          <p:nvSpPr>
            <p:cNvPr id="3533" name="Google Shape;3533;p68"/>
            <p:cNvSpPr/>
            <p:nvPr/>
          </p:nvSpPr>
          <p:spPr>
            <a:xfrm>
              <a:off x="-2380" y="4214813"/>
              <a:ext cx="596107" cy="1399666"/>
            </a:xfrm>
            <a:custGeom>
              <a:avLst/>
              <a:gdLst/>
              <a:ahLst/>
              <a:cxnLst/>
              <a:rect l="l" t="t" r="r" b="b"/>
              <a:pathLst>
                <a:path w="596107" h="1399666" extrusionOk="0">
                  <a:moveTo>
                    <a:pt x="96044" y="0"/>
                  </a:moveTo>
                  <a:lnTo>
                    <a:pt x="202407" y="34925"/>
                  </a:lnTo>
                  <a:lnTo>
                    <a:pt x="262732" y="71438"/>
                  </a:lnTo>
                  <a:lnTo>
                    <a:pt x="321469" y="107950"/>
                  </a:lnTo>
                  <a:lnTo>
                    <a:pt x="416719" y="203200"/>
                  </a:lnTo>
                  <a:lnTo>
                    <a:pt x="500857" y="322263"/>
                  </a:lnTo>
                  <a:lnTo>
                    <a:pt x="561182" y="441325"/>
                  </a:lnTo>
                  <a:lnTo>
                    <a:pt x="596107" y="571500"/>
                  </a:lnTo>
                  <a:lnTo>
                    <a:pt x="596107" y="715963"/>
                  </a:lnTo>
                  <a:lnTo>
                    <a:pt x="596107" y="774701"/>
                  </a:lnTo>
                  <a:lnTo>
                    <a:pt x="584995" y="846138"/>
                  </a:lnTo>
                  <a:lnTo>
                    <a:pt x="561182" y="906463"/>
                  </a:lnTo>
                  <a:lnTo>
                    <a:pt x="537370" y="977901"/>
                  </a:lnTo>
                  <a:lnTo>
                    <a:pt x="500857" y="1049338"/>
                  </a:lnTo>
                  <a:lnTo>
                    <a:pt x="453232" y="1108076"/>
                  </a:lnTo>
                  <a:lnTo>
                    <a:pt x="392907" y="1168401"/>
                  </a:lnTo>
                  <a:lnTo>
                    <a:pt x="345282" y="1228726"/>
                  </a:lnTo>
                  <a:lnTo>
                    <a:pt x="273844" y="1276351"/>
                  </a:lnTo>
                  <a:lnTo>
                    <a:pt x="215107" y="1311276"/>
                  </a:lnTo>
                  <a:lnTo>
                    <a:pt x="72232" y="1382713"/>
                  </a:lnTo>
                  <a:lnTo>
                    <a:pt x="0" y="1399666"/>
                  </a:lnTo>
                  <a:lnTo>
                    <a:pt x="0" y="1343982"/>
                  </a:lnTo>
                  <a:lnTo>
                    <a:pt x="24607" y="1335088"/>
                  </a:lnTo>
                  <a:lnTo>
                    <a:pt x="154782" y="1263651"/>
                  </a:lnTo>
                  <a:lnTo>
                    <a:pt x="273844" y="1181101"/>
                  </a:lnTo>
                  <a:lnTo>
                    <a:pt x="369094" y="1060451"/>
                  </a:lnTo>
                  <a:lnTo>
                    <a:pt x="453232" y="930276"/>
                  </a:lnTo>
                  <a:lnTo>
                    <a:pt x="500857" y="798513"/>
                  </a:lnTo>
                  <a:lnTo>
                    <a:pt x="513557" y="668338"/>
                  </a:lnTo>
                  <a:lnTo>
                    <a:pt x="513557" y="536575"/>
                  </a:lnTo>
                  <a:lnTo>
                    <a:pt x="477045" y="404813"/>
                  </a:lnTo>
                  <a:lnTo>
                    <a:pt x="429420" y="285750"/>
                  </a:lnTo>
                  <a:lnTo>
                    <a:pt x="345282" y="179388"/>
                  </a:lnTo>
                  <a:lnTo>
                    <a:pt x="250032" y="95250"/>
                  </a:lnTo>
                  <a:lnTo>
                    <a:pt x="143669" y="2381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34" name="Google Shape;3534;p68"/>
            <p:cNvSpPr/>
            <p:nvPr/>
          </p:nvSpPr>
          <p:spPr>
            <a:xfrm>
              <a:off x="-2380" y="4524063"/>
              <a:ext cx="167481" cy="549901"/>
            </a:xfrm>
            <a:custGeom>
              <a:avLst/>
              <a:gdLst/>
              <a:ahLst/>
              <a:cxnLst/>
              <a:rect l="l" t="t" r="r" b="b"/>
              <a:pathLst>
                <a:path w="167481" h="549901" extrusionOk="0">
                  <a:moveTo>
                    <a:pt x="0" y="0"/>
                  </a:moveTo>
                  <a:lnTo>
                    <a:pt x="794" y="313"/>
                  </a:lnTo>
                  <a:lnTo>
                    <a:pt x="59531" y="36825"/>
                  </a:lnTo>
                  <a:lnTo>
                    <a:pt x="107156" y="95563"/>
                  </a:lnTo>
                  <a:lnTo>
                    <a:pt x="130969" y="155888"/>
                  </a:lnTo>
                  <a:lnTo>
                    <a:pt x="154781" y="214625"/>
                  </a:lnTo>
                  <a:lnTo>
                    <a:pt x="167481" y="274950"/>
                  </a:lnTo>
                  <a:lnTo>
                    <a:pt x="154781" y="346388"/>
                  </a:lnTo>
                  <a:lnTo>
                    <a:pt x="130969" y="406713"/>
                  </a:lnTo>
                  <a:lnTo>
                    <a:pt x="96044" y="465451"/>
                  </a:lnTo>
                  <a:lnTo>
                    <a:pt x="48418" y="513076"/>
                  </a:lnTo>
                  <a:lnTo>
                    <a:pt x="794" y="549588"/>
                  </a:lnTo>
                  <a:lnTo>
                    <a:pt x="0" y="549901"/>
                  </a:lnTo>
                  <a:lnTo>
                    <a:pt x="0" y="478910"/>
                  </a:lnTo>
                  <a:lnTo>
                    <a:pt x="794" y="478151"/>
                  </a:lnTo>
                  <a:lnTo>
                    <a:pt x="48418" y="430526"/>
                  </a:lnTo>
                  <a:lnTo>
                    <a:pt x="72231" y="382901"/>
                  </a:lnTo>
                  <a:lnTo>
                    <a:pt x="96044" y="298763"/>
                  </a:lnTo>
                  <a:lnTo>
                    <a:pt x="96044" y="214625"/>
                  </a:lnTo>
                  <a:lnTo>
                    <a:pt x="72231" y="143188"/>
                  </a:lnTo>
                  <a:lnTo>
                    <a:pt x="24606" y="71750"/>
                  </a:lnTo>
                  <a:lnTo>
                    <a:pt x="0" y="7175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35" name="Google Shape;3535;p68"/>
            <p:cNvSpPr/>
            <p:nvPr/>
          </p:nvSpPr>
          <p:spPr>
            <a:xfrm>
              <a:off x="2251075" y="1651000"/>
              <a:ext cx="214313" cy="190500"/>
            </a:xfrm>
            <a:custGeom>
              <a:avLst/>
              <a:gdLst/>
              <a:ahLst/>
              <a:cxnLst/>
              <a:rect l="l" t="t" r="r" b="b"/>
              <a:pathLst>
                <a:path w="135" h="120" extrusionOk="0">
                  <a:moveTo>
                    <a:pt x="30" y="23"/>
                  </a:moveTo>
                  <a:lnTo>
                    <a:pt x="30" y="23"/>
                  </a:lnTo>
                  <a:lnTo>
                    <a:pt x="53" y="8"/>
                  </a:lnTo>
                  <a:lnTo>
                    <a:pt x="68" y="0"/>
                  </a:lnTo>
                  <a:lnTo>
                    <a:pt x="105" y="8"/>
                  </a:lnTo>
                  <a:lnTo>
                    <a:pt x="128" y="15"/>
                  </a:lnTo>
                  <a:lnTo>
                    <a:pt x="135" y="23"/>
                  </a:lnTo>
                  <a:lnTo>
                    <a:pt x="135" y="23"/>
                  </a:lnTo>
                  <a:lnTo>
                    <a:pt x="113" y="23"/>
                  </a:lnTo>
                  <a:lnTo>
                    <a:pt x="83" y="23"/>
                  </a:lnTo>
                  <a:lnTo>
                    <a:pt x="60" y="30"/>
                  </a:lnTo>
                  <a:lnTo>
                    <a:pt x="60" y="30"/>
                  </a:lnTo>
                  <a:lnTo>
                    <a:pt x="38" y="53"/>
                  </a:lnTo>
                  <a:lnTo>
                    <a:pt x="23" y="75"/>
                  </a:lnTo>
                  <a:lnTo>
                    <a:pt x="8" y="98"/>
                  </a:lnTo>
                  <a:lnTo>
                    <a:pt x="0" y="113"/>
                  </a:lnTo>
                  <a:lnTo>
                    <a:pt x="0" y="113"/>
                  </a:lnTo>
                  <a:lnTo>
                    <a:pt x="0" y="120"/>
                  </a:lnTo>
                  <a:lnTo>
                    <a:pt x="0" y="120"/>
                  </a:lnTo>
                  <a:lnTo>
                    <a:pt x="0" y="90"/>
                  </a:lnTo>
                  <a:lnTo>
                    <a:pt x="8" y="60"/>
                  </a:lnTo>
                  <a:lnTo>
                    <a:pt x="23" y="38"/>
                  </a:lnTo>
                  <a:lnTo>
                    <a:pt x="30" y="23"/>
                  </a:lnTo>
                  <a:lnTo>
                    <a:pt x="30" y="2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36" name="Google Shape;3536;p68"/>
            <p:cNvSpPr/>
            <p:nvPr/>
          </p:nvSpPr>
          <p:spPr>
            <a:xfrm>
              <a:off x="2000250" y="1436688"/>
              <a:ext cx="692150" cy="404813"/>
            </a:xfrm>
            <a:custGeom>
              <a:avLst/>
              <a:gdLst/>
              <a:ahLst/>
              <a:cxnLst/>
              <a:rect l="l" t="t" r="r" b="b"/>
              <a:pathLst>
                <a:path w="436" h="255" extrusionOk="0">
                  <a:moveTo>
                    <a:pt x="263" y="0"/>
                  </a:moveTo>
                  <a:lnTo>
                    <a:pt x="263" y="0"/>
                  </a:lnTo>
                  <a:lnTo>
                    <a:pt x="293" y="7"/>
                  </a:lnTo>
                  <a:lnTo>
                    <a:pt x="331" y="22"/>
                  </a:lnTo>
                  <a:lnTo>
                    <a:pt x="361" y="37"/>
                  </a:lnTo>
                  <a:lnTo>
                    <a:pt x="383" y="60"/>
                  </a:lnTo>
                  <a:lnTo>
                    <a:pt x="406" y="82"/>
                  </a:lnTo>
                  <a:lnTo>
                    <a:pt x="421" y="113"/>
                  </a:lnTo>
                  <a:lnTo>
                    <a:pt x="436" y="150"/>
                  </a:lnTo>
                  <a:lnTo>
                    <a:pt x="436" y="180"/>
                  </a:lnTo>
                  <a:lnTo>
                    <a:pt x="436" y="180"/>
                  </a:lnTo>
                  <a:lnTo>
                    <a:pt x="429" y="150"/>
                  </a:lnTo>
                  <a:lnTo>
                    <a:pt x="414" y="128"/>
                  </a:lnTo>
                  <a:lnTo>
                    <a:pt x="399" y="97"/>
                  </a:lnTo>
                  <a:lnTo>
                    <a:pt x="376" y="82"/>
                  </a:lnTo>
                  <a:lnTo>
                    <a:pt x="353" y="60"/>
                  </a:lnTo>
                  <a:lnTo>
                    <a:pt x="323" y="45"/>
                  </a:lnTo>
                  <a:lnTo>
                    <a:pt x="293" y="37"/>
                  </a:lnTo>
                  <a:lnTo>
                    <a:pt x="263" y="30"/>
                  </a:lnTo>
                  <a:lnTo>
                    <a:pt x="263" y="30"/>
                  </a:lnTo>
                  <a:lnTo>
                    <a:pt x="211" y="30"/>
                  </a:lnTo>
                  <a:lnTo>
                    <a:pt x="166" y="45"/>
                  </a:lnTo>
                  <a:lnTo>
                    <a:pt x="121" y="60"/>
                  </a:lnTo>
                  <a:lnTo>
                    <a:pt x="83" y="90"/>
                  </a:lnTo>
                  <a:lnTo>
                    <a:pt x="53" y="120"/>
                  </a:lnTo>
                  <a:lnTo>
                    <a:pt x="30" y="165"/>
                  </a:lnTo>
                  <a:lnTo>
                    <a:pt x="8" y="210"/>
                  </a:lnTo>
                  <a:lnTo>
                    <a:pt x="0" y="255"/>
                  </a:lnTo>
                  <a:lnTo>
                    <a:pt x="0" y="255"/>
                  </a:lnTo>
                  <a:lnTo>
                    <a:pt x="0" y="218"/>
                  </a:lnTo>
                  <a:lnTo>
                    <a:pt x="15" y="173"/>
                  </a:lnTo>
                  <a:lnTo>
                    <a:pt x="30" y="120"/>
                  </a:lnTo>
                  <a:lnTo>
                    <a:pt x="61" y="75"/>
                  </a:lnTo>
                  <a:lnTo>
                    <a:pt x="83" y="52"/>
                  </a:lnTo>
                  <a:lnTo>
                    <a:pt x="106" y="37"/>
                  </a:lnTo>
                  <a:lnTo>
                    <a:pt x="136" y="22"/>
                  </a:lnTo>
                  <a:lnTo>
                    <a:pt x="173" y="7"/>
                  </a:lnTo>
                  <a:lnTo>
                    <a:pt x="211" y="0"/>
                  </a:lnTo>
                  <a:lnTo>
                    <a:pt x="263" y="0"/>
                  </a:lnTo>
                  <a:lnTo>
                    <a:pt x="263" y="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37" name="Google Shape;3537;p68"/>
            <p:cNvSpPr/>
            <p:nvPr/>
          </p:nvSpPr>
          <p:spPr>
            <a:xfrm>
              <a:off x="2251075" y="1722438"/>
              <a:ext cx="454025" cy="322263"/>
            </a:xfrm>
            <a:custGeom>
              <a:avLst/>
              <a:gdLst/>
              <a:ahLst/>
              <a:cxnLst/>
              <a:rect l="l" t="t" r="r" b="b"/>
              <a:pathLst>
                <a:path w="286" h="203" extrusionOk="0">
                  <a:moveTo>
                    <a:pt x="113" y="203"/>
                  </a:moveTo>
                  <a:lnTo>
                    <a:pt x="113" y="203"/>
                  </a:lnTo>
                  <a:lnTo>
                    <a:pt x="90" y="203"/>
                  </a:lnTo>
                  <a:lnTo>
                    <a:pt x="68" y="188"/>
                  </a:lnTo>
                  <a:lnTo>
                    <a:pt x="53" y="180"/>
                  </a:lnTo>
                  <a:lnTo>
                    <a:pt x="30" y="165"/>
                  </a:lnTo>
                  <a:lnTo>
                    <a:pt x="15" y="143"/>
                  </a:lnTo>
                  <a:lnTo>
                    <a:pt x="8" y="120"/>
                  </a:lnTo>
                  <a:lnTo>
                    <a:pt x="0" y="98"/>
                  </a:lnTo>
                  <a:lnTo>
                    <a:pt x="0" y="75"/>
                  </a:lnTo>
                  <a:lnTo>
                    <a:pt x="0" y="75"/>
                  </a:lnTo>
                  <a:lnTo>
                    <a:pt x="15" y="105"/>
                  </a:lnTo>
                  <a:lnTo>
                    <a:pt x="30" y="135"/>
                  </a:lnTo>
                  <a:lnTo>
                    <a:pt x="68" y="158"/>
                  </a:lnTo>
                  <a:lnTo>
                    <a:pt x="113" y="173"/>
                  </a:lnTo>
                  <a:lnTo>
                    <a:pt x="113" y="173"/>
                  </a:lnTo>
                  <a:lnTo>
                    <a:pt x="143" y="180"/>
                  </a:lnTo>
                  <a:lnTo>
                    <a:pt x="173" y="173"/>
                  </a:lnTo>
                  <a:lnTo>
                    <a:pt x="203" y="158"/>
                  </a:lnTo>
                  <a:lnTo>
                    <a:pt x="225" y="143"/>
                  </a:lnTo>
                  <a:lnTo>
                    <a:pt x="248" y="120"/>
                  </a:lnTo>
                  <a:lnTo>
                    <a:pt x="263" y="90"/>
                  </a:lnTo>
                  <a:lnTo>
                    <a:pt x="278" y="60"/>
                  </a:lnTo>
                  <a:lnTo>
                    <a:pt x="278" y="30"/>
                  </a:lnTo>
                  <a:lnTo>
                    <a:pt x="278" y="30"/>
                  </a:lnTo>
                  <a:lnTo>
                    <a:pt x="278" y="0"/>
                  </a:lnTo>
                  <a:lnTo>
                    <a:pt x="278" y="0"/>
                  </a:lnTo>
                  <a:lnTo>
                    <a:pt x="286" y="60"/>
                  </a:lnTo>
                  <a:lnTo>
                    <a:pt x="286" y="60"/>
                  </a:lnTo>
                  <a:lnTo>
                    <a:pt x="278" y="90"/>
                  </a:lnTo>
                  <a:lnTo>
                    <a:pt x="271" y="120"/>
                  </a:lnTo>
                  <a:lnTo>
                    <a:pt x="248" y="143"/>
                  </a:lnTo>
                  <a:lnTo>
                    <a:pt x="233" y="165"/>
                  </a:lnTo>
                  <a:lnTo>
                    <a:pt x="203" y="180"/>
                  </a:lnTo>
                  <a:lnTo>
                    <a:pt x="180" y="195"/>
                  </a:lnTo>
                  <a:lnTo>
                    <a:pt x="150" y="203"/>
                  </a:lnTo>
                  <a:lnTo>
                    <a:pt x="113" y="203"/>
                  </a:lnTo>
                  <a:lnTo>
                    <a:pt x="113" y="20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38" name="Google Shape;3538;p68"/>
            <p:cNvSpPr/>
            <p:nvPr/>
          </p:nvSpPr>
          <p:spPr>
            <a:xfrm>
              <a:off x="-2381" y="3689628"/>
              <a:ext cx="191294" cy="96561"/>
            </a:xfrm>
            <a:custGeom>
              <a:avLst/>
              <a:gdLst/>
              <a:ahLst/>
              <a:cxnLst/>
              <a:rect l="l" t="t" r="r" b="b"/>
              <a:pathLst>
                <a:path w="191294" h="96561" extrusionOk="0">
                  <a:moveTo>
                    <a:pt x="0" y="0"/>
                  </a:moveTo>
                  <a:lnTo>
                    <a:pt x="24606" y="23536"/>
                  </a:lnTo>
                  <a:lnTo>
                    <a:pt x="59531" y="48936"/>
                  </a:lnTo>
                  <a:lnTo>
                    <a:pt x="107156" y="72749"/>
                  </a:lnTo>
                  <a:lnTo>
                    <a:pt x="143669" y="83861"/>
                  </a:lnTo>
                  <a:lnTo>
                    <a:pt x="191294" y="83861"/>
                  </a:lnTo>
                  <a:lnTo>
                    <a:pt x="143669" y="96561"/>
                  </a:lnTo>
                  <a:lnTo>
                    <a:pt x="96044" y="96561"/>
                  </a:lnTo>
                  <a:lnTo>
                    <a:pt x="48419" y="96561"/>
                  </a:lnTo>
                  <a:lnTo>
                    <a:pt x="11906" y="72749"/>
                  </a:lnTo>
                  <a:lnTo>
                    <a:pt x="0" y="6084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39" name="Google Shape;3539;p68"/>
            <p:cNvSpPr/>
            <p:nvPr/>
          </p:nvSpPr>
          <p:spPr>
            <a:xfrm>
              <a:off x="-2381" y="3999845"/>
              <a:ext cx="273844" cy="48281"/>
            </a:xfrm>
            <a:custGeom>
              <a:avLst/>
              <a:gdLst/>
              <a:ahLst/>
              <a:cxnLst/>
              <a:rect l="l" t="t" r="r" b="b"/>
              <a:pathLst>
                <a:path w="273844" h="48281" extrusionOk="0">
                  <a:moveTo>
                    <a:pt x="0" y="0"/>
                  </a:moveTo>
                  <a:lnTo>
                    <a:pt x="24606" y="11769"/>
                  </a:lnTo>
                  <a:lnTo>
                    <a:pt x="107156" y="35581"/>
                  </a:lnTo>
                  <a:lnTo>
                    <a:pt x="191294" y="35581"/>
                  </a:lnTo>
                  <a:lnTo>
                    <a:pt x="273844" y="35581"/>
                  </a:lnTo>
                  <a:lnTo>
                    <a:pt x="202406" y="48281"/>
                  </a:lnTo>
                  <a:lnTo>
                    <a:pt x="130969" y="48281"/>
                  </a:lnTo>
                  <a:lnTo>
                    <a:pt x="35719" y="48281"/>
                  </a:lnTo>
                  <a:lnTo>
                    <a:pt x="0" y="3935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40" name="Google Shape;3540;p68"/>
            <p:cNvSpPr/>
            <p:nvPr/>
          </p:nvSpPr>
          <p:spPr>
            <a:xfrm>
              <a:off x="-61912" y="3308350"/>
              <a:ext cx="417513" cy="465138"/>
            </a:xfrm>
            <a:custGeom>
              <a:avLst/>
              <a:gdLst/>
              <a:ahLst/>
              <a:cxnLst/>
              <a:rect l="l" t="t" r="r" b="b"/>
              <a:pathLst>
                <a:path w="263" h="293" extrusionOk="0">
                  <a:moveTo>
                    <a:pt x="263" y="135"/>
                  </a:moveTo>
                  <a:lnTo>
                    <a:pt x="263" y="135"/>
                  </a:lnTo>
                  <a:lnTo>
                    <a:pt x="263" y="158"/>
                  </a:lnTo>
                  <a:lnTo>
                    <a:pt x="263" y="188"/>
                  </a:lnTo>
                  <a:lnTo>
                    <a:pt x="255" y="210"/>
                  </a:lnTo>
                  <a:lnTo>
                    <a:pt x="240" y="233"/>
                  </a:lnTo>
                  <a:lnTo>
                    <a:pt x="225" y="255"/>
                  </a:lnTo>
                  <a:lnTo>
                    <a:pt x="203" y="271"/>
                  </a:lnTo>
                  <a:lnTo>
                    <a:pt x="180" y="286"/>
                  </a:lnTo>
                  <a:lnTo>
                    <a:pt x="158" y="293"/>
                  </a:lnTo>
                  <a:lnTo>
                    <a:pt x="158" y="293"/>
                  </a:lnTo>
                  <a:lnTo>
                    <a:pt x="188" y="271"/>
                  </a:lnTo>
                  <a:lnTo>
                    <a:pt x="218" y="240"/>
                  </a:lnTo>
                  <a:lnTo>
                    <a:pt x="233" y="203"/>
                  </a:lnTo>
                  <a:lnTo>
                    <a:pt x="233" y="143"/>
                  </a:lnTo>
                  <a:lnTo>
                    <a:pt x="233" y="143"/>
                  </a:lnTo>
                  <a:lnTo>
                    <a:pt x="225" y="113"/>
                  </a:lnTo>
                  <a:lnTo>
                    <a:pt x="210" y="83"/>
                  </a:lnTo>
                  <a:lnTo>
                    <a:pt x="188" y="60"/>
                  </a:lnTo>
                  <a:lnTo>
                    <a:pt x="165" y="38"/>
                  </a:lnTo>
                  <a:lnTo>
                    <a:pt x="135" y="23"/>
                  </a:lnTo>
                  <a:lnTo>
                    <a:pt x="98" y="15"/>
                  </a:lnTo>
                  <a:lnTo>
                    <a:pt x="68" y="8"/>
                  </a:lnTo>
                  <a:lnTo>
                    <a:pt x="30" y="15"/>
                  </a:lnTo>
                  <a:lnTo>
                    <a:pt x="30" y="15"/>
                  </a:lnTo>
                  <a:lnTo>
                    <a:pt x="0" y="23"/>
                  </a:lnTo>
                  <a:lnTo>
                    <a:pt x="0" y="23"/>
                  </a:lnTo>
                  <a:lnTo>
                    <a:pt x="60" y="0"/>
                  </a:lnTo>
                  <a:lnTo>
                    <a:pt x="60" y="0"/>
                  </a:lnTo>
                  <a:lnTo>
                    <a:pt x="90" y="0"/>
                  </a:lnTo>
                  <a:lnTo>
                    <a:pt x="128" y="0"/>
                  </a:lnTo>
                  <a:lnTo>
                    <a:pt x="158" y="15"/>
                  </a:lnTo>
                  <a:lnTo>
                    <a:pt x="188" y="30"/>
                  </a:lnTo>
                  <a:lnTo>
                    <a:pt x="210" y="45"/>
                  </a:lnTo>
                  <a:lnTo>
                    <a:pt x="233" y="75"/>
                  </a:lnTo>
                  <a:lnTo>
                    <a:pt x="248" y="98"/>
                  </a:lnTo>
                  <a:lnTo>
                    <a:pt x="263" y="135"/>
                  </a:lnTo>
                  <a:lnTo>
                    <a:pt x="263" y="13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41" name="Google Shape;3541;p68"/>
            <p:cNvSpPr/>
            <p:nvPr/>
          </p:nvSpPr>
          <p:spPr>
            <a:xfrm>
              <a:off x="4659313" y="4381500"/>
              <a:ext cx="358775" cy="309563"/>
            </a:xfrm>
            <a:custGeom>
              <a:avLst/>
              <a:gdLst/>
              <a:ahLst/>
              <a:cxnLst/>
              <a:rect l="l" t="t" r="r" b="b"/>
              <a:pathLst>
                <a:path w="226" h="195" extrusionOk="0">
                  <a:moveTo>
                    <a:pt x="8" y="90"/>
                  </a:moveTo>
                  <a:lnTo>
                    <a:pt x="8" y="90"/>
                  </a:lnTo>
                  <a:lnTo>
                    <a:pt x="30" y="45"/>
                  </a:lnTo>
                  <a:lnTo>
                    <a:pt x="61" y="15"/>
                  </a:lnTo>
                  <a:lnTo>
                    <a:pt x="83" y="8"/>
                  </a:lnTo>
                  <a:lnTo>
                    <a:pt x="106" y="0"/>
                  </a:lnTo>
                  <a:lnTo>
                    <a:pt x="136" y="0"/>
                  </a:lnTo>
                  <a:lnTo>
                    <a:pt x="158" y="0"/>
                  </a:lnTo>
                  <a:lnTo>
                    <a:pt x="158" y="0"/>
                  </a:lnTo>
                  <a:lnTo>
                    <a:pt x="181" y="15"/>
                  </a:lnTo>
                  <a:lnTo>
                    <a:pt x="203" y="30"/>
                  </a:lnTo>
                  <a:lnTo>
                    <a:pt x="218" y="53"/>
                  </a:lnTo>
                  <a:lnTo>
                    <a:pt x="226" y="75"/>
                  </a:lnTo>
                  <a:lnTo>
                    <a:pt x="226" y="75"/>
                  </a:lnTo>
                  <a:lnTo>
                    <a:pt x="203" y="45"/>
                  </a:lnTo>
                  <a:lnTo>
                    <a:pt x="173" y="30"/>
                  </a:lnTo>
                  <a:lnTo>
                    <a:pt x="173" y="30"/>
                  </a:lnTo>
                  <a:lnTo>
                    <a:pt x="143" y="23"/>
                  </a:lnTo>
                  <a:lnTo>
                    <a:pt x="121" y="30"/>
                  </a:lnTo>
                  <a:lnTo>
                    <a:pt x="98" y="30"/>
                  </a:lnTo>
                  <a:lnTo>
                    <a:pt x="76" y="45"/>
                  </a:lnTo>
                  <a:lnTo>
                    <a:pt x="38" y="75"/>
                  </a:lnTo>
                  <a:lnTo>
                    <a:pt x="15" y="113"/>
                  </a:lnTo>
                  <a:lnTo>
                    <a:pt x="15" y="113"/>
                  </a:lnTo>
                  <a:lnTo>
                    <a:pt x="8" y="158"/>
                  </a:lnTo>
                  <a:lnTo>
                    <a:pt x="15" y="195"/>
                  </a:lnTo>
                  <a:lnTo>
                    <a:pt x="15" y="195"/>
                  </a:lnTo>
                  <a:lnTo>
                    <a:pt x="8" y="173"/>
                  </a:lnTo>
                  <a:lnTo>
                    <a:pt x="0" y="143"/>
                  </a:lnTo>
                  <a:lnTo>
                    <a:pt x="0" y="113"/>
                  </a:lnTo>
                  <a:lnTo>
                    <a:pt x="8" y="90"/>
                  </a:lnTo>
                  <a:lnTo>
                    <a:pt x="8" y="9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42" name="Google Shape;3542;p68"/>
            <p:cNvSpPr/>
            <p:nvPr/>
          </p:nvSpPr>
          <p:spPr>
            <a:xfrm>
              <a:off x="4827588" y="4500563"/>
              <a:ext cx="214313" cy="190500"/>
            </a:xfrm>
            <a:custGeom>
              <a:avLst/>
              <a:gdLst/>
              <a:ahLst/>
              <a:cxnLst/>
              <a:rect l="l" t="t" r="r" b="b"/>
              <a:pathLst>
                <a:path w="135" h="120" extrusionOk="0">
                  <a:moveTo>
                    <a:pt x="7" y="60"/>
                  </a:moveTo>
                  <a:lnTo>
                    <a:pt x="7" y="60"/>
                  </a:lnTo>
                  <a:lnTo>
                    <a:pt x="15" y="60"/>
                  </a:lnTo>
                  <a:lnTo>
                    <a:pt x="22" y="60"/>
                  </a:lnTo>
                  <a:lnTo>
                    <a:pt x="37" y="83"/>
                  </a:lnTo>
                  <a:lnTo>
                    <a:pt x="37" y="83"/>
                  </a:lnTo>
                  <a:lnTo>
                    <a:pt x="45" y="98"/>
                  </a:lnTo>
                  <a:lnTo>
                    <a:pt x="60" y="105"/>
                  </a:lnTo>
                  <a:lnTo>
                    <a:pt x="60" y="105"/>
                  </a:lnTo>
                  <a:lnTo>
                    <a:pt x="75" y="98"/>
                  </a:lnTo>
                  <a:lnTo>
                    <a:pt x="97" y="83"/>
                  </a:lnTo>
                  <a:lnTo>
                    <a:pt x="112" y="68"/>
                  </a:lnTo>
                  <a:lnTo>
                    <a:pt x="120" y="45"/>
                  </a:lnTo>
                  <a:lnTo>
                    <a:pt x="120" y="45"/>
                  </a:lnTo>
                  <a:lnTo>
                    <a:pt x="127" y="23"/>
                  </a:lnTo>
                  <a:lnTo>
                    <a:pt x="120" y="0"/>
                  </a:lnTo>
                  <a:lnTo>
                    <a:pt x="120" y="0"/>
                  </a:lnTo>
                  <a:lnTo>
                    <a:pt x="135" y="38"/>
                  </a:lnTo>
                  <a:lnTo>
                    <a:pt x="135" y="53"/>
                  </a:lnTo>
                  <a:lnTo>
                    <a:pt x="135" y="75"/>
                  </a:lnTo>
                  <a:lnTo>
                    <a:pt x="135" y="75"/>
                  </a:lnTo>
                  <a:lnTo>
                    <a:pt x="120" y="90"/>
                  </a:lnTo>
                  <a:lnTo>
                    <a:pt x="112" y="105"/>
                  </a:lnTo>
                  <a:lnTo>
                    <a:pt x="82" y="120"/>
                  </a:lnTo>
                  <a:lnTo>
                    <a:pt x="60" y="120"/>
                  </a:lnTo>
                  <a:lnTo>
                    <a:pt x="37" y="113"/>
                  </a:lnTo>
                  <a:lnTo>
                    <a:pt x="37" y="113"/>
                  </a:lnTo>
                  <a:lnTo>
                    <a:pt x="22" y="105"/>
                  </a:lnTo>
                  <a:lnTo>
                    <a:pt x="7" y="98"/>
                  </a:lnTo>
                  <a:lnTo>
                    <a:pt x="7" y="98"/>
                  </a:lnTo>
                  <a:lnTo>
                    <a:pt x="0" y="83"/>
                  </a:lnTo>
                  <a:lnTo>
                    <a:pt x="0" y="68"/>
                  </a:lnTo>
                  <a:lnTo>
                    <a:pt x="7" y="60"/>
                  </a:lnTo>
                  <a:lnTo>
                    <a:pt x="7" y="6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43" name="Google Shape;3543;p68"/>
            <p:cNvSpPr/>
            <p:nvPr/>
          </p:nvSpPr>
          <p:spPr>
            <a:xfrm>
              <a:off x="4683125" y="4394200"/>
              <a:ext cx="560388" cy="488950"/>
            </a:xfrm>
            <a:custGeom>
              <a:avLst/>
              <a:gdLst/>
              <a:ahLst/>
              <a:cxnLst/>
              <a:rect l="l" t="t" r="r" b="b"/>
              <a:pathLst>
                <a:path w="353" h="308" extrusionOk="0">
                  <a:moveTo>
                    <a:pt x="346" y="172"/>
                  </a:moveTo>
                  <a:lnTo>
                    <a:pt x="346" y="172"/>
                  </a:lnTo>
                  <a:lnTo>
                    <a:pt x="331" y="202"/>
                  </a:lnTo>
                  <a:lnTo>
                    <a:pt x="308" y="240"/>
                  </a:lnTo>
                  <a:lnTo>
                    <a:pt x="286" y="263"/>
                  </a:lnTo>
                  <a:lnTo>
                    <a:pt x="256" y="285"/>
                  </a:lnTo>
                  <a:lnTo>
                    <a:pt x="218" y="293"/>
                  </a:lnTo>
                  <a:lnTo>
                    <a:pt x="181" y="300"/>
                  </a:lnTo>
                  <a:lnTo>
                    <a:pt x="151" y="308"/>
                  </a:lnTo>
                  <a:lnTo>
                    <a:pt x="113" y="300"/>
                  </a:lnTo>
                  <a:lnTo>
                    <a:pt x="113" y="300"/>
                  </a:lnTo>
                  <a:lnTo>
                    <a:pt x="76" y="278"/>
                  </a:lnTo>
                  <a:lnTo>
                    <a:pt x="46" y="255"/>
                  </a:lnTo>
                  <a:lnTo>
                    <a:pt x="15" y="225"/>
                  </a:lnTo>
                  <a:lnTo>
                    <a:pt x="0" y="187"/>
                  </a:lnTo>
                  <a:lnTo>
                    <a:pt x="0" y="187"/>
                  </a:lnTo>
                  <a:lnTo>
                    <a:pt x="15" y="217"/>
                  </a:lnTo>
                  <a:lnTo>
                    <a:pt x="38" y="232"/>
                  </a:lnTo>
                  <a:lnTo>
                    <a:pt x="61" y="247"/>
                  </a:lnTo>
                  <a:lnTo>
                    <a:pt x="91" y="263"/>
                  </a:lnTo>
                  <a:lnTo>
                    <a:pt x="91" y="263"/>
                  </a:lnTo>
                  <a:lnTo>
                    <a:pt x="121" y="270"/>
                  </a:lnTo>
                  <a:lnTo>
                    <a:pt x="158" y="270"/>
                  </a:lnTo>
                  <a:lnTo>
                    <a:pt x="196" y="263"/>
                  </a:lnTo>
                  <a:lnTo>
                    <a:pt x="226" y="247"/>
                  </a:lnTo>
                  <a:lnTo>
                    <a:pt x="256" y="225"/>
                  </a:lnTo>
                  <a:lnTo>
                    <a:pt x="286" y="202"/>
                  </a:lnTo>
                  <a:lnTo>
                    <a:pt x="308" y="172"/>
                  </a:lnTo>
                  <a:lnTo>
                    <a:pt x="323" y="135"/>
                  </a:lnTo>
                  <a:lnTo>
                    <a:pt x="323" y="135"/>
                  </a:lnTo>
                  <a:lnTo>
                    <a:pt x="331" y="97"/>
                  </a:lnTo>
                  <a:lnTo>
                    <a:pt x="338" y="60"/>
                  </a:lnTo>
                  <a:lnTo>
                    <a:pt x="338" y="30"/>
                  </a:lnTo>
                  <a:lnTo>
                    <a:pt x="331" y="0"/>
                  </a:lnTo>
                  <a:lnTo>
                    <a:pt x="331" y="0"/>
                  </a:lnTo>
                  <a:lnTo>
                    <a:pt x="346" y="37"/>
                  </a:lnTo>
                  <a:lnTo>
                    <a:pt x="353" y="75"/>
                  </a:lnTo>
                  <a:lnTo>
                    <a:pt x="353" y="120"/>
                  </a:lnTo>
                  <a:lnTo>
                    <a:pt x="346" y="172"/>
                  </a:lnTo>
                  <a:lnTo>
                    <a:pt x="346" y="172"/>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44" name="Google Shape;3544;p68"/>
            <p:cNvSpPr/>
            <p:nvPr/>
          </p:nvSpPr>
          <p:spPr>
            <a:xfrm>
              <a:off x="3575050" y="4143375"/>
              <a:ext cx="1633538" cy="1179513"/>
            </a:xfrm>
            <a:custGeom>
              <a:avLst/>
              <a:gdLst/>
              <a:ahLst/>
              <a:cxnLst/>
              <a:rect l="l" t="t" r="r" b="b"/>
              <a:pathLst>
                <a:path w="1029" h="743" extrusionOk="0">
                  <a:moveTo>
                    <a:pt x="744" y="15"/>
                  </a:moveTo>
                  <a:lnTo>
                    <a:pt x="744" y="15"/>
                  </a:lnTo>
                  <a:lnTo>
                    <a:pt x="691" y="37"/>
                  </a:lnTo>
                  <a:lnTo>
                    <a:pt x="646" y="67"/>
                  </a:lnTo>
                  <a:lnTo>
                    <a:pt x="601" y="105"/>
                  </a:lnTo>
                  <a:lnTo>
                    <a:pt x="563" y="150"/>
                  </a:lnTo>
                  <a:lnTo>
                    <a:pt x="488" y="248"/>
                  </a:lnTo>
                  <a:lnTo>
                    <a:pt x="398" y="360"/>
                  </a:lnTo>
                  <a:lnTo>
                    <a:pt x="398" y="360"/>
                  </a:lnTo>
                  <a:lnTo>
                    <a:pt x="330" y="443"/>
                  </a:lnTo>
                  <a:lnTo>
                    <a:pt x="263" y="511"/>
                  </a:lnTo>
                  <a:lnTo>
                    <a:pt x="135" y="631"/>
                  </a:lnTo>
                  <a:lnTo>
                    <a:pt x="37" y="713"/>
                  </a:lnTo>
                  <a:lnTo>
                    <a:pt x="0" y="743"/>
                  </a:lnTo>
                  <a:lnTo>
                    <a:pt x="0" y="743"/>
                  </a:lnTo>
                  <a:lnTo>
                    <a:pt x="22" y="728"/>
                  </a:lnTo>
                  <a:lnTo>
                    <a:pt x="105" y="676"/>
                  </a:lnTo>
                  <a:lnTo>
                    <a:pt x="218" y="593"/>
                  </a:lnTo>
                  <a:lnTo>
                    <a:pt x="285" y="533"/>
                  </a:lnTo>
                  <a:lnTo>
                    <a:pt x="353" y="473"/>
                  </a:lnTo>
                  <a:lnTo>
                    <a:pt x="353" y="473"/>
                  </a:lnTo>
                  <a:lnTo>
                    <a:pt x="421" y="398"/>
                  </a:lnTo>
                  <a:lnTo>
                    <a:pt x="488" y="315"/>
                  </a:lnTo>
                  <a:lnTo>
                    <a:pt x="556" y="233"/>
                  </a:lnTo>
                  <a:lnTo>
                    <a:pt x="616" y="165"/>
                  </a:lnTo>
                  <a:lnTo>
                    <a:pt x="676" y="105"/>
                  </a:lnTo>
                  <a:lnTo>
                    <a:pt x="713" y="83"/>
                  </a:lnTo>
                  <a:lnTo>
                    <a:pt x="744" y="60"/>
                  </a:lnTo>
                  <a:lnTo>
                    <a:pt x="781" y="52"/>
                  </a:lnTo>
                  <a:lnTo>
                    <a:pt x="811" y="45"/>
                  </a:lnTo>
                  <a:lnTo>
                    <a:pt x="849" y="45"/>
                  </a:lnTo>
                  <a:lnTo>
                    <a:pt x="886" y="60"/>
                  </a:lnTo>
                  <a:lnTo>
                    <a:pt x="886" y="60"/>
                  </a:lnTo>
                  <a:lnTo>
                    <a:pt x="931" y="75"/>
                  </a:lnTo>
                  <a:lnTo>
                    <a:pt x="976" y="98"/>
                  </a:lnTo>
                  <a:lnTo>
                    <a:pt x="1006" y="128"/>
                  </a:lnTo>
                  <a:lnTo>
                    <a:pt x="1029" y="158"/>
                  </a:lnTo>
                  <a:lnTo>
                    <a:pt x="1029" y="158"/>
                  </a:lnTo>
                  <a:lnTo>
                    <a:pt x="1006" y="113"/>
                  </a:lnTo>
                  <a:lnTo>
                    <a:pt x="976" y="67"/>
                  </a:lnTo>
                  <a:lnTo>
                    <a:pt x="931" y="37"/>
                  </a:lnTo>
                  <a:lnTo>
                    <a:pt x="871" y="15"/>
                  </a:lnTo>
                  <a:lnTo>
                    <a:pt x="871" y="15"/>
                  </a:lnTo>
                  <a:lnTo>
                    <a:pt x="811" y="0"/>
                  </a:lnTo>
                  <a:lnTo>
                    <a:pt x="781" y="0"/>
                  </a:lnTo>
                  <a:lnTo>
                    <a:pt x="744" y="15"/>
                  </a:lnTo>
                  <a:lnTo>
                    <a:pt x="744" y="1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45" name="Google Shape;3545;p68"/>
            <p:cNvSpPr/>
            <p:nvPr/>
          </p:nvSpPr>
          <p:spPr>
            <a:xfrm>
              <a:off x="-2381" y="6348413"/>
              <a:ext cx="321469" cy="538616"/>
            </a:xfrm>
            <a:custGeom>
              <a:avLst/>
              <a:gdLst/>
              <a:ahLst/>
              <a:cxnLst/>
              <a:rect l="l" t="t" r="r" b="b"/>
              <a:pathLst>
                <a:path w="321469" h="538616" extrusionOk="0">
                  <a:moveTo>
                    <a:pt x="107157" y="0"/>
                  </a:moveTo>
                  <a:lnTo>
                    <a:pt x="143669" y="0"/>
                  </a:lnTo>
                  <a:lnTo>
                    <a:pt x="178594" y="0"/>
                  </a:lnTo>
                  <a:lnTo>
                    <a:pt x="226219" y="0"/>
                  </a:lnTo>
                  <a:lnTo>
                    <a:pt x="297657" y="23812"/>
                  </a:lnTo>
                  <a:lnTo>
                    <a:pt x="321469" y="36512"/>
                  </a:lnTo>
                  <a:lnTo>
                    <a:pt x="310357" y="96837"/>
                  </a:lnTo>
                  <a:lnTo>
                    <a:pt x="286544" y="144462"/>
                  </a:lnTo>
                  <a:lnTo>
                    <a:pt x="250032" y="192087"/>
                  </a:lnTo>
                  <a:lnTo>
                    <a:pt x="226219" y="203200"/>
                  </a:lnTo>
                  <a:lnTo>
                    <a:pt x="191294" y="203200"/>
                  </a:lnTo>
                  <a:lnTo>
                    <a:pt x="154782" y="215900"/>
                  </a:lnTo>
                  <a:lnTo>
                    <a:pt x="119857" y="227012"/>
                  </a:lnTo>
                  <a:lnTo>
                    <a:pt x="96044" y="263525"/>
                  </a:lnTo>
                  <a:lnTo>
                    <a:pt x="83344" y="298450"/>
                  </a:lnTo>
                  <a:lnTo>
                    <a:pt x="72232" y="346075"/>
                  </a:lnTo>
                  <a:lnTo>
                    <a:pt x="96044" y="393700"/>
                  </a:lnTo>
                  <a:lnTo>
                    <a:pt x="119857" y="454025"/>
                  </a:lnTo>
                  <a:lnTo>
                    <a:pt x="154782" y="501650"/>
                  </a:lnTo>
                  <a:lnTo>
                    <a:pt x="188185" y="538616"/>
                  </a:lnTo>
                  <a:lnTo>
                    <a:pt x="122164" y="538616"/>
                  </a:lnTo>
                  <a:lnTo>
                    <a:pt x="119857" y="536575"/>
                  </a:lnTo>
                  <a:lnTo>
                    <a:pt x="24607" y="441325"/>
                  </a:lnTo>
                  <a:lnTo>
                    <a:pt x="0" y="410218"/>
                  </a:lnTo>
                  <a:lnTo>
                    <a:pt x="0" y="334686"/>
                  </a:lnTo>
                  <a:lnTo>
                    <a:pt x="11906" y="346075"/>
                  </a:lnTo>
                  <a:lnTo>
                    <a:pt x="24607" y="334962"/>
                  </a:lnTo>
                  <a:lnTo>
                    <a:pt x="11906" y="274637"/>
                  </a:lnTo>
                  <a:lnTo>
                    <a:pt x="11906" y="192087"/>
                  </a:lnTo>
                  <a:lnTo>
                    <a:pt x="11906" y="144462"/>
                  </a:lnTo>
                  <a:lnTo>
                    <a:pt x="24607" y="107950"/>
                  </a:lnTo>
                  <a:lnTo>
                    <a:pt x="35719" y="60325"/>
                  </a:lnTo>
                  <a:lnTo>
                    <a:pt x="72232" y="23812"/>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46" name="Google Shape;3546;p68"/>
            <p:cNvSpPr/>
            <p:nvPr/>
          </p:nvSpPr>
          <p:spPr>
            <a:xfrm>
              <a:off x="4243388" y="3463925"/>
              <a:ext cx="976313" cy="822325"/>
            </a:xfrm>
            <a:custGeom>
              <a:avLst/>
              <a:gdLst/>
              <a:ahLst/>
              <a:cxnLst/>
              <a:rect l="l" t="t" r="r" b="b"/>
              <a:pathLst>
                <a:path w="615" h="518" extrusionOk="0">
                  <a:moveTo>
                    <a:pt x="0" y="518"/>
                  </a:moveTo>
                  <a:lnTo>
                    <a:pt x="0" y="518"/>
                  </a:lnTo>
                  <a:lnTo>
                    <a:pt x="15" y="473"/>
                  </a:lnTo>
                  <a:lnTo>
                    <a:pt x="67" y="368"/>
                  </a:lnTo>
                  <a:lnTo>
                    <a:pt x="105" y="300"/>
                  </a:lnTo>
                  <a:lnTo>
                    <a:pt x="150" y="233"/>
                  </a:lnTo>
                  <a:lnTo>
                    <a:pt x="202" y="165"/>
                  </a:lnTo>
                  <a:lnTo>
                    <a:pt x="262" y="112"/>
                  </a:lnTo>
                  <a:lnTo>
                    <a:pt x="262" y="112"/>
                  </a:lnTo>
                  <a:lnTo>
                    <a:pt x="338" y="60"/>
                  </a:lnTo>
                  <a:lnTo>
                    <a:pt x="405" y="30"/>
                  </a:lnTo>
                  <a:lnTo>
                    <a:pt x="465" y="7"/>
                  </a:lnTo>
                  <a:lnTo>
                    <a:pt x="518" y="0"/>
                  </a:lnTo>
                  <a:lnTo>
                    <a:pt x="563" y="0"/>
                  </a:lnTo>
                  <a:lnTo>
                    <a:pt x="593" y="7"/>
                  </a:lnTo>
                  <a:lnTo>
                    <a:pt x="615" y="15"/>
                  </a:lnTo>
                  <a:lnTo>
                    <a:pt x="615" y="15"/>
                  </a:lnTo>
                  <a:lnTo>
                    <a:pt x="570" y="15"/>
                  </a:lnTo>
                  <a:lnTo>
                    <a:pt x="525" y="30"/>
                  </a:lnTo>
                  <a:lnTo>
                    <a:pt x="488" y="52"/>
                  </a:lnTo>
                  <a:lnTo>
                    <a:pt x="488" y="52"/>
                  </a:lnTo>
                  <a:lnTo>
                    <a:pt x="458" y="82"/>
                  </a:lnTo>
                  <a:lnTo>
                    <a:pt x="435" y="112"/>
                  </a:lnTo>
                  <a:lnTo>
                    <a:pt x="420" y="150"/>
                  </a:lnTo>
                  <a:lnTo>
                    <a:pt x="420" y="150"/>
                  </a:lnTo>
                  <a:lnTo>
                    <a:pt x="413" y="142"/>
                  </a:lnTo>
                  <a:lnTo>
                    <a:pt x="390" y="127"/>
                  </a:lnTo>
                  <a:lnTo>
                    <a:pt x="368" y="120"/>
                  </a:lnTo>
                  <a:lnTo>
                    <a:pt x="345" y="120"/>
                  </a:lnTo>
                  <a:lnTo>
                    <a:pt x="315" y="127"/>
                  </a:lnTo>
                  <a:lnTo>
                    <a:pt x="285" y="142"/>
                  </a:lnTo>
                  <a:lnTo>
                    <a:pt x="285" y="142"/>
                  </a:lnTo>
                  <a:lnTo>
                    <a:pt x="225" y="188"/>
                  </a:lnTo>
                  <a:lnTo>
                    <a:pt x="202" y="210"/>
                  </a:lnTo>
                  <a:lnTo>
                    <a:pt x="210" y="218"/>
                  </a:lnTo>
                  <a:lnTo>
                    <a:pt x="217" y="218"/>
                  </a:lnTo>
                  <a:lnTo>
                    <a:pt x="217" y="218"/>
                  </a:lnTo>
                  <a:lnTo>
                    <a:pt x="247" y="203"/>
                  </a:lnTo>
                  <a:lnTo>
                    <a:pt x="300" y="188"/>
                  </a:lnTo>
                  <a:lnTo>
                    <a:pt x="330" y="188"/>
                  </a:lnTo>
                  <a:lnTo>
                    <a:pt x="353" y="188"/>
                  </a:lnTo>
                  <a:lnTo>
                    <a:pt x="383" y="195"/>
                  </a:lnTo>
                  <a:lnTo>
                    <a:pt x="413" y="203"/>
                  </a:lnTo>
                  <a:lnTo>
                    <a:pt x="413" y="203"/>
                  </a:lnTo>
                  <a:lnTo>
                    <a:pt x="428" y="225"/>
                  </a:lnTo>
                  <a:lnTo>
                    <a:pt x="435" y="248"/>
                  </a:lnTo>
                  <a:lnTo>
                    <a:pt x="443" y="270"/>
                  </a:lnTo>
                  <a:lnTo>
                    <a:pt x="450" y="300"/>
                  </a:lnTo>
                  <a:lnTo>
                    <a:pt x="443" y="338"/>
                  </a:lnTo>
                  <a:lnTo>
                    <a:pt x="443" y="360"/>
                  </a:lnTo>
                  <a:lnTo>
                    <a:pt x="443" y="360"/>
                  </a:lnTo>
                  <a:lnTo>
                    <a:pt x="405" y="360"/>
                  </a:lnTo>
                  <a:lnTo>
                    <a:pt x="368" y="353"/>
                  </a:lnTo>
                  <a:lnTo>
                    <a:pt x="330" y="338"/>
                  </a:lnTo>
                  <a:lnTo>
                    <a:pt x="330" y="338"/>
                  </a:lnTo>
                  <a:lnTo>
                    <a:pt x="323" y="323"/>
                  </a:lnTo>
                  <a:lnTo>
                    <a:pt x="315" y="308"/>
                  </a:lnTo>
                  <a:lnTo>
                    <a:pt x="308" y="278"/>
                  </a:lnTo>
                  <a:lnTo>
                    <a:pt x="292" y="263"/>
                  </a:lnTo>
                  <a:lnTo>
                    <a:pt x="292" y="263"/>
                  </a:lnTo>
                  <a:lnTo>
                    <a:pt x="270" y="248"/>
                  </a:lnTo>
                  <a:lnTo>
                    <a:pt x="240" y="248"/>
                  </a:lnTo>
                  <a:lnTo>
                    <a:pt x="217" y="248"/>
                  </a:lnTo>
                  <a:lnTo>
                    <a:pt x="180" y="270"/>
                  </a:lnTo>
                  <a:lnTo>
                    <a:pt x="180" y="270"/>
                  </a:lnTo>
                  <a:lnTo>
                    <a:pt x="157" y="293"/>
                  </a:lnTo>
                  <a:lnTo>
                    <a:pt x="127" y="323"/>
                  </a:lnTo>
                  <a:lnTo>
                    <a:pt x="67" y="413"/>
                  </a:lnTo>
                  <a:lnTo>
                    <a:pt x="0" y="518"/>
                  </a:lnTo>
                  <a:lnTo>
                    <a:pt x="0" y="51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47" name="Google Shape;3547;p68"/>
            <p:cNvSpPr/>
            <p:nvPr/>
          </p:nvSpPr>
          <p:spPr>
            <a:xfrm>
              <a:off x="2216150" y="2533650"/>
              <a:ext cx="344488" cy="214313"/>
            </a:xfrm>
            <a:custGeom>
              <a:avLst/>
              <a:gdLst/>
              <a:ahLst/>
              <a:cxnLst/>
              <a:rect l="l" t="t" r="r" b="b"/>
              <a:pathLst>
                <a:path w="217" h="135" extrusionOk="0">
                  <a:moveTo>
                    <a:pt x="30" y="0"/>
                  </a:moveTo>
                  <a:lnTo>
                    <a:pt x="30" y="0"/>
                  </a:lnTo>
                  <a:lnTo>
                    <a:pt x="45" y="0"/>
                  </a:lnTo>
                  <a:lnTo>
                    <a:pt x="60" y="15"/>
                  </a:lnTo>
                  <a:lnTo>
                    <a:pt x="67" y="30"/>
                  </a:lnTo>
                  <a:lnTo>
                    <a:pt x="75" y="67"/>
                  </a:lnTo>
                  <a:lnTo>
                    <a:pt x="75" y="67"/>
                  </a:lnTo>
                  <a:lnTo>
                    <a:pt x="75" y="83"/>
                  </a:lnTo>
                  <a:lnTo>
                    <a:pt x="75" y="83"/>
                  </a:lnTo>
                  <a:lnTo>
                    <a:pt x="112" y="90"/>
                  </a:lnTo>
                  <a:lnTo>
                    <a:pt x="150" y="75"/>
                  </a:lnTo>
                  <a:lnTo>
                    <a:pt x="187" y="52"/>
                  </a:lnTo>
                  <a:lnTo>
                    <a:pt x="217" y="22"/>
                  </a:lnTo>
                  <a:lnTo>
                    <a:pt x="217" y="22"/>
                  </a:lnTo>
                  <a:lnTo>
                    <a:pt x="202" y="52"/>
                  </a:lnTo>
                  <a:lnTo>
                    <a:pt x="187" y="83"/>
                  </a:lnTo>
                  <a:lnTo>
                    <a:pt x="165" y="105"/>
                  </a:lnTo>
                  <a:lnTo>
                    <a:pt x="135" y="128"/>
                  </a:lnTo>
                  <a:lnTo>
                    <a:pt x="105" y="135"/>
                  </a:lnTo>
                  <a:lnTo>
                    <a:pt x="82" y="135"/>
                  </a:lnTo>
                  <a:lnTo>
                    <a:pt x="52" y="128"/>
                  </a:lnTo>
                  <a:lnTo>
                    <a:pt x="37" y="113"/>
                  </a:lnTo>
                  <a:lnTo>
                    <a:pt x="37" y="113"/>
                  </a:lnTo>
                  <a:lnTo>
                    <a:pt x="30" y="113"/>
                  </a:lnTo>
                  <a:lnTo>
                    <a:pt x="30" y="113"/>
                  </a:lnTo>
                  <a:lnTo>
                    <a:pt x="22" y="105"/>
                  </a:lnTo>
                  <a:lnTo>
                    <a:pt x="7" y="83"/>
                  </a:lnTo>
                  <a:lnTo>
                    <a:pt x="7" y="83"/>
                  </a:lnTo>
                  <a:lnTo>
                    <a:pt x="0" y="45"/>
                  </a:lnTo>
                  <a:lnTo>
                    <a:pt x="7" y="22"/>
                  </a:lnTo>
                  <a:lnTo>
                    <a:pt x="15" y="7"/>
                  </a:lnTo>
                  <a:lnTo>
                    <a:pt x="30" y="0"/>
                  </a:lnTo>
                  <a:lnTo>
                    <a:pt x="30" y="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48" name="Google Shape;3548;p68"/>
            <p:cNvSpPr/>
            <p:nvPr/>
          </p:nvSpPr>
          <p:spPr>
            <a:xfrm>
              <a:off x="950913" y="2211388"/>
              <a:ext cx="1633538" cy="1216025"/>
            </a:xfrm>
            <a:custGeom>
              <a:avLst/>
              <a:gdLst/>
              <a:ahLst/>
              <a:cxnLst/>
              <a:rect l="l" t="t" r="r" b="b"/>
              <a:pathLst>
                <a:path w="1029" h="766" extrusionOk="0">
                  <a:moveTo>
                    <a:pt x="316" y="278"/>
                  </a:moveTo>
                  <a:lnTo>
                    <a:pt x="316" y="278"/>
                  </a:lnTo>
                  <a:lnTo>
                    <a:pt x="391" y="210"/>
                  </a:lnTo>
                  <a:lnTo>
                    <a:pt x="466" y="150"/>
                  </a:lnTo>
                  <a:lnTo>
                    <a:pt x="534" y="98"/>
                  </a:lnTo>
                  <a:lnTo>
                    <a:pt x="601" y="60"/>
                  </a:lnTo>
                  <a:lnTo>
                    <a:pt x="661" y="38"/>
                  </a:lnTo>
                  <a:lnTo>
                    <a:pt x="722" y="15"/>
                  </a:lnTo>
                  <a:lnTo>
                    <a:pt x="774" y="0"/>
                  </a:lnTo>
                  <a:lnTo>
                    <a:pt x="827" y="0"/>
                  </a:lnTo>
                  <a:lnTo>
                    <a:pt x="872" y="0"/>
                  </a:lnTo>
                  <a:lnTo>
                    <a:pt x="909" y="8"/>
                  </a:lnTo>
                  <a:lnTo>
                    <a:pt x="939" y="23"/>
                  </a:lnTo>
                  <a:lnTo>
                    <a:pt x="969" y="38"/>
                  </a:lnTo>
                  <a:lnTo>
                    <a:pt x="992" y="60"/>
                  </a:lnTo>
                  <a:lnTo>
                    <a:pt x="1014" y="83"/>
                  </a:lnTo>
                  <a:lnTo>
                    <a:pt x="1022" y="113"/>
                  </a:lnTo>
                  <a:lnTo>
                    <a:pt x="1029" y="135"/>
                  </a:lnTo>
                  <a:lnTo>
                    <a:pt x="1029" y="135"/>
                  </a:lnTo>
                  <a:lnTo>
                    <a:pt x="1029" y="188"/>
                  </a:lnTo>
                  <a:lnTo>
                    <a:pt x="1014" y="225"/>
                  </a:lnTo>
                  <a:lnTo>
                    <a:pt x="1014" y="225"/>
                  </a:lnTo>
                  <a:lnTo>
                    <a:pt x="1014" y="188"/>
                  </a:lnTo>
                  <a:lnTo>
                    <a:pt x="1014" y="188"/>
                  </a:lnTo>
                  <a:lnTo>
                    <a:pt x="1007" y="158"/>
                  </a:lnTo>
                  <a:lnTo>
                    <a:pt x="992" y="128"/>
                  </a:lnTo>
                  <a:lnTo>
                    <a:pt x="977" y="105"/>
                  </a:lnTo>
                  <a:lnTo>
                    <a:pt x="954" y="83"/>
                  </a:lnTo>
                  <a:lnTo>
                    <a:pt x="924" y="68"/>
                  </a:lnTo>
                  <a:lnTo>
                    <a:pt x="887" y="53"/>
                  </a:lnTo>
                  <a:lnTo>
                    <a:pt x="849" y="45"/>
                  </a:lnTo>
                  <a:lnTo>
                    <a:pt x="804" y="45"/>
                  </a:lnTo>
                  <a:lnTo>
                    <a:pt x="759" y="53"/>
                  </a:lnTo>
                  <a:lnTo>
                    <a:pt x="699" y="60"/>
                  </a:lnTo>
                  <a:lnTo>
                    <a:pt x="646" y="83"/>
                  </a:lnTo>
                  <a:lnTo>
                    <a:pt x="586" y="113"/>
                  </a:lnTo>
                  <a:lnTo>
                    <a:pt x="519" y="150"/>
                  </a:lnTo>
                  <a:lnTo>
                    <a:pt x="451" y="195"/>
                  </a:lnTo>
                  <a:lnTo>
                    <a:pt x="376" y="255"/>
                  </a:lnTo>
                  <a:lnTo>
                    <a:pt x="301" y="323"/>
                  </a:lnTo>
                  <a:lnTo>
                    <a:pt x="301" y="323"/>
                  </a:lnTo>
                  <a:lnTo>
                    <a:pt x="203" y="428"/>
                  </a:lnTo>
                  <a:lnTo>
                    <a:pt x="128" y="533"/>
                  </a:lnTo>
                  <a:lnTo>
                    <a:pt x="61" y="646"/>
                  </a:lnTo>
                  <a:lnTo>
                    <a:pt x="0" y="766"/>
                  </a:lnTo>
                  <a:lnTo>
                    <a:pt x="23" y="721"/>
                  </a:lnTo>
                  <a:lnTo>
                    <a:pt x="23" y="721"/>
                  </a:lnTo>
                  <a:lnTo>
                    <a:pt x="76" y="601"/>
                  </a:lnTo>
                  <a:lnTo>
                    <a:pt x="143" y="488"/>
                  </a:lnTo>
                  <a:lnTo>
                    <a:pt x="226" y="376"/>
                  </a:lnTo>
                  <a:lnTo>
                    <a:pt x="316" y="278"/>
                  </a:lnTo>
                  <a:lnTo>
                    <a:pt x="316" y="27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49" name="Google Shape;3549;p68"/>
            <p:cNvSpPr/>
            <p:nvPr/>
          </p:nvSpPr>
          <p:spPr>
            <a:xfrm>
              <a:off x="808038" y="1484313"/>
              <a:ext cx="488950" cy="763588"/>
            </a:xfrm>
            <a:custGeom>
              <a:avLst/>
              <a:gdLst/>
              <a:ahLst/>
              <a:cxnLst/>
              <a:rect l="l" t="t" r="r" b="b"/>
              <a:pathLst>
                <a:path w="308" h="481" extrusionOk="0">
                  <a:moveTo>
                    <a:pt x="211" y="421"/>
                  </a:moveTo>
                  <a:lnTo>
                    <a:pt x="211" y="421"/>
                  </a:lnTo>
                  <a:lnTo>
                    <a:pt x="241" y="383"/>
                  </a:lnTo>
                  <a:lnTo>
                    <a:pt x="271" y="345"/>
                  </a:lnTo>
                  <a:lnTo>
                    <a:pt x="293" y="308"/>
                  </a:lnTo>
                  <a:lnTo>
                    <a:pt x="301" y="263"/>
                  </a:lnTo>
                  <a:lnTo>
                    <a:pt x="308" y="218"/>
                  </a:lnTo>
                  <a:lnTo>
                    <a:pt x="301" y="165"/>
                  </a:lnTo>
                  <a:lnTo>
                    <a:pt x="286" y="120"/>
                  </a:lnTo>
                  <a:lnTo>
                    <a:pt x="263" y="75"/>
                  </a:lnTo>
                  <a:lnTo>
                    <a:pt x="263" y="75"/>
                  </a:lnTo>
                  <a:lnTo>
                    <a:pt x="226" y="45"/>
                  </a:lnTo>
                  <a:lnTo>
                    <a:pt x="181" y="15"/>
                  </a:lnTo>
                  <a:lnTo>
                    <a:pt x="128" y="0"/>
                  </a:lnTo>
                  <a:lnTo>
                    <a:pt x="83" y="0"/>
                  </a:lnTo>
                  <a:lnTo>
                    <a:pt x="83" y="0"/>
                  </a:lnTo>
                  <a:lnTo>
                    <a:pt x="113" y="15"/>
                  </a:lnTo>
                  <a:lnTo>
                    <a:pt x="143" y="30"/>
                  </a:lnTo>
                  <a:lnTo>
                    <a:pt x="173" y="52"/>
                  </a:lnTo>
                  <a:lnTo>
                    <a:pt x="196" y="75"/>
                  </a:lnTo>
                  <a:lnTo>
                    <a:pt x="196" y="75"/>
                  </a:lnTo>
                  <a:lnTo>
                    <a:pt x="226" y="120"/>
                  </a:lnTo>
                  <a:lnTo>
                    <a:pt x="241" y="165"/>
                  </a:lnTo>
                  <a:lnTo>
                    <a:pt x="248" y="210"/>
                  </a:lnTo>
                  <a:lnTo>
                    <a:pt x="241" y="255"/>
                  </a:lnTo>
                  <a:lnTo>
                    <a:pt x="233" y="300"/>
                  </a:lnTo>
                  <a:lnTo>
                    <a:pt x="211" y="345"/>
                  </a:lnTo>
                  <a:lnTo>
                    <a:pt x="181" y="383"/>
                  </a:lnTo>
                  <a:lnTo>
                    <a:pt x="151" y="421"/>
                  </a:lnTo>
                  <a:lnTo>
                    <a:pt x="151" y="421"/>
                  </a:lnTo>
                  <a:lnTo>
                    <a:pt x="113" y="443"/>
                  </a:lnTo>
                  <a:lnTo>
                    <a:pt x="83" y="458"/>
                  </a:lnTo>
                  <a:lnTo>
                    <a:pt x="38" y="473"/>
                  </a:lnTo>
                  <a:lnTo>
                    <a:pt x="0" y="481"/>
                  </a:lnTo>
                  <a:lnTo>
                    <a:pt x="0" y="481"/>
                  </a:lnTo>
                  <a:lnTo>
                    <a:pt x="53" y="481"/>
                  </a:lnTo>
                  <a:lnTo>
                    <a:pt x="113" y="473"/>
                  </a:lnTo>
                  <a:lnTo>
                    <a:pt x="166" y="451"/>
                  </a:lnTo>
                  <a:lnTo>
                    <a:pt x="211" y="421"/>
                  </a:lnTo>
                  <a:lnTo>
                    <a:pt x="211" y="42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50" name="Google Shape;3550;p68"/>
            <p:cNvSpPr/>
            <p:nvPr/>
          </p:nvSpPr>
          <p:spPr>
            <a:xfrm>
              <a:off x="630238" y="1484313"/>
              <a:ext cx="309563" cy="452438"/>
            </a:xfrm>
            <a:custGeom>
              <a:avLst/>
              <a:gdLst/>
              <a:ahLst/>
              <a:cxnLst/>
              <a:rect l="l" t="t" r="r" b="b"/>
              <a:pathLst>
                <a:path w="195" h="285" extrusionOk="0">
                  <a:moveTo>
                    <a:pt x="165" y="255"/>
                  </a:moveTo>
                  <a:lnTo>
                    <a:pt x="165" y="255"/>
                  </a:lnTo>
                  <a:lnTo>
                    <a:pt x="165" y="240"/>
                  </a:lnTo>
                  <a:lnTo>
                    <a:pt x="150" y="225"/>
                  </a:lnTo>
                  <a:lnTo>
                    <a:pt x="127" y="218"/>
                  </a:lnTo>
                  <a:lnTo>
                    <a:pt x="105" y="218"/>
                  </a:lnTo>
                  <a:lnTo>
                    <a:pt x="105" y="218"/>
                  </a:lnTo>
                  <a:lnTo>
                    <a:pt x="67" y="210"/>
                  </a:lnTo>
                  <a:lnTo>
                    <a:pt x="45" y="195"/>
                  </a:lnTo>
                  <a:lnTo>
                    <a:pt x="45" y="195"/>
                  </a:lnTo>
                  <a:lnTo>
                    <a:pt x="45" y="150"/>
                  </a:lnTo>
                  <a:lnTo>
                    <a:pt x="52" y="113"/>
                  </a:lnTo>
                  <a:lnTo>
                    <a:pt x="75" y="67"/>
                  </a:lnTo>
                  <a:lnTo>
                    <a:pt x="105" y="37"/>
                  </a:lnTo>
                  <a:lnTo>
                    <a:pt x="105" y="37"/>
                  </a:lnTo>
                  <a:lnTo>
                    <a:pt x="150" y="15"/>
                  </a:lnTo>
                  <a:lnTo>
                    <a:pt x="195" y="0"/>
                  </a:lnTo>
                  <a:lnTo>
                    <a:pt x="195" y="0"/>
                  </a:lnTo>
                  <a:lnTo>
                    <a:pt x="150" y="0"/>
                  </a:lnTo>
                  <a:lnTo>
                    <a:pt x="112" y="0"/>
                  </a:lnTo>
                  <a:lnTo>
                    <a:pt x="82" y="15"/>
                  </a:lnTo>
                  <a:lnTo>
                    <a:pt x="45" y="37"/>
                  </a:lnTo>
                  <a:lnTo>
                    <a:pt x="45" y="37"/>
                  </a:lnTo>
                  <a:lnTo>
                    <a:pt x="22" y="67"/>
                  </a:lnTo>
                  <a:lnTo>
                    <a:pt x="7" y="98"/>
                  </a:lnTo>
                  <a:lnTo>
                    <a:pt x="0" y="128"/>
                  </a:lnTo>
                  <a:lnTo>
                    <a:pt x="0" y="150"/>
                  </a:lnTo>
                  <a:lnTo>
                    <a:pt x="7" y="180"/>
                  </a:lnTo>
                  <a:lnTo>
                    <a:pt x="22" y="203"/>
                  </a:lnTo>
                  <a:lnTo>
                    <a:pt x="45" y="240"/>
                  </a:lnTo>
                  <a:lnTo>
                    <a:pt x="45" y="240"/>
                  </a:lnTo>
                  <a:lnTo>
                    <a:pt x="67" y="263"/>
                  </a:lnTo>
                  <a:lnTo>
                    <a:pt x="97" y="278"/>
                  </a:lnTo>
                  <a:lnTo>
                    <a:pt x="97" y="278"/>
                  </a:lnTo>
                  <a:lnTo>
                    <a:pt x="127" y="285"/>
                  </a:lnTo>
                  <a:lnTo>
                    <a:pt x="150" y="278"/>
                  </a:lnTo>
                  <a:lnTo>
                    <a:pt x="157" y="270"/>
                  </a:lnTo>
                  <a:lnTo>
                    <a:pt x="165" y="255"/>
                  </a:lnTo>
                  <a:lnTo>
                    <a:pt x="165" y="25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51" name="Google Shape;3551;p68"/>
            <p:cNvSpPr/>
            <p:nvPr/>
          </p:nvSpPr>
          <p:spPr>
            <a:xfrm>
              <a:off x="260350" y="1066800"/>
              <a:ext cx="738188" cy="1181100"/>
            </a:xfrm>
            <a:custGeom>
              <a:avLst/>
              <a:gdLst/>
              <a:ahLst/>
              <a:cxnLst/>
              <a:rect l="l" t="t" r="r" b="b"/>
              <a:pathLst>
                <a:path w="465" h="744" extrusionOk="0">
                  <a:moveTo>
                    <a:pt x="142" y="90"/>
                  </a:moveTo>
                  <a:lnTo>
                    <a:pt x="142" y="90"/>
                  </a:lnTo>
                  <a:lnTo>
                    <a:pt x="82" y="143"/>
                  </a:lnTo>
                  <a:lnTo>
                    <a:pt x="45" y="203"/>
                  </a:lnTo>
                  <a:lnTo>
                    <a:pt x="15" y="270"/>
                  </a:lnTo>
                  <a:lnTo>
                    <a:pt x="0" y="346"/>
                  </a:lnTo>
                  <a:lnTo>
                    <a:pt x="0" y="413"/>
                  </a:lnTo>
                  <a:lnTo>
                    <a:pt x="7" y="481"/>
                  </a:lnTo>
                  <a:lnTo>
                    <a:pt x="37" y="548"/>
                  </a:lnTo>
                  <a:lnTo>
                    <a:pt x="75" y="608"/>
                  </a:lnTo>
                  <a:lnTo>
                    <a:pt x="75" y="608"/>
                  </a:lnTo>
                  <a:lnTo>
                    <a:pt x="97" y="638"/>
                  </a:lnTo>
                  <a:lnTo>
                    <a:pt x="127" y="668"/>
                  </a:lnTo>
                  <a:lnTo>
                    <a:pt x="195" y="706"/>
                  </a:lnTo>
                  <a:lnTo>
                    <a:pt x="233" y="721"/>
                  </a:lnTo>
                  <a:lnTo>
                    <a:pt x="270" y="736"/>
                  </a:lnTo>
                  <a:lnTo>
                    <a:pt x="308" y="744"/>
                  </a:lnTo>
                  <a:lnTo>
                    <a:pt x="345" y="744"/>
                  </a:lnTo>
                  <a:lnTo>
                    <a:pt x="345" y="744"/>
                  </a:lnTo>
                  <a:lnTo>
                    <a:pt x="293" y="729"/>
                  </a:lnTo>
                  <a:lnTo>
                    <a:pt x="240" y="706"/>
                  </a:lnTo>
                  <a:lnTo>
                    <a:pt x="195" y="676"/>
                  </a:lnTo>
                  <a:lnTo>
                    <a:pt x="158" y="631"/>
                  </a:lnTo>
                  <a:lnTo>
                    <a:pt x="158" y="631"/>
                  </a:lnTo>
                  <a:lnTo>
                    <a:pt x="120" y="571"/>
                  </a:lnTo>
                  <a:lnTo>
                    <a:pt x="90" y="503"/>
                  </a:lnTo>
                  <a:lnTo>
                    <a:pt x="82" y="436"/>
                  </a:lnTo>
                  <a:lnTo>
                    <a:pt x="82" y="361"/>
                  </a:lnTo>
                  <a:lnTo>
                    <a:pt x="97" y="293"/>
                  </a:lnTo>
                  <a:lnTo>
                    <a:pt x="127" y="225"/>
                  </a:lnTo>
                  <a:lnTo>
                    <a:pt x="165" y="165"/>
                  </a:lnTo>
                  <a:lnTo>
                    <a:pt x="225" y="113"/>
                  </a:lnTo>
                  <a:lnTo>
                    <a:pt x="225" y="113"/>
                  </a:lnTo>
                  <a:lnTo>
                    <a:pt x="285" y="68"/>
                  </a:lnTo>
                  <a:lnTo>
                    <a:pt x="345" y="38"/>
                  </a:lnTo>
                  <a:lnTo>
                    <a:pt x="405" y="15"/>
                  </a:lnTo>
                  <a:lnTo>
                    <a:pt x="465" y="8"/>
                  </a:lnTo>
                  <a:lnTo>
                    <a:pt x="465" y="8"/>
                  </a:lnTo>
                  <a:lnTo>
                    <a:pt x="383" y="0"/>
                  </a:lnTo>
                  <a:lnTo>
                    <a:pt x="300" y="15"/>
                  </a:lnTo>
                  <a:lnTo>
                    <a:pt x="263" y="23"/>
                  </a:lnTo>
                  <a:lnTo>
                    <a:pt x="218" y="38"/>
                  </a:lnTo>
                  <a:lnTo>
                    <a:pt x="180" y="60"/>
                  </a:lnTo>
                  <a:lnTo>
                    <a:pt x="142" y="90"/>
                  </a:lnTo>
                  <a:lnTo>
                    <a:pt x="142" y="9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52" name="Google Shape;3552;p68"/>
            <p:cNvSpPr/>
            <p:nvPr/>
          </p:nvSpPr>
          <p:spPr>
            <a:xfrm>
              <a:off x="665163" y="1079500"/>
              <a:ext cx="1073150" cy="3756025"/>
            </a:xfrm>
            <a:custGeom>
              <a:avLst/>
              <a:gdLst/>
              <a:ahLst/>
              <a:cxnLst/>
              <a:rect l="l" t="t" r="r" b="b"/>
              <a:pathLst>
                <a:path w="676" h="2366" extrusionOk="0">
                  <a:moveTo>
                    <a:pt x="676" y="413"/>
                  </a:moveTo>
                  <a:lnTo>
                    <a:pt x="676" y="413"/>
                  </a:lnTo>
                  <a:lnTo>
                    <a:pt x="676" y="473"/>
                  </a:lnTo>
                  <a:lnTo>
                    <a:pt x="669" y="525"/>
                  </a:lnTo>
                  <a:lnTo>
                    <a:pt x="661" y="578"/>
                  </a:lnTo>
                  <a:lnTo>
                    <a:pt x="646" y="630"/>
                  </a:lnTo>
                  <a:lnTo>
                    <a:pt x="601" y="736"/>
                  </a:lnTo>
                  <a:lnTo>
                    <a:pt x="548" y="841"/>
                  </a:lnTo>
                  <a:lnTo>
                    <a:pt x="488" y="946"/>
                  </a:lnTo>
                  <a:lnTo>
                    <a:pt x="421" y="1051"/>
                  </a:lnTo>
                  <a:lnTo>
                    <a:pt x="346" y="1164"/>
                  </a:lnTo>
                  <a:lnTo>
                    <a:pt x="271" y="1291"/>
                  </a:lnTo>
                  <a:lnTo>
                    <a:pt x="271" y="1291"/>
                  </a:lnTo>
                  <a:lnTo>
                    <a:pt x="218" y="1389"/>
                  </a:lnTo>
                  <a:lnTo>
                    <a:pt x="165" y="1487"/>
                  </a:lnTo>
                  <a:lnTo>
                    <a:pt x="135" y="1584"/>
                  </a:lnTo>
                  <a:lnTo>
                    <a:pt x="105" y="1682"/>
                  </a:lnTo>
                  <a:lnTo>
                    <a:pt x="90" y="1772"/>
                  </a:lnTo>
                  <a:lnTo>
                    <a:pt x="75" y="1862"/>
                  </a:lnTo>
                  <a:lnTo>
                    <a:pt x="68" y="1945"/>
                  </a:lnTo>
                  <a:lnTo>
                    <a:pt x="68" y="2028"/>
                  </a:lnTo>
                  <a:lnTo>
                    <a:pt x="83" y="2163"/>
                  </a:lnTo>
                  <a:lnTo>
                    <a:pt x="98" y="2268"/>
                  </a:lnTo>
                  <a:lnTo>
                    <a:pt x="120" y="2366"/>
                  </a:lnTo>
                  <a:lnTo>
                    <a:pt x="120" y="2366"/>
                  </a:lnTo>
                  <a:lnTo>
                    <a:pt x="83" y="2290"/>
                  </a:lnTo>
                  <a:lnTo>
                    <a:pt x="53" y="2208"/>
                  </a:lnTo>
                  <a:lnTo>
                    <a:pt x="23" y="2095"/>
                  </a:lnTo>
                  <a:lnTo>
                    <a:pt x="15" y="2028"/>
                  </a:lnTo>
                  <a:lnTo>
                    <a:pt x="8" y="1960"/>
                  </a:lnTo>
                  <a:lnTo>
                    <a:pt x="0" y="1885"/>
                  </a:lnTo>
                  <a:lnTo>
                    <a:pt x="8" y="1802"/>
                  </a:lnTo>
                  <a:lnTo>
                    <a:pt x="15" y="1720"/>
                  </a:lnTo>
                  <a:lnTo>
                    <a:pt x="38" y="1637"/>
                  </a:lnTo>
                  <a:lnTo>
                    <a:pt x="68" y="1547"/>
                  </a:lnTo>
                  <a:lnTo>
                    <a:pt x="105" y="1457"/>
                  </a:lnTo>
                  <a:lnTo>
                    <a:pt x="105" y="1457"/>
                  </a:lnTo>
                  <a:lnTo>
                    <a:pt x="210" y="1276"/>
                  </a:lnTo>
                  <a:lnTo>
                    <a:pt x="308" y="1096"/>
                  </a:lnTo>
                  <a:lnTo>
                    <a:pt x="413" y="923"/>
                  </a:lnTo>
                  <a:lnTo>
                    <a:pt x="496" y="758"/>
                  </a:lnTo>
                  <a:lnTo>
                    <a:pt x="533" y="676"/>
                  </a:lnTo>
                  <a:lnTo>
                    <a:pt x="556" y="600"/>
                  </a:lnTo>
                  <a:lnTo>
                    <a:pt x="579" y="525"/>
                  </a:lnTo>
                  <a:lnTo>
                    <a:pt x="586" y="450"/>
                  </a:lnTo>
                  <a:lnTo>
                    <a:pt x="579" y="383"/>
                  </a:lnTo>
                  <a:lnTo>
                    <a:pt x="563" y="307"/>
                  </a:lnTo>
                  <a:lnTo>
                    <a:pt x="533" y="247"/>
                  </a:lnTo>
                  <a:lnTo>
                    <a:pt x="488" y="180"/>
                  </a:lnTo>
                  <a:lnTo>
                    <a:pt x="488" y="180"/>
                  </a:lnTo>
                  <a:lnTo>
                    <a:pt x="428" y="112"/>
                  </a:lnTo>
                  <a:lnTo>
                    <a:pt x="353" y="52"/>
                  </a:lnTo>
                  <a:lnTo>
                    <a:pt x="323" y="30"/>
                  </a:lnTo>
                  <a:lnTo>
                    <a:pt x="286" y="15"/>
                  </a:lnTo>
                  <a:lnTo>
                    <a:pt x="248" y="7"/>
                  </a:lnTo>
                  <a:lnTo>
                    <a:pt x="210" y="0"/>
                  </a:lnTo>
                  <a:lnTo>
                    <a:pt x="210" y="0"/>
                  </a:lnTo>
                  <a:lnTo>
                    <a:pt x="256" y="0"/>
                  </a:lnTo>
                  <a:lnTo>
                    <a:pt x="308" y="0"/>
                  </a:lnTo>
                  <a:lnTo>
                    <a:pt x="353" y="15"/>
                  </a:lnTo>
                  <a:lnTo>
                    <a:pt x="406" y="37"/>
                  </a:lnTo>
                  <a:lnTo>
                    <a:pt x="458" y="60"/>
                  </a:lnTo>
                  <a:lnTo>
                    <a:pt x="503" y="90"/>
                  </a:lnTo>
                  <a:lnTo>
                    <a:pt x="548" y="135"/>
                  </a:lnTo>
                  <a:lnTo>
                    <a:pt x="586" y="180"/>
                  </a:lnTo>
                  <a:lnTo>
                    <a:pt x="586" y="180"/>
                  </a:lnTo>
                  <a:lnTo>
                    <a:pt x="616" y="225"/>
                  </a:lnTo>
                  <a:lnTo>
                    <a:pt x="646" y="277"/>
                  </a:lnTo>
                  <a:lnTo>
                    <a:pt x="669" y="345"/>
                  </a:lnTo>
                  <a:lnTo>
                    <a:pt x="676" y="413"/>
                  </a:lnTo>
                  <a:lnTo>
                    <a:pt x="676" y="41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53" name="Google Shape;3553;p68"/>
            <p:cNvSpPr/>
            <p:nvPr/>
          </p:nvSpPr>
          <p:spPr>
            <a:xfrm>
              <a:off x="1022350" y="2998788"/>
              <a:ext cx="1955800" cy="1490663"/>
            </a:xfrm>
            <a:custGeom>
              <a:avLst/>
              <a:gdLst/>
              <a:ahLst/>
              <a:cxnLst/>
              <a:rect l="l" t="t" r="r" b="b"/>
              <a:pathLst>
                <a:path w="1232" h="939" extrusionOk="0">
                  <a:moveTo>
                    <a:pt x="0" y="698"/>
                  </a:moveTo>
                  <a:lnTo>
                    <a:pt x="0" y="698"/>
                  </a:lnTo>
                  <a:lnTo>
                    <a:pt x="8" y="623"/>
                  </a:lnTo>
                  <a:lnTo>
                    <a:pt x="16" y="556"/>
                  </a:lnTo>
                  <a:lnTo>
                    <a:pt x="38" y="488"/>
                  </a:lnTo>
                  <a:lnTo>
                    <a:pt x="61" y="428"/>
                  </a:lnTo>
                  <a:lnTo>
                    <a:pt x="91" y="360"/>
                  </a:lnTo>
                  <a:lnTo>
                    <a:pt x="128" y="300"/>
                  </a:lnTo>
                  <a:lnTo>
                    <a:pt x="166" y="248"/>
                  </a:lnTo>
                  <a:lnTo>
                    <a:pt x="211" y="195"/>
                  </a:lnTo>
                  <a:lnTo>
                    <a:pt x="256" y="150"/>
                  </a:lnTo>
                  <a:lnTo>
                    <a:pt x="308" y="112"/>
                  </a:lnTo>
                  <a:lnTo>
                    <a:pt x="369" y="75"/>
                  </a:lnTo>
                  <a:lnTo>
                    <a:pt x="429" y="45"/>
                  </a:lnTo>
                  <a:lnTo>
                    <a:pt x="489" y="22"/>
                  </a:lnTo>
                  <a:lnTo>
                    <a:pt x="556" y="7"/>
                  </a:lnTo>
                  <a:lnTo>
                    <a:pt x="624" y="0"/>
                  </a:lnTo>
                  <a:lnTo>
                    <a:pt x="692" y="0"/>
                  </a:lnTo>
                  <a:lnTo>
                    <a:pt x="692" y="0"/>
                  </a:lnTo>
                  <a:lnTo>
                    <a:pt x="744" y="7"/>
                  </a:lnTo>
                  <a:lnTo>
                    <a:pt x="789" y="15"/>
                  </a:lnTo>
                  <a:lnTo>
                    <a:pt x="834" y="30"/>
                  </a:lnTo>
                  <a:lnTo>
                    <a:pt x="879" y="52"/>
                  </a:lnTo>
                  <a:lnTo>
                    <a:pt x="969" y="105"/>
                  </a:lnTo>
                  <a:lnTo>
                    <a:pt x="1045" y="165"/>
                  </a:lnTo>
                  <a:lnTo>
                    <a:pt x="1112" y="240"/>
                  </a:lnTo>
                  <a:lnTo>
                    <a:pt x="1165" y="330"/>
                  </a:lnTo>
                  <a:lnTo>
                    <a:pt x="1210" y="420"/>
                  </a:lnTo>
                  <a:lnTo>
                    <a:pt x="1232" y="511"/>
                  </a:lnTo>
                  <a:lnTo>
                    <a:pt x="1232" y="511"/>
                  </a:lnTo>
                  <a:lnTo>
                    <a:pt x="1202" y="428"/>
                  </a:lnTo>
                  <a:lnTo>
                    <a:pt x="1165" y="353"/>
                  </a:lnTo>
                  <a:lnTo>
                    <a:pt x="1112" y="285"/>
                  </a:lnTo>
                  <a:lnTo>
                    <a:pt x="1052" y="225"/>
                  </a:lnTo>
                  <a:lnTo>
                    <a:pt x="977" y="180"/>
                  </a:lnTo>
                  <a:lnTo>
                    <a:pt x="902" y="143"/>
                  </a:lnTo>
                  <a:lnTo>
                    <a:pt x="819" y="112"/>
                  </a:lnTo>
                  <a:lnTo>
                    <a:pt x="729" y="105"/>
                  </a:lnTo>
                  <a:lnTo>
                    <a:pt x="729" y="105"/>
                  </a:lnTo>
                  <a:lnTo>
                    <a:pt x="661" y="97"/>
                  </a:lnTo>
                  <a:lnTo>
                    <a:pt x="594" y="105"/>
                  </a:lnTo>
                  <a:lnTo>
                    <a:pt x="526" y="120"/>
                  </a:lnTo>
                  <a:lnTo>
                    <a:pt x="459" y="143"/>
                  </a:lnTo>
                  <a:lnTo>
                    <a:pt x="399" y="165"/>
                  </a:lnTo>
                  <a:lnTo>
                    <a:pt x="338" y="195"/>
                  </a:lnTo>
                  <a:lnTo>
                    <a:pt x="286" y="233"/>
                  </a:lnTo>
                  <a:lnTo>
                    <a:pt x="233" y="270"/>
                  </a:lnTo>
                  <a:lnTo>
                    <a:pt x="188" y="315"/>
                  </a:lnTo>
                  <a:lnTo>
                    <a:pt x="143" y="368"/>
                  </a:lnTo>
                  <a:lnTo>
                    <a:pt x="106" y="420"/>
                  </a:lnTo>
                  <a:lnTo>
                    <a:pt x="76" y="481"/>
                  </a:lnTo>
                  <a:lnTo>
                    <a:pt x="53" y="541"/>
                  </a:lnTo>
                  <a:lnTo>
                    <a:pt x="31" y="608"/>
                  </a:lnTo>
                  <a:lnTo>
                    <a:pt x="16" y="676"/>
                  </a:lnTo>
                  <a:lnTo>
                    <a:pt x="8" y="743"/>
                  </a:lnTo>
                  <a:lnTo>
                    <a:pt x="8" y="743"/>
                  </a:lnTo>
                  <a:lnTo>
                    <a:pt x="8" y="841"/>
                  </a:lnTo>
                  <a:lnTo>
                    <a:pt x="23" y="939"/>
                  </a:lnTo>
                  <a:lnTo>
                    <a:pt x="23" y="939"/>
                  </a:lnTo>
                  <a:lnTo>
                    <a:pt x="0" y="819"/>
                  </a:lnTo>
                  <a:lnTo>
                    <a:pt x="0" y="758"/>
                  </a:lnTo>
                  <a:lnTo>
                    <a:pt x="0" y="698"/>
                  </a:lnTo>
                  <a:lnTo>
                    <a:pt x="0" y="69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54" name="Google Shape;3554;p68"/>
            <p:cNvSpPr/>
            <p:nvPr/>
          </p:nvSpPr>
          <p:spPr>
            <a:xfrm>
              <a:off x="1751013" y="3810000"/>
              <a:ext cx="1263650" cy="1001713"/>
            </a:xfrm>
            <a:custGeom>
              <a:avLst/>
              <a:gdLst/>
              <a:ahLst/>
              <a:cxnLst/>
              <a:rect l="l" t="t" r="r" b="b"/>
              <a:pathLst>
                <a:path w="796" h="631" extrusionOk="0">
                  <a:moveTo>
                    <a:pt x="360" y="631"/>
                  </a:moveTo>
                  <a:lnTo>
                    <a:pt x="360" y="631"/>
                  </a:lnTo>
                  <a:lnTo>
                    <a:pt x="293" y="615"/>
                  </a:lnTo>
                  <a:lnTo>
                    <a:pt x="225" y="585"/>
                  </a:lnTo>
                  <a:lnTo>
                    <a:pt x="157" y="548"/>
                  </a:lnTo>
                  <a:lnTo>
                    <a:pt x="97" y="495"/>
                  </a:lnTo>
                  <a:lnTo>
                    <a:pt x="52" y="435"/>
                  </a:lnTo>
                  <a:lnTo>
                    <a:pt x="37" y="398"/>
                  </a:lnTo>
                  <a:lnTo>
                    <a:pt x="22" y="360"/>
                  </a:lnTo>
                  <a:lnTo>
                    <a:pt x="7" y="323"/>
                  </a:lnTo>
                  <a:lnTo>
                    <a:pt x="0" y="277"/>
                  </a:lnTo>
                  <a:lnTo>
                    <a:pt x="0" y="240"/>
                  </a:lnTo>
                  <a:lnTo>
                    <a:pt x="7" y="195"/>
                  </a:lnTo>
                  <a:lnTo>
                    <a:pt x="7" y="195"/>
                  </a:lnTo>
                  <a:lnTo>
                    <a:pt x="22" y="142"/>
                  </a:lnTo>
                  <a:lnTo>
                    <a:pt x="37" y="105"/>
                  </a:lnTo>
                  <a:lnTo>
                    <a:pt x="60" y="82"/>
                  </a:lnTo>
                  <a:lnTo>
                    <a:pt x="82" y="67"/>
                  </a:lnTo>
                  <a:lnTo>
                    <a:pt x="105" y="67"/>
                  </a:lnTo>
                  <a:lnTo>
                    <a:pt x="127" y="67"/>
                  </a:lnTo>
                  <a:lnTo>
                    <a:pt x="142" y="75"/>
                  </a:lnTo>
                  <a:lnTo>
                    <a:pt x="165" y="82"/>
                  </a:lnTo>
                  <a:lnTo>
                    <a:pt x="165" y="82"/>
                  </a:lnTo>
                  <a:lnTo>
                    <a:pt x="187" y="112"/>
                  </a:lnTo>
                  <a:lnTo>
                    <a:pt x="195" y="135"/>
                  </a:lnTo>
                  <a:lnTo>
                    <a:pt x="202" y="157"/>
                  </a:lnTo>
                  <a:lnTo>
                    <a:pt x="195" y="180"/>
                  </a:lnTo>
                  <a:lnTo>
                    <a:pt x="187" y="202"/>
                  </a:lnTo>
                  <a:lnTo>
                    <a:pt x="172" y="225"/>
                  </a:lnTo>
                  <a:lnTo>
                    <a:pt x="150" y="255"/>
                  </a:lnTo>
                  <a:lnTo>
                    <a:pt x="150" y="255"/>
                  </a:lnTo>
                  <a:lnTo>
                    <a:pt x="127" y="285"/>
                  </a:lnTo>
                  <a:lnTo>
                    <a:pt x="105" y="308"/>
                  </a:lnTo>
                  <a:lnTo>
                    <a:pt x="90" y="360"/>
                  </a:lnTo>
                  <a:lnTo>
                    <a:pt x="82" y="405"/>
                  </a:lnTo>
                  <a:lnTo>
                    <a:pt x="90" y="420"/>
                  </a:lnTo>
                  <a:lnTo>
                    <a:pt x="97" y="435"/>
                  </a:lnTo>
                  <a:lnTo>
                    <a:pt x="97" y="435"/>
                  </a:lnTo>
                  <a:lnTo>
                    <a:pt x="142" y="480"/>
                  </a:lnTo>
                  <a:lnTo>
                    <a:pt x="195" y="510"/>
                  </a:lnTo>
                  <a:lnTo>
                    <a:pt x="255" y="525"/>
                  </a:lnTo>
                  <a:lnTo>
                    <a:pt x="323" y="533"/>
                  </a:lnTo>
                  <a:lnTo>
                    <a:pt x="323" y="533"/>
                  </a:lnTo>
                  <a:lnTo>
                    <a:pt x="368" y="540"/>
                  </a:lnTo>
                  <a:lnTo>
                    <a:pt x="413" y="533"/>
                  </a:lnTo>
                  <a:lnTo>
                    <a:pt x="495" y="510"/>
                  </a:lnTo>
                  <a:lnTo>
                    <a:pt x="571" y="480"/>
                  </a:lnTo>
                  <a:lnTo>
                    <a:pt x="638" y="428"/>
                  </a:lnTo>
                  <a:lnTo>
                    <a:pt x="698" y="368"/>
                  </a:lnTo>
                  <a:lnTo>
                    <a:pt x="736" y="293"/>
                  </a:lnTo>
                  <a:lnTo>
                    <a:pt x="766" y="210"/>
                  </a:lnTo>
                  <a:lnTo>
                    <a:pt x="781" y="172"/>
                  </a:lnTo>
                  <a:lnTo>
                    <a:pt x="781" y="127"/>
                  </a:lnTo>
                  <a:lnTo>
                    <a:pt x="781" y="127"/>
                  </a:lnTo>
                  <a:lnTo>
                    <a:pt x="781" y="60"/>
                  </a:lnTo>
                  <a:lnTo>
                    <a:pt x="773" y="0"/>
                  </a:lnTo>
                  <a:lnTo>
                    <a:pt x="773" y="0"/>
                  </a:lnTo>
                  <a:lnTo>
                    <a:pt x="788" y="82"/>
                  </a:lnTo>
                  <a:lnTo>
                    <a:pt x="796" y="172"/>
                  </a:lnTo>
                  <a:lnTo>
                    <a:pt x="796" y="172"/>
                  </a:lnTo>
                  <a:lnTo>
                    <a:pt x="781" y="262"/>
                  </a:lnTo>
                  <a:lnTo>
                    <a:pt x="751" y="353"/>
                  </a:lnTo>
                  <a:lnTo>
                    <a:pt x="713" y="428"/>
                  </a:lnTo>
                  <a:lnTo>
                    <a:pt x="661" y="495"/>
                  </a:lnTo>
                  <a:lnTo>
                    <a:pt x="601" y="555"/>
                  </a:lnTo>
                  <a:lnTo>
                    <a:pt x="563" y="578"/>
                  </a:lnTo>
                  <a:lnTo>
                    <a:pt x="533" y="600"/>
                  </a:lnTo>
                  <a:lnTo>
                    <a:pt x="488" y="615"/>
                  </a:lnTo>
                  <a:lnTo>
                    <a:pt x="450" y="623"/>
                  </a:lnTo>
                  <a:lnTo>
                    <a:pt x="405" y="631"/>
                  </a:lnTo>
                  <a:lnTo>
                    <a:pt x="360" y="631"/>
                  </a:lnTo>
                  <a:lnTo>
                    <a:pt x="360" y="63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55" name="Google Shape;3555;p68"/>
            <p:cNvSpPr/>
            <p:nvPr/>
          </p:nvSpPr>
          <p:spPr>
            <a:xfrm>
              <a:off x="1058863" y="3440113"/>
              <a:ext cx="3063875" cy="2276475"/>
            </a:xfrm>
            <a:custGeom>
              <a:avLst/>
              <a:gdLst/>
              <a:ahLst/>
              <a:cxnLst/>
              <a:rect l="l" t="t" r="r" b="b"/>
              <a:pathLst>
                <a:path w="1930" h="1434" extrusionOk="0">
                  <a:moveTo>
                    <a:pt x="819" y="1434"/>
                  </a:moveTo>
                  <a:lnTo>
                    <a:pt x="819" y="1434"/>
                  </a:lnTo>
                  <a:lnTo>
                    <a:pt x="744" y="1427"/>
                  </a:lnTo>
                  <a:lnTo>
                    <a:pt x="669" y="1412"/>
                  </a:lnTo>
                  <a:lnTo>
                    <a:pt x="601" y="1389"/>
                  </a:lnTo>
                  <a:lnTo>
                    <a:pt x="526" y="1359"/>
                  </a:lnTo>
                  <a:lnTo>
                    <a:pt x="466" y="1322"/>
                  </a:lnTo>
                  <a:lnTo>
                    <a:pt x="398" y="1284"/>
                  </a:lnTo>
                  <a:lnTo>
                    <a:pt x="338" y="1239"/>
                  </a:lnTo>
                  <a:lnTo>
                    <a:pt x="285" y="1186"/>
                  </a:lnTo>
                  <a:lnTo>
                    <a:pt x="233" y="1134"/>
                  </a:lnTo>
                  <a:lnTo>
                    <a:pt x="180" y="1074"/>
                  </a:lnTo>
                  <a:lnTo>
                    <a:pt x="135" y="1006"/>
                  </a:lnTo>
                  <a:lnTo>
                    <a:pt x="98" y="946"/>
                  </a:lnTo>
                  <a:lnTo>
                    <a:pt x="68" y="879"/>
                  </a:lnTo>
                  <a:lnTo>
                    <a:pt x="38" y="803"/>
                  </a:lnTo>
                  <a:lnTo>
                    <a:pt x="15" y="736"/>
                  </a:lnTo>
                  <a:lnTo>
                    <a:pt x="0" y="661"/>
                  </a:lnTo>
                  <a:lnTo>
                    <a:pt x="0" y="661"/>
                  </a:lnTo>
                  <a:lnTo>
                    <a:pt x="15" y="728"/>
                  </a:lnTo>
                  <a:lnTo>
                    <a:pt x="45" y="796"/>
                  </a:lnTo>
                  <a:lnTo>
                    <a:pt x="68" y="856"/>
                  </a:lnTo>
                  <a:lnTo>
                    <a:pt x="105" y="916"/>
                  </a:lnTo>
                  <a:lnTo>
                    <a:pt x="143" y="969"/>
                  </a:lnTo>
                  <a:lnTo>
                    <a:pt x="188" y="1029"/>
                  </a:lnTo>
                  <a:lnTo>
                    <a:pt x="233" y="1074"/>
                  </a:lnTo>
                  <a:lnTo>
                    <a:pt x="278" y="1119"/>
                  </a:lnTo>
                  <a:lnTo>
                    <a:pt x="338" y="1164"/>
                  </a:lnTo>
                  <a:lnTo>
                    <a:pt x="391" y="1202"/>
                  </a:lnTo>
                  <a:lnTo>
                    <a:pt x="451" y="1239"/>
                  </a:lnTo>
                  <a:lnTo>
                    <a:pt x="518" y="1262"/>
                  </a:lnTo>
                  <a:lnTo>
                    <a:pt x="578" y="1292"/>
                  </a:lnTo>
                  <a:lnTo>
                    <a:pt x="646" y="1307"/>
                  </a:lnTo>
                  <a:lnTo>
                    <a:pt x="721" y="1322"/>
                  </a:lnTo>
                  <a:lnTo>
                    <a:pt x="789" y="1329"/>
                  </a:lnTo>
                  <a:lnTo>
                    <a:pt x="789" y="1329"/>
                  </a:lnTo>
                  <a:lnTo>
                    <a:pt x="901" y="1329"/>
                  </a:lnTo>
                  <a:lnTo>
                    <a:pt x="1007" y="1322"/>
                  </a:lnTo>
                  <a:lnTo>
                    <a:pt x="1112" y="1299"/>
                  </a:lnTo>
                  <a:lnTo>
                    <a:pt x="1217" y="1269"/>
                  </a:lnTo>
                  <a:lnTo>
                    <a:pt x="1307" y="1232"/>
                  </a:lnTo>
                  <a:lnTo>
                    <a:pt x="1397" y="1179"/>
                  </a:lnTo>
                  <a:lnTo>
                    <a:pt x="1487" y="1126"/>
                  </a:lnTo>
                  <a:lnTo>
                    <a:pt x="1562" y="1059"/>
                  </a:lnTo>
                  <a:lnTo>
                    <a:pt x="1637" y="991"/>
                  </a:lnTo>
                  <a:lnTo>
                    <a:pt x="1705" y="909"/>
                  </a:lnTo>
                  <a:lnTo>
                    <a:pt x="1765" y="826"/>
                  </a:lnTo>
                  <a:lnTo>
                    <a:pt x="1810" y="736"/>
                  </a:lnTo>
                  <a:lnTo>
                    <a:pt x="1855" y="638"/>
                  </a:lnTo>
                  <a:lnTo>
                    <a:pt x="1885" y="541"/>
                  </a:lnTo>
                  <a:lnTo>
                    <a:pt x="1908" y="435"/>
                  </a:lnTo>
                  <a:lnTo>
                    <a:pt x="1915" y="323"/>
                  </a:lnTo>
                  <a:lnTo>
                    <a:pt x="1915" y="323"/>
                  </a:lnTo>
                  <a:lnTo>
                    <a:pt x="1915" y="240"/>
                  </a:lnTo>
                  <a:lnTo>
                    <a:pt x="1915" y="157"/>
                  </a:lnTo>
                  <a:lnTo>
                    <a:pt x="1908" y="82"/>
                  </a:lnTo>
                  <a:lnTo>
                    <a:pt x="1893" y="0"/>
                  </a:lnTo>
                  <a:lnTo>
                    <a:pt x="1893" y="0"/>
                  </a:lnTo>
                  <a:lnTo>
                    <a:pt x="1915" y="90"/>
                  </a:lnTo>
                  <a:lnTo>
                    <a:pt x="1923" y="180"/>
                  </a:lnTo>
                  <a:lnTo>
                    <a:pt x="1930" y="278"/>
                  </a:lnTo>
                  <a:lnTo>
                    <a:pt x="1930" y="375"/>
                  </a:lnTo>
                  <a:lnTo>
                    <a:pt x="1930" y="375"/>
                  </a:lnTo>
                  <a:lnTo>
                    <a:pt x="1915" y="480"/>
                  </a:lnTo>
                  <a:lnTo>
                    <a:pt x="1893" y="586"/>
                  </a:lnTo>
                  <a:lnTo>
                    <a:pt x="1863" y="691"/>
                  </a:lnTo>
                  <a:lnTo>
                    <a:pt x="1818" y="796"/>
                  </a:lnTo>
                  <a:lnTo>
                    <a:pt x="1773" y="886"/>
                  </a:lnTo>
                  <a:lnTo>
                    <a:pt x="1713" y="976"/>
                  </a:lnTo>
                  <a:lnTo>
                    <a:pt x="1653" y="1059"/>
                  </a:lnTo>
                  <a:lnTo>
                    <a:pt x="1577" y="1141"/>
                  </a:lnTo>
                  <a:lnTo>
                    <a:pt x="1502" y="1209"/>
                  </a:lnTo>
                  <a:lnTo>
                    <a:pt x="1420" y="1269"/>
                  </a:lnTo>
                  <a:lnTo>
                    <a:pt x="1330" y="1322"/>
                  </a:lnTo>
                  <a:lnTo>
                    <a:pt x="1239" y="1367"/>
                  </a:lnTo>
                  <a:lnTo>
                    <a:pt x="1142" y="1397"/>
                  </a:lnTo>
                  <a:lnTo>
                    <a:pt x="1037" y="1419"/>
                  </a:lnTo>
                  <a:lnTo>
                    <a:pt x="931" y="1434"/>
                  </a:lnTo>
                  <a:lnTo>
                    <a:pt x="819" y="1434"/>
                  </a:lnTo>
                  <a:lnTo>
                    <a:pt x="819" y="1434"/>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56" name="Google Shape;3556;p68"/>
            <p:cNvSpPr/>
            <p:nvPr/>
          </p:nvSpPr>
          <p:spPr>
            <a:xfrm>
              <a:off x="2000250" y="3749675"/>
              <a:ext cx="311150" cy="298450"/>
            </a:xfrm>
            <a:custGeom>
              <a:avLst/>
              <a:gdLst/>
              <a:ahLst/>
              <a:cxnLst/>
              <a:rect l="l" t="t" r="r" b="b"/>
              <a:pathLst>
                <a:path w="196" h="188" extrusionOk="0">
                  <a:moveTo>
                    <a:pt x="166" y="38"/>
                  </a:moveTo>
                  <a:lnTo>
                    <a:pt x="166" y="38"/>
                  </a:lnTo>
                  <a:lnTo>
                    <a:pt x="188" y="60"/>
                  </a:lnTo>
                  <a:lnTo>
                    <a:pt x="196" y="90"/>
                  </a:lnTo>
                  <a:lnTo>
                    <a:pt x="188" y="113"/>
                  </a:lnTo>
                  <a:lnTo>
                    <a:pt x="181" y="143"/>
                  </a:lnTo>
                  <a:lnTo>
                    <a:pt x="166" y="165"/>
                  </a:lnTo>
                  <a:lnTo>
                    <a:pt x="151" y="180"/>
                  </a:lnTo>
                  <a:lnTo>
                    <a:pt x="128" y="188"/>
                  </a:lnTo>
                  <a:lnTo>
                    <a:pt x="98" y="188"/>
                  </a:lnTo>
                  <a:lnTo>
                    <a:pt x="98" y="188"/>
                  </a:lnTo>
                  <a:lnTo>
                    <a:pt x="128" y="165"/>
                  </a:lnTo>
                  <a:lnTo>
                    <a:pt x="143" y="128"/>
                  </a:lnTo>
                  <a:lnTo>
                    <a:pt x="143" y="105"/>
                  </a:lnTo>
                  <a:lnTo>
                    <a:pt x="143" y="90"/>
                  </a:lnTo>
                  <a:lnTo>
                    <a:pt x="136" y="68"/>
                  </a:lnTo>
                  <a:lnTo>
                    <a:pt x="121" y="45"/>
                  </a:lnTo>
                  <a:lnTo>
                    <a:pt x="121" y="45"/>
                  </a:lnTo>
                  <a:lnTo>
                    <a:pt x="98" y="30"/>
                  </a:lnTo>
                  <a:lnTo>
                    <a:pt x="68" y="23"/>
                  </a:lnTo>
                  <a:lnTo>
                    <a:pt x="38" y="15"/>
                  </a:lnTo>
                  <a:lnTo>
                    <a:pt x="0" y="15"/>
                  </a:lnTo>
                  <a:lnTo>
                    <a:pt x="0" y="15"/>
                  </a:lnTo>
                  <a:lnTo>
                    <a:pt x="53" y="0"/>
                  </a:lnTo>
                  <a:lnTo>
                    <a:pt x="98" y="0"/>
                  </a:lnTo>
                  <a:lnTo>
                    <a:pt x="136" y="15"/>
                  </a:lnTo>
                  <a:lnTo>
                    <a:pt x="166" y="38"/>
                  </a:lnTo>
                  <a:lnTo>
                    <a:pt x="166" y="3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57" name="Google Shape;3557;p68"/>
            <p:cNvSpPr/>
            <p:nvPr/>
          </p:nvSpPr>
          <p:spPr>
            <a:xfrm>
              <a:off x="3194050" y="5848350"/>
              <a:ext cx="249238" cy="238125"/>
            </a:xfrm>
            <a:custGeom>
              <a:avLst/>
              <a:gdLst/>
              <a:ahLst/>
              <a:cxnLst/>
              <a:rect l="l" t="t" r="r" b="b"/>
              <a:pathLst>
                <a:path w="157" h="150" extrusionOk="0">
                  <a:moveTo>
                    <a:pt x="22" y="23"/>
                  </a:moveTo>
                  <a:lnTo>
                    <a:pt x="22" y="23"/>
                  </a:lnTo>
                  <a:lnTo>
                    <a:pt x="7" y="45"/>
                  </a:lnTo>
                  <a:lnTo>
                    <a:pt x="0" y="68"/>
                  </a:lnTo>
                  <a:lnTo>
                    <a:pt x="0" y="90"/>
                  </a:lnTo>
                  <a:lnTo>
                    <a:pt x="7" y="113"/>
                  </a:lnTo>
                  <a:lnTo>
                    <a:pt x="15" y="128"/>
                  </a:lnTo>
                  <a:lnTo>
                    <a:pt x="30" y="143"/>
                  </a:lnTo>
                  <a:lnTo>
                    <a:pt x="52" y="150"/>
                  </a:lnTo>
                  <a:lnTo>
                    <a:pt x="67" y="150"/>
                  </a:lnTo>
                  <a:lnTo>
                    <a:pt x="67" y="150"/>
                  </a:lnTo>
                  <a:lnTo>
                    <a:pt x="45" y="128"/>
                  </a:lnTo>
                  <a:lnTo>
                    <a:pt x="37" y="98"/>
                  </a:lnTo>
                  <a:lnTo>
                    <a:pt x="45" y="68"/>
                  </a:lnTo>
                  <a:lnTo>
                    <a:pt x="52" y="53"/>
                  </a:lnTo>
                  <a:lnTo>
                    <a:pt x="60" y="38"/>
                  </a:lnTo>
                  <a:lnTo>
                    <a:pt x="60" y="38"/>
                  </a:lnTo>
                  <a:lnTo>
                    <a:pt x="82" y="23"/>
                  </a:lnTo>
                  <a:lnTo>
                    <a:pt x="105" y="15"/>
                  </a:lnTo>
                  <a:lnTo>
                    <a:pt x="127" y="8"/>
                  </a:lnTo>
                  <a:lnTo>
                    <a:pt x="157" y="15"/>
                  </a:lnTo>
                  <a:lnTo>
                    <a:pt x="157" y="15"/>
                  </a:lnTo>
                  <a:lnTo>
                    <a:pt x="120" y="0"/>
                  </a:lnTo>
                  <a:lnTo>
                    <a:pt x="82" y="0"/>
                  </a:lnTo>
                  <a:lnTo>
                    <a:pt x="45" y="8"/>
                  </a:lnTo>
                  <a:lnTo>
                    <a:pt x="22" y="23"/>
                  </a:lnTo>
                  <a:lnTo>
                    <a:pt x="22" y="2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58" name="Google Shape;3558;p68"/>
            <p:cNvSpPr/>
            <p:nvPr/>
          </p:nvSpPr>
          <p:spPr>
            <a:xfrm>
              <a:off x="2859088" y="4762500"/>
              <a:ext cx="238125" cy="274638"/>
            </a:xfrm>
            <a:custGeom>
              <a:avLst/>
              <a:gdLst/>
              <a:ahLst/>
              <a:cxnLst/>
              <a:rect l="l" t="t" r="r" b="b"/>
              <a:pathLst>
                <a:path w="150" h="173" extrusionOk="0">
                  <a:moveTo>
                    <a:pt x="8" y="128"/>
                  </a:moveTo>
                  <a:lnTo>
                    <a:pt x="8" y="128"/>
                  </a:lnTo>
                  <a:lnTo>
                    <a:pt x="23" y="151"/>
                  </a:lnTo>
                  <a:lnTo>
                    <a:pt x="38" y="166"/>
                  </a:lnTo>
                  <a:lnTo>
                    <a:pt x="60" y="173"/>
                  </a:lnTo>
                  <a:lnTo>
                    <a:pt x="83" y="173"/>
                  </a:lnTo>
                  <a:lnTo>
                    <a:pt x="105" y="173"/>
                  </a:lnTo>
                  <a:lnTo>
                    <a:pt x="128" y="166"/>
                  </a:lnTo>
                  <a:lnTo>
                    <a:pt x="143" y="151"/>
                  </a:lnTo>
                  <a:lnTo>
                    <a:pt x="150" y="128"/>
                  </a:lnTo>
                  <a:lnTo>
                    <a:pt x="150" y="128"/>
                  </a:lnTo>
                  <a:lnTo>
                    <a:pt x="120" y="143"/>
                  </a:lnTo>
                  <a:lnTo>
                    <a:pt x="83" y="143"/>
                  </a:lnTo>
                  <a:lnTo>
                    <a:pt x="53" y="128"/>
                  </a:lnTo>
                  <a:lnTo>
                    <a:pt x="45" y="113"/>
                  </a:lnTo>
                  <a:lnTo>
                    <a:pt x="38" y="98"/>
                  </a:lnTo>
                  <a:lnTo>
                    <a:pt x="38" y="98"/>
                  </a:lnTo>
                  <a:lnTo>
                    <a:pt x="30" y="76"/>
                  </a:lnTo>
                  <a:lnTo>
                    <a:pt x="30" y="53"/>
                  </a:lnTo>
                  <a:lnTo>
                    <a:pt x="38" y="23"/>
                  </a:lnTo>
                  <a:lnTo>
                    <a:pt x="45" y="0"/>
                  </a:lnTo>
                  <a:lnTo>
                    <a:pt x="45" y="0"/>
                  </a:lnTo>
                  <a:lnTo>
                    <a:pt x="23" y="31"/>
                  </a:lnTo>
                  <a:lnTo>
                    <a:pt x="8" y="68"/>
                  </a:lnTo>
                  <a:lnTo>
                    <a:pt x="0" y="98"/>
                  </a:lnTo>
                  <a:lnTo>
                    <a:pt x="8" y="128"/>
                  </a:lnTo>
                  <a:lnTo>
                    <a:pt x="8" y="12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59" name="Google Shape;3559;p68"/>
            <p:cNvSpPr/>
            <p:nvPr/>
          </p:nvSpPr>
          <p:spPr>
            <a:xfrm>
              <a:off x="3038475" y="4703763"/>
              <a:ext cx="119063" cy="166688"/>
            </a:xfrm>
            <a:custGeom>
              <a:avLst/>
              <a:gdLst/>
              <a:ahLst/>
              <a:cxnLst/>
              <a:rect l="l" t="t" r="r" b="b"/>
              <a:pathLst>
                <a:path w="75" h="105" extrusionOk="0">
                  <a:moveTo>
                    <a:pt x="75" y="83"/>
                  </a:moveTo>
                  <a:lnTo>
                    <a:pt x="75" y="83"/>
                  </a:lnTo>
                  <a:lnTo>
                    <a:pt x="67" y="75"/>
                  </a:lnTo>
                  <a:lnTo>
                    <a:pt x="60" y="68"/>
                  </a:lnTo>
                  <a:lnTo>
                    <a:pt x="37" y="68"/>
                  </a:lnTo>
                  <a:lnTo>
                    <a:pt x="37" y="68"/>
                  </a:lnTo>
                  <a:lnTo>
                    <a:pt x="30" y="75"/>
                  </a:lnTo>
                  <a:lnTo>
                    <a:pt x="30" y="75"/>
                  </a:lnTo>
                  <a:lnTo>
                    <a:pt x="22" y="60"/>
                  </a:lnTo>
                  <a:lnTo>
                    <a:pt x="22" y="37"/>
                  </a:lnTo>
                  <a:lnTo>
                    <a:pt x="30" y="15"/>
                  </a:lnTo>
                  <a:lnTo>
                    <a:pt x="45" y="0"/>
                  </a:lnTo>
                  <a:lnTo>
                    <a:pt x="45" y="0"/>
                  </a:lnTo>
                  <a:lnTo>
                    <a:pt x="15" y="22"/>
                  </a:lnTo>
                  <a:lnTo>
                    <a:pt x="0" y="52"/>
                  </a:lnTo>
                  <a:lnTo>
                    <a:pt x="7" y="75"/>
                  </a:lnTo>
                  <a:lnTo>
                    <a:pt x="7" y="90"/>
                  </a:lnTo>
                  <a:lnTo>
                    <a:pt x="15" y="98"/>
                  </a:lnTo>
                  <a:lnTo>
                    <a:pt x="15" y="98"/>
                  </a:lnTo>
                  <a:lnTo>
                    <a:pt x="22" y="98"/>
                  </a:lnTo>
                  <a:lnTo>
                    <a:pt x="22" y="98"/>
                  </a:lnTo>
                  <a:lnTo>
                    <a:pt x="37" y="105"/>
                  </a:lnTo>
                  <a:lnTo>
                    <a:pt x="37" y="105"/>
                  </a:lnTo>
                  <a:lnTo>
                    <a:pt x="52" y="105"/>
                  </a:lnTo>
                  <a:lnTo>
                    <a:pt x="67" y="98"/>
                  </a:lnTo>
                  <a:lnTo>
                    <a:pt x="75" y="83"/>
                  </a:lnTo>
                  <a:lnTo>
                    <a:pt x="75" y="8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60" name="Google Shape;3560;p68"/>
            <p:cNvSpPr/>
            <p:nvPr/>
          </p:nvSpPr>
          <p:spPr>
            <a:xfrm>
              <a:off x="2895600" y="4679950"/>
              <a:ext cx="417513" cy="858838"/>
            </a:xfrm>
            <a:custGeom>
              <a:avLst/>
              <a:gdLst/>
              <a:ahLst/>
              <a:cxnLst/>
              <a:rect l="l" t="t" r="r" b="b"/>
              <a:pathLst>
                <a:path w="263" h="541" extrusionOk="0">
                  <a:moveTo>
                    <a:pt x="188" y="345"/>
                  </a:moveTo>
                  <a:lnTo>
                    <a:pt x="188" y="345"/>
                  </a:lnTo>
                  <a:lnTo>
                    <a:pt x="233" y="255"/>
                  </a:lnTo>
                  <a:lnTo>
                    <a:pt x="255" y="188"/>
                  </a:lnTo>
                  <a:lnTo>
                    <a:pt x="263" y="128"/>
                  </a:lnTo>
                  <a:lnTo>
                    <a:pt x="255" y="75"/>
                  </a:lnTo>
                  <a:lnTo>
                    <a:pt x="240" y="37"/>
                  </a:lnTo>
                  <a:lnTo>
                    <a:pt x="225" y="15"/>
                  </a:lnTo>
                  <a:lnTo>
                    <a:pt x="195" y="0"/>
                  </a:lnTo>
                  <a:lnTo>
                    <a:pt x="173" y="0"/>
                  </a:lnTo>
                  <a:lnTo>
                    <a:pt x="173" y="0"/>
                  </a:lnTo>
                  <a:lnTo>
                    <a:pt x="150" y="0"/>
                  </a:lnTo>
                  <a:lnTo>
                    <a:pt x="135" y="15"/>
                  </a:lnTo>
                  <a:lnTo>
                    <a:pt x="135" y="15"/>
                  </a:lnTo>
                  <a:lnTo>
                    <a:pt x="150" y="7"/>
                  </a:lnTo>
                  <a:lnTo>
                    <a:pt x="150" y="7"/>
                  </a:lnTo>
                  <a:lnTo>
                    <a:pt x="180" y="15"/>
                  </a:lnTo>
                  <a:lnTo>
                    <a:pt x="203" y="30"/>
                  </a:lnTo>
                  <a:lnTo>
                    <a:pt x="225" y="52"/>
                  </a:lnTo>
                  <a:lnTo>
                    <a:pt x="240" y="90"/>
                  </a:lnTo>
                  <a:lnTo>
                    <a:pt x="240" y="143"/>
                  </a:lnTo>
                  <a:lnTo>
                    <a:pt x="233" y="203"/>
                  </a:lnTo>
                  <a:lnTo>
                    <a:pt x="210" y="270"/>
                  </a:lnTo>
                  <a:lnTo>
                    <a:pt x="165" y="353"/>
                  </a:lnTo>
                  <a:lnTo>
                    <a:pt x="165" y="353"/>
                  </a:lnTo>
                  <a:lnTo>
                    <a:pt x="127" y="413"/>
                  </a:lnTo>
                  <a:lnTo>
                    <a:pt x="90" y="458"/>
                  </a:lnTo>
                  <a:lnTo>
                    <a:pt x="45" y="503"/>
                  </a:lnTo>
                  <a:lnTo>
                    <a:pt x="0" y="541"/>
                  </a:lnTo>
                  <a:lnTo>
                    <a:pt x="15" y="526"/>
                  </a:lnTo>
                  <a:lnTo>
                    <a:pt x="15" y="526"/>
                  </a:lnTo>
                  <a:lnTo>
                    <a:pt x="67" y="488"/>
                  </a:lnTo>
                  <a:lnTo>
                    <a:pt x="112" y="443"/>
                  </a:lnTo>
                  <a:lnTo>
                    <a:pt x="150" y="398"/>
                  </a:lnTo>
                  <a:lnTo>
                    <a:pt x="188" y="345"/>
                  </a:lnTo>
                  <a:lnTo>
                    <a:pt x="188" y="34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61" name="Google Shape;3561;p68"/>
            <p:cNvSpPr/>
            <p:nvPr/>
          </p:nvSpPr>
          <p:spPr>
            <a:xfrm>
              <a:off x="3348038" y="4178300"/>
              <a:ext cx="155575" cy="239713"/>
            </a:xfrm>
            <a:custGeom>
              <a:avLst/>
              <a:gdLst/>
              <a:ahLst/>
              <a:cxnLst/>
              <a:rect l="l" t="t" r="r" b="b"/>
              <a:pathLst>
                <a:path w="98" h="151" extrusionOk="0">
                  <a:moveTo>
                    <a:pt x="98" y="121"/>
                  </a:moveTo>
                  <a:lnTo>
                    <a:pt x="98" y="121"/>
                  </a:lnTo>
                  <a:lnTo>
                    <a:pt x="98" y="113"/>
                  </a:lnTo>
                  <a:lnTo>
                    <a:pt x="90" y="106"/>
                  </a:lnTo>
                  <a:lnTo>
                    <a:pt x="75" y="106"/>
                  </a:lnTo>
                  <a:lnTo>
                    <a:pt x="53" y="106"/>
                  </a:lnTo>
                  <a:lnTo>
                    <a:pt x="53" y="106"/>
                  </a:lnTo>
                  <a:lnTo>
                    <a:pt x="38" y="106"/>
                  </a:lnTo>
                  <a:lnTo>
                    <a:pt x="38" y="106"/>
                  </a:lnTo>
                  <a:lnTo>
                    <a:pt x="30" y="83"/>
                  </a:lnTo>
                  <a:lnTo>
                    <a:pt x="30" y="61"/>
                  </a:lnTo>
                  <a:lnTo>
                    <a:pt x="38" y="30"/>
                  </a:lnTo>
                  <a:lnTo>
                    <a:pt x="53" y="0"/>
                  </a:lnTo>
                  <a:lnTo>
                    <a:pt x="53" y="0"/>
                  </a:lnTo>
                  <a:lnTo>
                    <a:pt x="38" y="15"/>
                  </a:lnTo>
                  <a:lnTo>
                    <a:pt x="15" y="30"/>
                  </a:lnTo>
                  <a:lnTo>
                    <a:pt x="8" y="53"/>
                  </a:lnTo>
                  <a:lnTo>
                    <a:pt x="0" y="76"/>
                  </a:lnTo>
                  <a:lnTo>
                    <a:pt x="0" y="98"/>
                  </a:lnTo>
                  <a:lnTo>
                    <a:pt x="0" y="113"/>
                  </a:lnTo>
                  <a:lnTo>
                    <a:pt x="8" y="128"/>
                  </a:lnTo>
                  <a:lnTo>
                    <a:pt x="23" y="143"/>
                  </a:lnTo>
                  <a:lnTo>
                    <a:pt x="23" y="143"/>
                  </a:lnTo>
                  <a:lnTo>
                    <a:pt x="23" y="143"/>
                  </a:lnTo>
                  <a:lnTo>
                    <a:pt x="23" y="143"/>
                  </a:lnTo>
                  <a:lnTo>
                    <a:pt x="45" y="151"/>
                  </a:lnTo>
                  <a:lnTo>
                    <a:pt x="45" y="151"/>
                  </a:lnTo>
                  <a:lnTo>
                    <a:pt x="75" y="151"/>
                  </a:lnTo>
                  <a:lnTo>
                    <a:pt x="90" y="143"/>
                  </a:lnTo>
                  <a:lnTo>
                    <a:pt x="98" y="136"/>
                  </a:lnTo>
                  <a:lnTo>
                    <a:pt x="98" y="121"/>
                  </a:lnTo>
                  <a:lnTo>
                    <a:pt x="98" y="12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62" name="Google Shape;3562;p68"/>
            <p:cNvSpPr/>
            <p:nvPr/>
          </p:nvSpPr>
          <p:spPr>
            <a:xfrm>
              <a:off x="3144838" y="4130675"/>
              <a:ext cx="596900" cy="1289050"/>
            </a:xfrm>
            <a:custGeom>
              <a:avLst/>
              <a:gdLst/>
              <a:ahLst/>
              <a:cxnLst/>
              <a:rect l="l" t="t" r="r" b="b"/>
              <a:pathLst>
                <a:path w="376" h="812" extrusionOk="0">
                  <a:moveTo>
                    <a:pt x="271" y="511"/>
                  </a:moveTo>
                  <a:lnTo>
                    <a:pt x="271" y="511"/>
                  </a:lnTo>
                  <a:lnTo>
                    <a:pt x="308" y="444"/>
                  </a:lnTo>
                  <a:lnTo>
                    <a:pt x="331" y="383"/>
                  </a:lnTo>
                  <a:lnTo>
                    <a:pt x="354" y="331"/>
                  </a:lnTo>
                  <a:lnTo>
                    <a:pt x="369" y="278"/>
                  </a:lnTo>
                  <a:lnTo>
                    <a:pt x="376" y="233"/>
                  </a:lnTo>
                  <a:lnTo>
                    <a:pt x="376" y="188"/>
                  </a:lnTo>
                  <a:lnTo>
                    <a:pt x="376" y="151"/>
                  </a:lnTo>
                  <a:lnTo>
                    <a:pt x="369" y="121"/>
                  </a:lnTo>
                  <a:lnTo>
                    <a:pt x="361" y="91"/>
                  </a:lnTo>
                  <a:lnTo>
                    <a:pt x="346" y="60"/>
                  </a:lnTo>
                  <a:lnTo>
                    <a:pt x="331" y="45"/>
                  </a:lnTo>
                  <a:lnTo>
                    <a:pt x="316" y="23"/>
                  </a:lnTo>
                  <a:lnTo>
                    <a:pt x="278" y="8"/>
                  </a:lnTo>
                  <a:lnTo>
                    <a:pt x="241" y="0"/>
                  </a:lnTo>
                  <a:lnTo>
                    <a:pt x="241" y="0"/>
                  </a:lnTo>
                  <a:lnTo>
                    <a:pt x="203" y="15"/>
                  </a:lnTo>
                  <a:lnTo>
                    <a:pt x="181" y="30"/>
                  </a:lnTo>
                  <a:lnTo>
                    <a:pt x="181" y="30"/>
                  </a:lnTo>
                  <a:lnTo>
                    <a:pt x="211" y="23"/>
                  </a:lnTo>
                  <a:lnTo>
                    <a:pt x="211" y="23"/>
                  </a:lnTo>
                  <a:lnTo>
                    <a:pt x="248" y="30"/>
                  </a:lnTo>
                  <a:lnTo>
                    <a:pt x="286" y="45"/>
                  </a:lnTo>
                  <a:lnTo>
                    <a:pt x="301" y="60"/>
                  </a:lnTo>
                  <a:lnTo>
                    <a:pt x="316" y="83"/>
                  </a:lnTo>
                  <a:lnTo>
                    <a:pt x="331" y="113"/>
                  </a:lnTo>
                  <a:lnTo>
                    <a:pt x="339" y="136"/>
                  </a:lnTo>
                  <a:lnTo>
                    <a:pt x="346" y="173"/>
                  </a:lnTo>
                  <a:lnTo>
                    <a:pt x="346" y="211"/>
                  </a:lnTo>
                  <a:lnTo>
                    <a:pt x="346" y="256"/>
                  </a:lnTo>
                  <a:lnTo>
                    <a:pt x="339" y="301"/>
                  </a:lnTo>
                  <a:lnTo>
                    <a:pt x="323" y="353"/>
                  </a:lnTo>
                  <a:lnTo>
                    <a:pt x="301" y="406"/>
                  </a:lnTo>
                  <a:lnTo>
                    <a:pt x="278" y="466"/>
                  </a:lnTo>
                  <a:lnTo>
                    <a:pt x="241" y="534"/>
                  </a:lnTo>
                  <a:lnTo>
                    <a:pt x="241" y="534"/>
                  </a:lnTo>
                  <a:lnTo>
                    <a:pt x="188" y="609"/>
                  </a:lnTo>
                  <a:lnTo>
                    <a:pt x="136" y="684"/>
                  </a:lnTo>
                  <a:lnTo>
                    <a:pt x="68" y="751"/>
                  </a:lnTo>
                  <a:lnTo>
                    <a:pt x="0" y="812"/>
                  </a:lnTo>
                  <a:lnTo>
                    <a:pt x="31" y="789"/>
                  </a:lnTo>
                  <a:lnTo>
                    <a:pt x="31" y="789"/>
                  </a:lnTo>
                  <a:lnTo>
                    <a:pt x="98" y="729"/>
                  </a:lnTo>
                  <a:lnTo>
                    <a:pt x="158" y="661"/>
                  </a:lnTo>
                  <a:lnTo>
                    <a:pt x="218" y="594"/>
                  </a:lnTo>
                  <a:lnTo>
                    <a:pt x="271" y="511"/>
                  </a:lnTo>
                  <a:lnTo>
                    <a:pt x="271" y="51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63" name="Google Shape;3563;p68"/>
            <p:cNvSpPr/>
            <p:nvPr/>
          </p:nvSpPr>
          <p:spPr>
            <a:xfrm>
              <a:off x="3265488" y="3321050"/>
              <a:ext cx="201613" cy="190500"/>
            </a:xfrm>
            <a:custGeom>
              <a:avLst/>
              <a:gdLst/>
              <a:ahLst/>
              <a:cxnLst/>
              <a:rect l="l" t="t" r="r" b="b"/>
              <a:pathLst>
                <a:path w="127" h="120" extrusionOk="0">
                  <a:moveTo>
                    <a:pt x="120" y="60"/>
                  </a:moveTo>
                  <a:lnTo>
                    <a:pt x="120" y="60"/>
                  </a:lnTo>
                  <a:lnTo>
                    <a:pt x="112" y="52"/>
                  </a:lnTo>
                  <a:lnTo>
                    <a:pt x="97" y="52"/>
                  </a:lnTo>
                  <a:lnTo>
                    <a:pt x="90" y="60"/>
                  </a:lnTo>
                  <a:lnTo>
                    <a:pt x="75" y="75"/>
                  </a:lnTo>
                  <a:lnTo>
                    <a:pt x="75" y="75"/>
                  </a:lnTo>
                  <a:lnTo>
                    <a:pt x="67" y="90"/>
                  </a:lnTo>
                  <a:lnTo>
                    <a:pt x="67" y="90"/>
                  </a:lnTo>
                  <a:lnTo>
                    <a:pt x="45" y="75"/>
                  </a:lnTo>
                  <a:lnTo>
                    <a:pt x="22" y="60"/>
                  </a:lnTo>
                  <a:lnTo>
                    <a:pt x="7" y="30"/>
                  </a:lnTo>
                  <a:lnTo>
                    <a:pt x="7" y="0"/>
                  </a:lnTo>
                  <a:lnTo>
                    <a:pt x="7" y="0"/>
                  </a:lnTo>
                  <a:lnTo>
                    <a:pt x="0" y="22"/>
                  </a:lnTo>
                  <a:lnTo>
                    <a:pt x="0" y="45"/>
                  </a:lnTo>
                  <a:lnTo>
                    <a:pt x="7" y="67"/>
                  </a:lnTo>
                  <a:lnTo>
                    <a:pt x="15" y="90"/>
                  </a:lnTo>
                  <a:lnTo>
                    <a:pt x="30" y="105"/>
                  </a:lnTo>
                  <a:lnTo>
                    <a:pt x="45" y="120"/>
                  </a:lnTo>
                  <a:lnTo>
                    <a:pt x="60" y="120"/>
                  </a:lnTo>
                  <a:lnTo>
                    <a:pt x="75" y="120"/>
                  </a:lnTo>
                  <a:lnTo>
                    <a:pt x="75" y="120"/>
                  </a:lnTo>
                  <a:lnTo>
                    <a:pt x="75" y="120"/>
                  </a:lnTo>
                  <a:lnTo>
                    <a:pt x="75" y="120"/>
                  </a:lnTo>
                  <a:lnTo>
                    <a:pt x="105" y="112"/>
                  </a:lnTo>
                  <a:lnTo>
                    <a:pt x="105" y="112"/>
                  </a:lnTo>
                  <a:lnTo>
                    <a:pt x="120" y="97"/>
                  </a:lnTo>
                  <a:lnTo>
                    <a:pt x="127" y="82"/>
                  </a:lnTo>
                  <a:lnTo>
                    <a:pt x="127" y="67"/>
                  </a:lnTo>
                  <a:lnTo>
                    <a:pt x="120" y="60"/>
                  </a:lnTo>
                  <a:lnTo>
                    <a:pt x="120" y="6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64" name="Google Shape;3564;p68"/>
            <p:cNvSpPr/>
            <p:nvPr/>
          </p:nvSpPr>
          <p:spPr>
            <a:xfrm>
              <a:off x="3276600" y="3165475"/>
              <a:ext cx="644525" cy="1263650"/>
            </a:xfrm>
            <a:custGeom>
              <a:avLst/>
              <a:gdLst/>
              <a:ahLst/>
              <a:cxnLst/>
              <a:rect l="l" t="t" r="r" b="b"/>
              <a:pathLst>
                <a:path w="406" h="796" extrusionOk="0">
                  <a:moveTo>
                    <a:pt x="383" y="391"/>
                  </a:moveTo>
                  <a:lnTo>
                    <a:pt x="383" y="391"/>
                  </a:lnTo>
                  <a:lnTo>
                    <a:pt x="368" y="323"/>
                  </a:lnTo>
                  <a:lnTo>
                    <a:pt x="346" y="263"/>
                  </a:lnTo>
                  <a:lnTo>
                    <a:pt x="323" y="203"/>
                  </a:lnTo>
                  <a:lnTo>
                    <a:pt x="301" y="158"/>
                  </a:lnTo>
                  <a:lnTo>
                    <a:pt x="278" y="120"/>
                  </a:lnTo>
                  <a:lnTo>
                    <a:pt x="248" y="83"/>
                  </a:lnTo>
                  <a:lnTo>
                    <a:pt x="225" y="53"/>
                  </a:lnTo>
                  <a:lnTo>
                    <a:pt x="195" y="38"/>
                  </a:lnTo>
                  <a:lnTo>
                    <a:pt x="165" y="23"/>
                  </a:lnTo>
                  <a:lnTo>
                    <a:pt x="143" y="7"/>
                  </a:lnTo>
                  <a:lnTo>
                    <a:pt x="120" y="0"/>
                  </a:lnTo>
                  <a:lnTo>
                    <a:pt x="90" y="0"/>
                  </a:lnTo>
                  <a:lnTo>
                    <a:pt x="53" y="15"/>
                  </a:lnTo>
                  <a:lnTo>
                    <a:pt x="23" y="38"/>
                  </a:lnTo>
                  <a:lnTo>
                    <a:pt x="23" y="38"/>
                  </a:lnTo>
                  <a:lnTo>
                    <a:pt x="8" y="68"/>
                  </a:lnTo>
                  <a:lnTo>
                    <a:pt x="0" y="98"/>
                  </a:lnTo>
                  <a:lnTo>
                    <a:pt x="0" y="98"/>
                  </a:lnTo>
                  <a:lnTo>
                    <a:pt x="15" y="75"/>
                  </a:lnTo>
                  <a:lnTo>
                    <a:pt x="15" y="75"/>
                  </a:lnTo>
                  <a:lnTo>
                    <a:pt x="45" y="45"/>
                  </a:lnTo>
                  <a:lnTo>
                    <a:pt x="83" y="38"/>
                  </a:lnTo>
                  <a:lnTo>
                    <a:pt x="113" y="38"/>
                  </a:lnTo>
                  <a:lnTo>
                    <a:pt x="135" y="45"/>
                  </a:lnTo>
                  <a:lnTo>
                    <a:pt x="158" y="53"/>
                  </a:lnTo>
                  <a:lnTo>
                    <a:pt x="188" y="68"/>
                  </a:lnTo>
                  <a:lnTo>
                    <a:pt x="218" y="90"/>
                  </a:lnTo>
                  <a:lnTo>
                    <a:pt x="240" y="120"/>
                  </a:lnTo>
                  <a:lnTo>
                    <a:pt x="271" y="150"/>
                  </a:lnTo>
                  <a:lnTo>
                    <a:pt x="293" y="195"/>
                  </a:lnTo>
                  <a:lnTo>
                    <a:pt x="316" y="240"/>
                  </a:lnTo>
                  <a:lnTo>
                    <a:pt x="338" y="293"/>
                  </a:lnTo>
                  <a:lnTo>
                    <a:pt x="361" y="361"/>
                  </a:lnTo>
                  <a:lnTo>
                    <a:pt x="376" y="428"/>
                  </a:lnTo>
                  <a:lnTo>
                    <a:pt x="376" y="428"/>
                  </a:lnTo>
                  <a:lnTo>
                    <a:pt x="391" y="518"/>
                  </a:lnTo>
                  <a:lnTo>
                    <a:pt x="398" y="616"/>
                  </a:lnTo>
                  <a:lnTo>
                    <a:pt x="398" y="706"/>
                  </a:lnTo>
                  <a:lnTo>
                    <a:pt x="383" y="796"/>
                  </a:lnTo>
                  <a:lnTo>
                    <a:pt x="391" y="766"/>
                  </a:lnTo>
                  <a:lnTo>
                    <a:pt x="391" y="766"/>
                  </a:lnTo>
                  <a:lnTo>
                    <a:pt x="406" y="668"/>
                  </a:lnTo>
                  <a:lnTo>
                    <a:pt x="406" y="578"/>
                  </a:lnTo>
                  <a:lnTo>
                    <a:pt x="398" y="488"/>
                  </a:lnTo>
                  <a:lnTo>
                    <a:pt x="383" y="391"/>
                  </a:lnTo>
                  <a:lnTo>
                    <a:pt x="383" y="39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65" name="Google Shape;3565;p68"/>
            <p:cNvSpPr/>
            <p:nvPr/>
          </p:nvSpPr>
          <p:spPr>
            <a:xfrm>
              <a:off x="3408363" y="5932488"/>
              <a:ext cx="130175" cy="142875"/>
            </a:xfrm>
            <a:custGeom>
              <a:avLst/>
              <a:gdLst/>
              <a:ahLst/>
              <a:cxnLst/>
              <a:rect l="l" t="t" r="r" b="b"/>
              <a:pathLst>
                <a:path w="82" h="90" extrusionOk="0">
                  <a:moveTo>
                    <a:pt x="52" y="7"/>
                  </a:moveTo>
                  <a:lnTo>
                    <a:pt x="52" y="7"/>
                  </a:lnTo>
                  <a:lnTo>
                    <a:pt x="52" y="15"/>
                  </a:lnTo>
                  <a:lnTo>
                    <a:pt x="52" y="22"/>
                  </a:lnTo>
                  <a:lnTo>
                    <a:pt x="37" y="37"/>
                  </a:lnTo>
                  <a:lnTo>
                    <a:pt x="37" y="37"/>
                  </a:lnTo>
                  <a:lnTo>
                    <a:pt x="30" y="45"/>
                  </a:lnTo>
                  <a:lnTo>
                    <a:pt x="30" y="45"/>
                  </a:lnTo>
                  <a:lnTo>
                    <a:pt x="30" y="60"/>
                  </a:lnTo>
                  <a:lnTo>
                    <a:pt x="45" y="75"/>
                  </a:lnTo>
                  <a:lnTo>
                    <a:pt x="60" y="82"/>
                  </a:lnTo>
                  <a:lnTo>
                    <a:pt x="82" y="90"/>
                  </a:lnTo>
                  <a:lnTo>
                    <a:pt x="82" y="90"/>
                  </a:lnTo>
                  <a:lnTo>
                    <a:pt x="52" y="90"/>
                  </a:lnTo>
                  <a:lnTo>
                    <a:pt x="22" y="75"/>
                  </a:lnTo>
                  <a:lnTo>
                    <a:pt x="7" y="52"/>
                  </a:lnTo>
                  <a:lnTo>
                    <a:pt x="0" y="45"/>
                  </a:lnTo>
                  <a:lnTo>
                    <a:pt x="7" y="30"/>
                  </a:lnTo>
                  <a:lnTo>
                    <a:pt x="7" y="30"/>
                  </a:lnTo>
                  <a:lnTo>
                    <a:pt x="7" y="30"/>
                  </a:lnTo>
                  <a:lnTo>
                    <a:pt x="7" y="30"/>
                  </a:lnTo>
                  <a:lnTo>
                    <a:pt x="15" y="15"/>
                  </a:lnTo>
                  <a:lnTo>
                    <a:pt x="15" y="15"/>
                  </a:lnTo>
                  <a:lnTo>
                    <a:pt x="30" y="7"/>
                  </a:lnTo>
                  <a:lnTo>
                    <a:pt x="37" y="0"/>
                  </a:lnTo>
                  <a:lnTo>
                    <a:pt x="52" y="7"/>
                  </a:lnTo>
                  <a:lnTo>
                    <a:pt x="52" y="7"/>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66" name="Google Shape;3566;p68"/>
            <p:cNvSpPr/>
            <p:nvPr/>
          </p:nvSpPr>
          <p:spPr>
            <a:xfrm>
              <a:off x="2835275" y="5573713"/>
              <a:ext cx="811213" cy="501650"/>
            </a:xfrm>
            <a:custGeom>
              <a:avLst/>
              <a:gdLst/>
              <a:ahLst/>
              <a:cxnLst/>
              <a:rect l="l" t="t" r="r" b="b"/>
              <a:pathLst>
                <a:path w="511" h="316" extrusionOk="0">
                  <a:moveTo>
                    <a:pt x="271" y="30"/>
                  </a:moveTo>
                  <a:lnTo>
                    <a:pt x="271" y="30"/>
                  </a:lnTo>
                  <a:lnTo>
                    <a:pt x="361" y="68"/>
                  </a:lnTo>
                  <a:lnTo>
                    <a:pt x="428" y="105"/>
                  </a:lnTo>
                  <a:lnTo>
                    <a:pt x="473" y="150"/>
                  </a:lnTo>
                  <a:lnTo>
                    <a:pt x="503" y="188"/>
                  </a:lnTo>
                  <a:lnTo>
                    <a:pt x="511" y="226"/>
                  </a:lnTo>
                  <a:lnTo>
                    <a:pt x="511" y="256"/>
                  </a:lnTo>
                  <a:lnTo>
                    <a:pt x="503" y="286"/>
                  </a:lnTo>
                  <a:lnTo>
                    <a:pt x="481" y="308"/>
                  </a:lnTo>
                  <a:lnTo>
                    <a:pt x="481" y="308"/>
                  </a:lnTo>
                  <a:lnTo>
                    <a:pt x="466" y="316"/>
                  </a:lnTo>
                  <a:lnTo>
                    <a:pt x="443" y="316"/>
                  </a:lnTo>
                  <a:lnTo>
                    <a:pt x="443" y="316"/>
                  </a:lnTo>
                  <a:lnTo>
                    <a:pt x="458" y="308"/>
                  </a:lnTo>
                  <a:lnTo>
                    <a:pt x="458" y="308"/>
                  </a:lnTo>
                  <a:lnTo>
                    <a:pt x="481" y="286"/>
                  </a:lnTo>
                  <a:lnTo>
                    <a:pt x="488" y="263"/>
                  </a:lnTo>
                  <a:lnTo>
                    <a:pt x="488" y="226"/>
                  </a:lnTo>
                  <a:lnTo>
                    <a:pt x="473" y="188"/>
                  </a:lnTo>
                  <a:lnTo>
                    <a:pt x="443" y="150"/>
                  </a:lnTo>
                  <a:lnTo>
                    <a:pt x="398" y="105"/>
                  </a:lnTo>
                  <a:lnTo>
                    <a:pt x="338" y="68"/>
                  </a:lnTo>
                  <a:lnTo>
                    <a:pt x="248" y="30"/>
                  </a:lnTo>
                  <a:lnTo>
                    <a:pt x="248" y="30"/>
                  </a:lnTo>
                  <a:lnTo>
                    <a:pt x="188" y="15"/>
                  </a:lnTo>
                  <a:lnTo>
                    <a:pt x="120" y="8"/>
                  </a:lnTo>
                  <a:lnTo>
                    <a:pt x="60" y="0"/>
                  </a:lnTo>
                  <a:lnTo>
                    <a:pt x="0" y="0"/>
                  </a:lnTo>
                  <a:lnTo>
                    <a:pt x="23" y="0"/>
                  </a:lnTo>
                  <a:lnTo>
                    <a:pt x="23" y="0"/>
                  </a:lnTo>
                  <a:lnTo>
                    <a:pt x="83" y="0"/>
                  </a:lnTo>
                  <a:lnTo>
                    <a:pt x="150" y="0"/>
                  </a:lnTo>
                  <a:lnTo>
                    <a:pt x="211" y="15"/>
                  </a:lnTo>
                  <a:lnTo>
                    <a:pt x="271" y="30"/>
                  </a:lnTo>
                  <a:lnTo>
                    <a:pt x="271" y="3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67" name="Google Shape;3567;p68"/>
            <p:cNvSpPr/>
            <p:nvPr/>
          </p:nvSpPr>
          <p:spPr>
            <a:xfrm>
              <a:off x="4027488" y="5956300"/>
              <a:ext cx="192088" cy="201613"/>
            </a:xfrm>
            <a:custGeom>
              <a:avLst/>
              <a:gdLst/>
              <a:ahLst/>
              <a:cxnLst/>
              <a:rect l="l" t="t" r="r" b="b"/>
              <a:pathLst>
                <a:path w="121" h="127" extrusionOk="0">
                  <a:moveTo>
                    <a:pt x="68" y="7"/>
                  </a:moveTo>
                  <a:lnTo>
                    <a:pt x="68" y="7"/>
                  </a:lnTo>
                  <a:lnTo>
                    <a:pt x="75" y="15"/>
                  </a:lnTo>
                  <a:lnTo>
                    <a:pt x="75" y="30"/>
                  </a:lnTo>
                  <a:lnTo>
                    <a:pt x="60" y="37"/>
                  </a:lnTo>
                  <a:lnTo>
                    <a:pt x="45" y="52"/>
                  </a:lnTo>
                  <a:lnTo>
                    <a:pt x="45" y="52"/>
                  </a:lnTo>
                  <a:lnTo>
                    <a:pt x="38" y="60"/>
                  </a:lnTo>
                  <a:lnTo>
                    <a:pt x="38" y="60"/>
                  </a:lnTo>
                  <a:lnTo>
                    <a:pt x="45" y="82"/>
                  </a:lnTo>
                  <a:lnTo>
                    <a:pt x="68" y="105"/>
                  </a:lnTo>
                  <a:lnTo>
                    <a:pt x="90" y="120"/>
                  </a:lnTo>
                  <a:lnTo>
                    <a:pt x="121" y="120"/>
                  </a:lnTo>
                  <a:lnTo>
                    <a:pt x="121" y="120"/>
                  </a:lnTo>
                  <a:lnTo>
                    <a:pt x="98" y="127"/>
                  </a:lnTo>
                  <a:lnTo>
                    <a:pt x="75" y="127"/>
                  </a:lnTo>
                  <a:lnTo>
                    <a:pt x="53" y="120"/>
                  </a:lnTo>
                  <a:lnTo>
                    <a:pt x="30" y="112"/>
                  </a:lnTo>
                  <a:lnTo>
                    <a:pt x="15" y="97"/>
                  </a:lnTo>
                  <a:lnTo>
                    <a:pt x="8" y="82"/>
                  </a:lnTo>
                  <a:lnTo>
                    <a:pt x="0" y="67"/>
                  </a:lnTo>
                  <a:lnTo>
                    <a:pt x="0" y="52"/>
                  </a:lnTo>
                  <a:lnTo>
                    <a:pt x="0" y="52"/>
                  </a:lnTo>
                  <a:lnTo>
                    <a:pt x="0" y="45"/>
                  </a:lnTo>
                  <a:lnTo>
                    <a:pt x="0" y="45"/>
                  </a:lnTo>
                  <a:lnTo>
                    <a:pt x="15" y="22"/>
                  </a:lnTo>
                  <a:lnTo>
                    <a:pt x="15" y="22"/>
                  </a:lnTo>
                  <a:lnTo>
                    <a:pt x="30" y="7"/>
                  </a:lnTo>
                  <a:lnTo>
                    <a:pt x="45" y="0"/>
                  </a:lnTo>
                  <a:lnTo>
                    <a:pt x="60" y="0"/>
                  </a:lnTo>
                  <a:lnTo>
                    <a:pt x="68" y="7"/>
                  </a:lnTo>
                  <a:lnTo>
                    <a:pt x="68" y="7"/>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68" name="Google Shape;3568;p68"/>
            <p:cNvSpPr/>
            <p:nvPr/>
          </p:nvSpPr>
          <p:spPr>
            <a:xfrm>
              <a:off x="3133725" y="5478463"/>
              <a:ext cx="1239838" cy="668338"/>
            </a:xfrm>
            <a:custGeom>
              <a:avLst/>
              <a:gdLst/>
              <a:ahLst/>
              <a:cxnLst/>
              <a:rect l="l" t="t" r="r" b="b"/>
              <a:pathLst>
                <a:path w="781" h="421" extrusionOk="0">
                  <a:moveTo>
                    <a:pt x="406" y="30"/>
                  </a:moveTo>
                  <a:lnTo>
                    <a:pt x="406" y="30"/>
                  </a:lnTo>
                  <a:lnTo>
                    <a:pt x="473" y="45"/>
                  </a:lnTo>
                  <a:lnTo>
                    <a:pt x="533" y="68"/>
                  </a:lnTo>
                  <a:lnTo>
                    <a:pt x="593" y="98"/>
                  </a:lnTo>
                  <a:lnTo>
                    <a:pt x="638" y="120"/>
                  </a:lnTo>
                  <a:lnTo>
                    <a:pt x="676" y="150"/>
                  </a:lnTo>
                  <a:lnTo>
                    <a:pt x="706" y="173"/>
                  </a:lnTo>
                  <a:lnTo>
                    <a:pt x="736" y="203"/>
                  </a:lnTo>
                  <a:lnTo>
                    <a:pt x="759" y="233"/>
                  </a:lnTo>
                  <a:lnTo>
                    <a:pt x="766" y="256"/>
                  </a:lnTo>
                  <a:lnTo>
                    <a:pt x="781" y="286"/>
                  </a:lnTo>
                  <a:lnTo>
                    <a:pt x="781" y="308"/>
                  </a:lnTo>
                  <a:lnTo>
                    <a:pt x="781" y="331"/>
                  </a:lnTo>
                  <a:lnTo>
                    <a:pt x="774" y="376"/>
                  </a:lnTo>
                  <a:lnTo>
                    <a:pt x="744" y="406"/>
                  </a:lnTo>
                  <a:lnTo>
                    <a:pt x="744" y="406"/>
                  </a:lnTo>
                  <a:lnTo>
                    <a:pt x="714" y="421"/>
                  </a:lnTo>
                  <a:lnTo>
                    <a:pt x="684" y="421"/>
                  </a:lnTo>
                  <a:lnTo>
                    <a:pt x="684" y="421"/>
                  </a:lnTo>
                  <a:lnTo>
                    <a:pt x="706" y="413"/>
                  </a:lnTo>
                  <a:lnTo>
                    <a:pt x="706" y="413"/>
                  </a:lnTo>
                  <a:lnTo>
                    <a:pt x="736" y="383"/>
                  </a:lnTo>
                  <a:lnTo>
                    <a:pt x="751" y="338"/>
                  </a:lnTo>
                  <a:lnTo>
                    <a:pt x="751" y="316"/>
                  </a:lnTo>
                  <a:lnTo>
                    <a:pt x="744" y="293"/>
                  </a:lnTo>
                  <a:lnTo>
                    <a:pt x="736" y="263"/>
                  </a:lnTo>
                  <a:lnTo>
                    <a:pt x="721" y="233"/>
                  </a:lnTo>
                  <a:lnTo>
                    <a:pt x="699" y="210"/>
                  </a:lnTo>
                  <a:lnTo>
                    <a:pt x="676" y="180"/>
                  </a:lnTo>
                  <a:lnTo>
                    <a:pt x="638" y="150"/>
                  </a:lnTo>
                  <a:lnTo>
                    <a:pt x="601" y="128"/>
                  </a:lnTo>
                  <a:lnTo>
                    <a:pt x="556" y="98"/>
                  </a:lnTo>
                  <a:lnTo>
                    <a:pt x="503" y="75"/>
                  </a:lnTo>
                  <a:lnTo>
                    <a:pt x="436" y="53"/>
                  </a:lnTo>
                  <a:lnTo>
                    <a:pt x="368" y="30"/>
                  </a:lnTo>
                  <a:lnTo>
                    <a:pt x="368" y="30"/>
                  </a:lnTo>
                  <a:lnTo>
                    <a:pt x="278" y="15"/>
                  </a:lnTo>
                  <a:lnTo>
                    <a:pt x="180" y="8"/>
                  </a:lnTo>
                  <a:lnTo>
                    <a:pt x="90" y="8"/>
                  </a:lnTo>
                  <a:lnTo>
                    <a:pt x="0" y="15"/>
                  </a:lnTo>
                  <a:lnTo>
                    <a:pt x="38" y="8"/>
                  </a:lnTo>
                  <a:lnTo>
                    <a:pt x="38" y="8"/>
                  </a:lnTo>
                  <a:lnTo>
                    <a:pt x="128" y="0"/>
                  </a:lnTo>
                  <a:lnTo>
                    <a:pt x="218" y="0"/>
                  </a:lnTo>
                  <a:lnTo>
                    <a:pt x="315" y="8"/>
                  </a:lnTo>
                  <a:lnTo>
                    <a:pt x="406" y="30"/>
                  </a:lnTo>
                  <a:lnTo>
                    <a:pt x="406" y="3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69" name="Google Shape;3569;p68"/>
            <p:cNvSpPr/>
            <p:nvPr/>
          </p:nvSpPr>
          <p:spPr>
            <a:xfrm>
              <a:off x="-2381" y="2092325"/>
              <a:ext cx="643732" cy="1728788"/>
            </a:xfrm>
            <a:custGeom>
              <a:avLst/>
              <a:gdLst/>
              <a:ahLst/>
              <a:cxnLst/>
              <a:rect l="l" t="t" r="r" b="b"/>
              <a:pathLst>
                <a:path w="643732" h="1728788" extrusionOk="0">
                  <a:moveTo>
                    <a:pt x="24607" y="0"/>
                  </a:moveTo>
                  <a:lnTo>
                    <a:pt x="72232" y="11113"/>
                  </a:lnTo>
                  <a:lnTo>
                    <a:pt x="143669" y="47625"/>
                  </a:lnTo>
                  <a:lnTo>
                    <a:pt x="215107" y="95250"/>
                  </a:lnTo>
                  <a:lnTo>
                    <a:pt x="310357" y="179388"/>
                  </a:lnTo>
                  <a:lnTo>
                    <a:pt x="405607" y="285750"/>
                  </a:lnTo>
                  <a:lnTo>
                    <a:pt x="488157" y="428625"/>
                  </a:lnTo>
                  <a:lnTo>
                    <a:pt x="537369" y="523875"/>
                  </a:lnTo>
                  <a:lnTo>
                    <a:pt x="572294" y="620713"/>
                  </a:lnTo>
                  <a:lnTo>
                    <a:pt x="596107" y="715963"/>
                  </a:lnTo>
                  <a:lnTo>
                    <a:pt x="619920" y="811213"/>
                  </a:lnTo>
                  <a:lnTo>
                    <a:pt x="643732" y="1001713"/>
                  </a:lnTo>
                  <a:lnTo>
                    <a:pt x="643732" y="1181101"/>
                  </a:lnTo>
                  <a:lnTo>
                    <a:pt x="632620" y="1358901"/>
                  </a:lnTo>
                  <a:lnTo>
                    <a:pt x="619920" y="1514476"/>
                  </a:lnTo>
                  <a:lnTo>
                    <a:pt x="596107" y="1633538"/>
                  </a:lnTo>
                  <a:lnTo>
                    <a:pt x="572294" y="1728788"/>
                  </a:lnTo>
                  <a:lnTo>
                    <a:pt x="584995" y="1443038"/>
                  </a:lnTo>
                  <a:lnTo>
                    <a:pt x="572294" y="1204913"/>
                  </a:lnTo>
                  <a:lnTo>
                    <a:pt x="561182" y="1096963"/>
                  </a:lnTo>
                  <a:lnTo>
                    <a:pt x="537369" y="1025525"/>
                  </a:lnTo>
                  <a:lnTo>
                    <a:pt x="488157" y="954088"/>
                  </a:lnTo>
                  <a:lnTo>
                    <a:pt x="440532" y="906463"/>
                  </a:lnTo>
                  <a:lnTo>
                    <a:pt x="392907" y="882650"/>
                  </a:lnTo>
                  <a:lnTo>
                    <a:pt x="334169" y="882650"/>
                  </a:lnTo>
                  <a:lnTo>
                    <a:pt x="310357" y="882650"/>
                  </a:lnTo>
                  <a:lnTo>
                    <a:pt x="286544" y="893763"/>
                  </a:lnTo>
                  <a:lnTo>
                    <a:pt x="238919" y="930275"/>
                  </a:lnTo>
                  <a:lnTo>
                    <a:pt x="191294" y="965200"/>
                  </a:lnTo>
                  <a:lnTo>
                    <a:pt x="167482" y="977900"/>
                  </a:lnTo>
                  <a:lnTo>
                    <a:pt x="83344" y="954088"/>
                  </a:lnTo>
                  <a:lnTo>
                    <a:pt x="794" y="930275"/>
                  </a:lnTo>
                  <a:lnTo>
                    <a:pt x="0" y="929758"/>
                  </a:lnTo>
                  <a:lnTo>
                    <a:pt x="0" y="735358"/>
                  </a:lnTo>
                  <a:lnTo>
                    <a:pt x="24607" y="703263"/>
                  </a:lnTo>
                  <a:lnTo>
                    <a:pt x="72232" y="668338"/>
                  </a:lnTo>
                  <a:lnTo>
                    <a:pt x="119857" y="631825"/>
                  </a:lnTo>
                  <a:lnTo>
                    <a:pt x="178594" y="620713"/>
                  </a:lnTo>
                  <a:lnTo>
                    <a:pt x="250032" y="631825"/>
                  </a:lnTo>
                  <a:lnTo>
                    <a:pt x="310357" y="655638"/>
                  </a:lnTo>
                  <a:lnTo>
                    <a:pt x="357982" y="692150"/>
                  </a:lnTo>
                  <a:lnTo>
                    <a:pt x="405607" y="727075"/>
                  </a:lnTo>
                  <a:lnTo>
                    <a:pt x="488157" y="811213"/>
                  </a:lnTo>
                  <a:lnTo>
                    <a:pt x="537369" y="882650"/>
                  </a:lnTo>
                  <a:lnTo>
                    <a:pt x="561182" y="893763"/>
                  </a:lnTo>
                  <a:lnTo>
                    <a:pt x="561182" y="882650"/>
                  </a:lnTo>
                  <a:lnTo>
                    <a:pt x="561182" y="822325"/>
                  </a:lnTo>
                  <a:lnTo>
                    <a:pt x="524670" y="739775"/>
                  </a:lnTo>
                  <a:lnTo>
                    <a:pt x="500857" y="655638"/>
                  </a:lnTo>
                  <a:lnTo>
                    <a:pt x="453232" y="584200"/>
                  </a:lnTo>
                  <a:lnTo>
                    <a:pt x="405607" y="536575"/>
                  </a:lnTo>
                  <a:lnTo>
                    <a:pt x="357982" y="512763"/>
                  </a:lnTo>
                  <a:lnTo>
                    <a:pt x="310357" y="488950"/>
                  </a:lnTo>
                  <a:lnTo>
                    <a:pt x="273844" y="488950"/>
                  </a:lnTo>
                  <a:lnTo>
                    <a:pt x="250032" y="500063"/>
                  </a:lnTo>
                  <a:lnTo>
                    <a:pt x="215107" y="512763"/>
                  </a:lnTo>
                  <a:lnTo>
                    <a:pt x="226219" y="417513"/>
                  </a:lnTo>
                  <a:lnTo>
                    <a:pt x="226219" y="333375"/>
                  </a:lnTo>
                  <a:lnTo>
                    <a:pt x="215107" y="238125"/>
                  </a:lnTo>
                  <a:lnTo>
                    <a:pt x="202407" y="190500"/>
                  </a:lnTo>
                  <a:lnTo>
                    <a:pt x="167482" y="142875"/>
                  </a:lnTo>
                  <a:lnTo>
                    <a:pt x="107157" y="71438"/>
                  </a:lnTo>
                  <a:lnTo>
                    <a:pt x="48419" y="1111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70" name="Google Shape;3570;p68"/>
            <p:cNvSpPr/>
            <p:nvPr/>
          </p:nvSpPr>
          <p:spPr>
            <a:xfrm>
              <a:off x="2000250" y="5740400"/>
              <a:ext cx="573088" cy="739775"/>
            </a:xfrm>
            <a:custGeom>
              <a:avLst/>
              <a:gdLst/>
              <a:ahLst/>
              <a:cxnLst/>
              <a:rect l="l" t="t" r="r" b="b"/>
              <a:pathLst>
                <a:path w="361" h="466" extrusionOk="0">
                  <a:moveTo>
                    <a:pt x="0" y="0"/>
                  </a:moveTo>
                  <a:lnTo>
                    <a:pt x="0" y="0"/>
                  </a:lnTo>
                  <a:lnTo>
                    <a:pt x="68" y="60"/>
                  </a:lnTo>
                  <a:lnTo>
                    <a:pt x="113" y="113"/>
                  </a:lnTo>
                  <a:lnTo>
                    <a:pt x="136" y="143"/>
                  </a:lnTo>
                  <a:lnTo>
                    <a:pt x="151" y="173"/>
                  </a:lnTo>
                  <a:lnTo>
                    <a:pt x="151" y="173"/>
                  </a:lnTo>
                  <a:lnTo>
                    <a:pt x="158" y="211"/>
                  </a:lnTo>
                  <a:lnTo>
                    <a:pt x="158" y="256"/>
                  </a:lnTo>
                  <a:lnTo>
                    <a:pt x="151" y="293"/>
                  </a:lnTo>
                  <a:lnTo>
                    <a:pt x="151" y="293"/>
                  </a:lnTo>
                  <a:lnTo>
                    <a:pt x="188" y="293"/>
                  </a:lnTo>
                  <a:lnTo>
                    <a:pt x="226" y="301"/>
                  </a:lnTo>
                  <a:lnTo>
                    <a:pt x="248" y="308"/>
                  </a:lnTo>
                  <a:lnTo>
                    <a:pt x="248" y="308"/>
                  </a:lnTo>
                  <a:lnTo>
                    <a:pt x="278" y="331"/>
                  </a:lnTo>
                  <a:lnTo>
                    <a:pt x="301" y="353"/>
                  </a:lnTo>
                  <a:lnTo>
                    <a:pt x="338" y="406"/>
                  </a:lnTo>
                  <a:lnTo>
                    <a:pt x="353" y="444"/>
                  </a:lnTo>
                  <a:lnTo>
                    <a:pt x="361" y="466"/>
                  </a:lnTo>
                  <a:lnTo>
                    <a:pt x="361" y="466"/>
                  </a:lnTo>
                  <a:lnTo>
                    <a:pt x="361" y="263"/>
                  </a:lnTo>
                  <a:lnTo>
                    <a:pt x="361" y="263"/>
                  </a:lnTo>
                  <a:lnTo>
                    <a:pt x="353" y="181"/>
                  </a:lnTo>
                  <a:lnTo>
                    <a:pt x="346" y="151"/>
                  </a:lnTo>
                  <a:lnTo>
                    <a:pt x="346" y="151"/>
                  </a:lnTo>
                  <a:lnTo>
                    <a:pt x="286" y="128"/>
                  </a:lnTo>
                  <a:lnTo>
                    <a:pt x="286" y="128"/>
                  </a:lnTo>
                  <a:lnTo>
                    <a:pt x="248" y="113"/>
                  </a:lnTo>
                  <a:lnTo>
                    <a:pt x="203" y="98"/>
                  </a:lnTo>
                  <a:lnTo>
                    <a:pt x="151" y="68"/>
                  </a:lnTo>
                  <a:lnTo>
                    <a:pt x="151" y="68"/>
                  </a:lnTo>
                  <a:lnTo>
                    <a:pt x="203" y="106"/>
                  </a:lnTo>
                  <a:lnTo>
                    <a:pt x="241" y="143"/>
                  </a:lnTo>
                  <a:lnTo>
                    <a:pt x="271" y="181"/>
                  </a:lnTo>
                  <a:lnTo>
                    <a:pt x="271" y="181"/>
                  </a:lnTo>
                  <a:lnTo>
                    <a:pt x="293" y="218"/>
                  </a:lnTo>
                  <a:lnTo>
                    <a:pt x="308" y="248"/>
                  </a:lnTo>
                  <a:lnTo>
                    <a:pt x="316" y="293"/>
                  </a:lnTo>
                  <a:lnTo>
                    <a:pt x="316" y="293"/>
                  </a:lnTo>
                  <a:lnTo>
                    <a:pt x="293" y="248"/>
                  </a:lnTo>
                  <a:lnTo>
                    <a:pt x="271" y="218"/>
                  </a:lnTo>
                  <a:lnTo>
                    <a:pt x="241" y="173"/>
                  </a:lnTo>
                  <a:lnTo>
                    <a:pt x="241" y="173"/>
                  </a:lnTo>
                  <a:lnTo>
                    <a:pt x="181" y="121"/>
                  </a:lnTo>
                  <a:lnTo>
                    <a:pt x="106" y="68"/>
                  </a:lnTo>
                  <a:lnTo>
                    <a:pt x="0" y="0"/>
                  </a:lnTo>
                  <a:lnTo>
                    <a:pt x="0" y="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71" name="Google Shape;3571;p68"/>
            <p:cNvSpPr/>
            <p:nvPr/>
          </p:nvSpPr>
          <p:spPr>
            <a:xfrm>
              <a:off x="450850" y="6099175"/>
              <a:ext cx="1012825" cy="608013"/>
            </a:xfrm>
            <a:custGeom>
              <a:avLst/>
              <a:gdLst/>
              <a:ahLst/>
              <a:cxnLst/>
              <a:rect l="l" t="t" r="r" b="b"/>
              <a:pathLst>
                <a:path w="638" h="383" extrusionOk="0">
                  <a:moveTo>
                    <a:pt x="218" y="308"/>
                  </a:moveTo>
                  <a:lnTo>
                    <a:pt x="218" y="308"/>
                  </a:lnTo>
                  <a:lnTo>
                    <a:pt x="270" y="330"/>
                  </a:lnTo>
                  <a:lnTo>
                    <a:pt x="330" y="338"/>
                  </a:lnTo>
                  <a:lnTo>
                    <a:pt x="391" y="330"/>
                  </a:lnTo>
                  <a:lnTo>
                    <a:pt x="451" y="315"/>
                  </a:lnTo>
                  <a:lnTo>
                    <a:pt x="503" y="285"/>
                  </a:lnTo>
                  <a:lnTo>
                    <a:pt x="548" y="248"/>
                  </a:lnTo>
                  <a:lnTo>
                    <a:pt x="586" y="203"/>
                  </a:lnTo>
                  <a:lnTo>
                    <a:pt x="616" y="150"/>
                  </a:lnTo>
                  <a:lnTo>
                    <a:pt x="616" y="150"/>
                  </a:lnTo>
                  <a:lnTo>
                    <a:pt x="623" y="112"/>
                  </a:lnTo>
                  <a:lnTo>
                    <a:pt x="631" y="75"/>
                  </a:lnTo>
                  <a:lnTo>
                    <a:pt x="631" y="37"/>
                  </a:lnTo>
                  <a:lnTo>
                    <a:pt x="631" y="0"/>
                  </a:lnTo>
                  <a:lnTo>
                    <a:pt x="631" y="0"/>
                  </a:lnTo>
                  <a:lnTo>
                    <a:pt x="638" y="45"/>
                  </a:lnTo>
                  <a:lnTo>
                    <a:pt x="638" y="90"/>
                  </a:lnTo>
                  <a:lnTo>
                    <a:pt x="638" y="135"/>
                  </a:lnTo>
                  <a:lnTo>
                    <a:pt x="623" y="180"/>
                  </a:lnTo>
                  <a:lnTo>
                    <a:pt x="623" y="180"/>
                  </a:lnTo>
                  <a:lnTo>
                    <a:pt x="593" y="233"/>
                  </a:lnTo>
                  <a:lnTo>
                    <a:pt x="556" y="285"/>
                  </a:lnTo>
                  <a:lnTo>
                    <a:pt x="518" y="323"/>
                  </a:lnTo>
                  <a:lnTo>
                    <a:pt x="466" y="353"/>
                  </a:lnTo>
                  <a:lnTo>
                    <a:pt x="413" y="375"/>
                  </a:lnTo>
                  <a:lnTo>
                    <a:pt x="353" y="383"/>
                  </a:lnTo>
                  <a:lnTo>
                    <a:pt x="293" y="375"/>
                  </a:lnTo>
                  <a:lnTo>
                    <a:pt x="225" y="360"/>
                  </a:lnTo>
                  <a:lnTo>
                    <a:pt x="225" y="360"/>
                  </a:lnTo>
                  <a:lnTo>
                    <a:pt x="180" y="338"/>
                  </a:lnTo>
                  <a:lnTo>
                    <a:pt x="143" y="315"/>
                  </a:lnTo>
                  <a:lnTo>
                    <a:pt x="113" y="285"/>
                  </a:lnTo>
                  <a:lnTo>
                    <a:pt x="83" y="248"/>
                  </a:lnTo>
                  <a:lnTo>
                    <a:pt x="53" y="203"/>
                  </a:lnTo>
                  <a:lnTo>
                    <a:pt x="30" y="165"/>
                  </a:lnTo>
                  <a:lnTo>
                    <a:pt x="15" y="120"/>
                  </a:lnTo>
                  <a:lnTo>
                    <a:pt x="0" y="75"/>
                  </a:lnTo>
                  <a:lnTo>
                    <a:pt x="0" y="75"/>
                  </a:lnTo>
                  <a:lnTo>
                    <a:pt x="38" y="150"/>
                  </a:lnTo>
                  <a:lnTo>
                    <a:pt x="83" y="218"/>
                  </a:lnTo>
                  <a:lnTo>
                    <a:pt x="143" y="270"/>
                  </a:lnTo>
                  <a:lnTo>
                    <a:pt x="180" y="293"/>
                  </a:lnTo>
                  <a:lnTo>
                    <a:pt x="218" y="308"/>
                  </a:lnTo>
                  <a:lnTo>
                    <a:pt x="218" y="30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72" name="Google Shape;3572;p68"/>
            <p:cNvSpPr/>
            <p:nvPr/>
          </p:nvSpPr>
          <p:spPr>
            <a:xfrm>
              <a:off x="773113" y="5788025"/>
              <a:ext cx="679450" cy="525463"/>
            </a:xfrm>
            <a:custGeom>
              <a:avLst/>
              <a:gdLst/>
              <a:ahLst/>
              <a:cxnLst/>
              <a:rect l="l" t="t" r="r" b="b"/>
              <a:pathLst>
                <a:path w="428" h="331" extrusionOk="0">
                  <a:moveTo>
                    <a:pt x="293" y="53"/>
                  </a:moveTo>
                  <a:lnTo>
                    <a:pt x="293" y="53"/>
                  </a:lnTo>
                  <a:lnTo>
                    <a:pt x="255" y="46"/>
                  </a:lnTo>
                  <a:lnTo>
                    <a:pt x="225" y="38"/>
                  </a:lnTo>
                  <a:lnTo>
                    <a:pt x="195" y="46"/>
                  </a:lnTo>
                  <a:lnTo>
                    <a:pt x="165" y="46"/>
                  </a:lnTo>
                  <a:lnTo>
                    <a:pt x="135" y="61"/>
                  </a:lnTo>
                  <a:lnTo>
                    <a:pt x="105" y="76"/>
                  </a:lnTo>
                  <a:lnTo>
                    <a:pt x="82" y="98"/>
                  </a:lnTo>
                  <a:lnTo>
                    <a:pt x="60" y="121"/>
                  </a:lnTo>
                  <a:lnTo>
                    <a:pt x="60" y="121"/>
                  </a:lnTo>
                  <a:lnTo>
                    <a:pt x="45" y="143"/>
                  </a:lnTo>
                  <a:lnTo>
                    <a:pt x="45" y="166"/>
                  </a:lnTo>
                  <a:lnTo>
                    <a:pt x="45" y="181"/>
                  </a:lnTo>
                  <a:lnTo>
                    <a:pt x="45" y="181"/>
                  </a:lnTo>
                  <a:lnTo>
                    <a:pt x="52" y="196"/>
                  </a:lnTo>
                  <a:lnTo>
                    <a:pt x="67" y="203"/>
                  </a:lnTo>
                  <a:lnTo>
                    <a:pt x="90" y="218"/>
                  </a:lnTo>
                  <a:lnTo>
                    <a:pt x="90" y="218"/>
                  </a:lnTo>
                  <a:lnTo>
                    <a:pt x="120" y="248"/>
                  </a:lnTo>
                  <a:lnTo>
                    <a:pt x="127" y="278"/>
                  </a:lnTo>
                  <a:lnTo>
                    <a:pt x="127" y="301"/>
                  </a:lnTo>
                  <a:lnTo>
                    <a:pt x="120" y="316"/>
                  </a:lnTo>
                  <a:lnTo>
                    <a:pt x="120" y="316"/>
                  </a:lnTo>
                  <a:lnTo>
                    <a:pt x="105" y="331"/>
                  </a:lnTo>
                  <a:lnTo>
                    <a:pt x="75" y="331"/>
                  </a:lnTo>
                  <a:lnTo>
                    <a:pt x="60" y="331"/>
                  </a:lnTo>
                  <a:lnTo>
                    <a:pt x="45" y="316"/>
                  </a:lnTo>
                  <a:lnTo>
                    <a:pt x="30" y="301"/>
                  </a:lnTo>
                  <a:lnTo>
                    <a:pt x="15" y="278"/>
                  </a:lnTo>
                  <a:lnTo>
                    <a:pt x="15" y="278"/>
                  </a:lnTo>
                  <a:lnTo>
                    <a:pt x="7" y="256"/>
                  </a:lnTo>
                  <a:lnTo>
                    <a:pt x="0" y="226"/>
                  </a:lnTo>
                  <a:lnTo>
                    <a:pt x="7" y="181"/>
                  </a:lnTo>
                  <a:lnTo>
                    <a:pt x="15" y="143"/>
                  </a:lnTo>
                  <a:lnTo>
                    <a:pt x="22" y="128"/>
                  </a:lnTo>
                  <a:lnTo>
                    <a:pt x="22" y="128"/>
                  </a:lnTo>
                  <a:lnTo>
                    <a:pt x="45" y="91"/>
                  </a:lnTo>
                  <a:lnTo>
                    <a:pt x="67" y="61"/>
                  </a:lnTo>
                  <a:lnTo>
                    <a:pt x="97" y="38"/>
                  </a:lnTo>
                  <a:lnTo>
                    <a:pt x="135" y="23"/>
                  </a:lnTo>
                  <a:lnTo>
                    <a:pt x="165" y="8"/>
                  </a:lnTo>
                  <a:lnTo>
                    <a:pt x="203" y="0"/>
                  </a:lnTo>
                  <a:lnTo>
                    <a:pt x="240" y="0"/>
                  </a:lnTo>
                  <a:lnTo>
                    <a:pt x="285" y="15"/>
                  </a:lnTo>
                  <a:lnTo>
                    <a:pt x="285" y="15"/>
                  </a:lnTo>
                  <a:lnTo>
                    <a:pt x="308" y="30"/>
                  </a:lnTo>
                  <a:lnTo>
                    <a:pt x="330" y="46"/>
                  </a:lnTo>
                  <a:lnTo>
                    <a:pt x="375" y="91"/>
                  </a:lnTo>
                  <a:lnTo>
                    <a:pt x="405" y="143"/>
                  </a:lnTo>
                  <a:lnTo>
                    <a:pt x="428" y="196"/>
                  </a:lnTo>
                  <a:lnTo>
                    <a:pt x="428" y="196"/>
                  </a:lnTo>
                  <a:lnTo>
                    <a:pt x="405" y="158"/>
                  </a:lnTo>
                  <a:lnTo>
                    <a:pt x="375" y="113"/>
                  </a:lnTo>
                  <a:lnTo>
                    <a:pt x="338" y="83"/>
                  </a:lnTo>
                  <a:lnTo>
                    <a:pt x="293" y="53"/>
                  </a:lnTo>
                  <a:lnTo>
                    <a:pt x="293" y="5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73" name="Google Shape;3573;p68"/>
            <p:cNvSpPr/>
            <p:nvPr/>
          </p:nvSpPr>
          <p:spPr>
            <a:xfrm>
              <a:off x="414338" y="5287963"/>
              <a:ext cx="1562100" cy="930275"/>
            </a:xfrm>
            <a:custGeom>
              <a:avLst/>
              <a:gdLst/>
              <a:ahLst/>
              <a:cxnLst/>
              <a:rect l="l" t="t" r="r" b="b"/>
              <a:pathLst>
                <a:path w="984" h="586" extrusionOk="0">
                  <a:moveTo>
                    <a:pt x="669" y="98"/>
                  </a:moveTo>
                  <a:lnTo>
                    <a:pt x="669" y="98"/>
                  </a:lnTo>
                  <a:lnTo>
                    <a:pt x="624" y="83"/>
                  </a:lnTo>
                  <a:lnTo>
                    <a:pt x="571" y="75"/>
                  </a:lnTo>
                  <a:lnTo>
                    <a:pt x="526" y="68"/>
                  </a:lnTo>
                  <a:lnTo>
                    <a:pt x="481" y="60"/>
                  </a:lnTo>
                  <a:lnTo>
                    <a:pt x="391" y="75"/>
                  </a:lnTo>
                  <a:lnTo>
                    <a:pt x="301" y="98"/>
                  </a:lnTo>
                  <a:lnTo>
                    <a:pt x="226" y="143"/>
                  </a:lnTo>
                  <a:lnTo>
                    <a:pt x="151" y="195"/>
                  </a:lnTo>
                  <a:lnTo>
                    <a:pt x="121" y="233"/>
                  </a:lnTo>
                  <a:lnTo>
                    <a:pt x="91" y="270"/>
                  </a:lnTo>
                  <a:lnTo>
                    <a:pt x="68" y="308"/>
                  </a:lnTo>
                  <a:lnTo>
                    <a:pt x="45" y="353"/>
                  </a:lnTo>
                  <a:lnTo>
                    <a:pt x="45" y="353"/>
                  </a:lnTo>
                  <a:lnTo>
                    <a:pt x="23" y="413"/>
                  </a:lnTo>
                  <a:lnTo>
                    <a:pt x="15" y="473"/>
                  </a:lnTo>
                  <a:lnTo>
                    <a:pt x="15" y="533"/>
                  </a:lnTo>
                  <a:lnTo>
                    <a:pt x="23" y="586"/>
                  </a:lnTo>
                  <a:lnTo>
                    <a:pt x="23" y="586"/>
                  </a:lnTo>
                  <a:lnTo>
                    <a:pt x="8" y="518"/>
                  </a:lnTo>
                  <a:lnTo>
                    <a:pt x="0" y="451"/>
                  </a:lnTo>
                  <a:lnTo>
                    <a:pt x="8" y="376"/>
                  </a:lnTo>
                  <a:lnTo>
                    <a:pt x="30" y="300"/>
                  </a:lnTo>
                  <a:lnTo>
                    <a:pt x="30" y="300"/>
                  </a:lnTo>
                  <a:lnTo>
                    <a:pt x="76" y="218"/>
                  </a:lnTo>
                  <a:lnTo>
                    <a:pt x="98" y="180"/>
                  </a:lnTo>
                  <a:lnTo>
                    <a:pt x="128" y="143"/>
                  </a:lnTo>
                  <a:lnTo>
                    <a:pt x="166" y="105"/>
                  </a:lnTo>
                  <a:lnTo>
                    <a:pt x="203" y="75"/>
                  </a:lnTo>
                  <a:lnTo>
                    <a:pt x="248" y="45"/>
                  </a:lnTo>
                  <a:lnTo>
                    <a:pt x="293" y="22"/>
                  </a:lnTo>
                  <a:lnTo>
                    <a:pt x="293" y="22"/>
                  </a:lnTo>
                  <a:lnTo>
                    <a:pt x="338" y="7"/>
                  </a:lnTo>
                  <a:lnTo>
                    <a:pt x="383" y="0"/>
                  </a:lnTo>
                  <a:lnTo>
                    <a:pt x="429" y="0"/>
                  </a:lnTo>
                  <a:lnTo>
                    <a:pt x="481" y="0"/>
                  </a:lnTo>
                  <a:lnTo>
                    <a:pt x="579" y="15"/>
                  </a:lnTo>
                  <a:lnTo>
                    <a:pt x="669" y="53"/>
                  </a:lnTo>
                  <a:lnTo>
                    <a:pt x="669" y="53"/>
                  </a:lnTo>
                  <a:lnTo>
                    <a:pt x="737" y="83"/>
                  </a:lnTo>
                  <a:lnTo>
                    <a:pt x="789" y="120"/>
                  </a:lnTo>
                  <a:lnTo>
                    <a:pt x="834" y="158"/>
                  </a:lnTo>
                  <a:lnTo>
                    <a:pt x="872" y="203"/>
                  </a:lnTo>
                  <a:lnTo>
                    <a:pt x="909" y="255"/>
                  </a:lnTo>
                  <a:lnTo>
                    <a:pt x="939" y="308"/>
                  </a:lnTo>
                  <a:lnTo>
                    <a:pt x="984" y="413"/>
                  </a:lnTo>
                  <a:lnTo>
                    <a:pt x="984" y="413"/>
                  </a:lnTo>
                  <a:lnTo>
                    <a:pt x="962" y="368"/>
                  </a:lnTo>
                  <a:lnTo>
                    <a:pt x="932" y="315"/>
                  </a:lnTo>
                  <a:lnTo>
                    <a:pt x="894" y="270"/>
                  </a:lnTo>
                  <a:lnTo>
                    <a:pt x="857" y="225"/>
                  </a:lnTo>
                  <a:lnTo>
                    <a:pt x="812" y="188"/>
                  </a:lnTo>
                  <a:lnTo>
                    <a:pt x="767" y="158"/>
                  </a:lnTo>
                  <a:lnTo>
                    <a:pt x="721" y="128"/>
                  </a:lnTo>
                  <a:lnTo>
                    <a:pt x="669" y="98"/>
                  </a:lnTo>
                  <a:lnTo>
                    <a:pt x="669" y="9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74" name="Google Shape;3574;p68"/>
            <p:cNvSpPr/>
            <p:nvPr/>
          </p:nvSpPr>
          <p:spPr>
            <a:xfrm>
              <a:off x="-74612" y="5956300"/>
              <a:ext cx="2159000" cy="930729"/>
            </a:xfrm>
            <a:custGeom>
              <a:avLst/>
              <a:gdLst/>
              <a:ahLst/>
              <a:cxnLst/>
              <a:rect l="l" t="t" r="r" b="b"/>
              <a:pathLst>
                <a:path w="2159000" h="930729" extrusionOk="0">
                  <a:moveTo>
                    <a:pt x="0" y="917575"/>
                  </a:moveTo>
                  <a:lnTo>
                    <a:pt x="10085" y="930729"/>
                  </a:lnTo>
                  <a:lnTo>
                    <a:pt x="7962" y="930729"/>
                  </a:lnTo>
                  <a:close/>
                  <a:moveTo>
                    <a:pt x="2063750" y="0"/>
                  </a:moveTo>
                  <a:lnTo>
                    <a:pt x="2098675" y="82550"/>
                  </a:lnTo>
                  <a:lnTo>
                    <a:pt x="2122488" y="177800"/>
                  </a:lnTo>
                  <a:lnTo>
                    <a:pt x="2146300" y="285750"/>
                  </a:lnTo>
                  <a:lnTo>
                    <a:pt x="2159000" y="381000"/>
                  </a:lnTo>
                  <a:lnTo>
                    <a:pt x="2159000" y="476250"/>
                  </a:lnTo>
                  <a:lnTo>
                    <a:pt x="2146300" y="584200"/>
                  </a:lnTo>
                  <a:lnTo>
                    <a:pt x="2122488" y="679450"/>
                  </a:lnTo>
                  <a:lnTo>
                    <a:pt x="2087563" y="774700"/>
                  </a:lnTo>
                  <a:lnTo>
                    <a:pt x="2039938" y="881063"/>
                  </a:lnTo>
                  <a:lnTo>
                    <a:pt x="2003298" y="930729"/>
                  </a:lnTo>
                  <a:lnTo>
                    <a:pt x="1904263" y="930729"/>
                  </a:lnTo>
                  <a:lnTo>
                    <a:pt x="1931988" y="893763"/>
                  </a:lnTo>
                  <a:lnTo>
                    <a:pt x="1992313" y="785813"/>
                  </a:lnTo>
                  <a:lnTo>
                    <a:pt x="2039938" y="679450"/>
                  </a:lnTo>
                  <a:lnTo>
                    <a:pt x="2074863" y="595313"/>
                  </a:lnTo>
                  <a:lnTo>
                    <a:pt x="2098675" y="512763"/>
                  </a:lnTo>
                  <a:lnTo>
                    <a:pt x="2111375" y="415925"/>
                  </a:lnTo>
                  <a:lnTo>
                    <a:pt x="2111375" y="333375"/>
                  </a:lnTo>
                  <a:lnTo>
                    <a:pt x="2111375" y="249238"/>
                  </a:lnTo>
                  <a:lnTo>
                    <a:pt x="2098675" y="166688"/>
                  </a:lnTo>
                  <a:lnTo>
                    <a:pt x="2087563" y="8255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75" name="Google Shape;3575;p68"/>
            <p:cNvSpPr/>
            <p:nvPr/>
          </p:nvSpPr>
          <p:spPr>
            <a:xfrm>
              <a:off x="998538" y="6051550"/>
              <a:ext cx="227013" cy="261938"/>
            </a:xfrm>
            <a:custGeom>
              <a:avLst/>
              <a:gdLst/>
              <a:ahLst/>
              <a:cxnLst/>
              <a:rect l="l" t="t" r="r" b="b"/>
              <a:pathLst>
                <a:path w="143" h="165" extrusionOk="0">
                  <a:moveTo>
                    <a:pt x="136" y="52"/>
                  </a:moveTo>
                  <a:lnTo>
                    <a:pt x="136" y="52"/>
                  </a:lnTo>
                  <a:lnTo>
                    <a:pt x="143" y="75"/>
                  </a:lnTo>
                  <a:lnTo>
                    <a:pt x="143" y="97"/>
                  </a:lnTo>
                  <a:lnTo>
                    <a:pt x="136" y="120"/>
                  </a:lnTo>
                  <a:lnTo>
                    <a:pt x="128" y="135"/>
                  </a:lnTo>
                  <a:lnTo>
                    <a:pt x="113" y="150"/>
                  </a:lnTo>
                  <a:lnTo>
                    <a:pt x="91" y="165"/>
                  </a:lnTo>
                  <a:lnTo>
                    <a:pt x="76" y="165"/>
                  </a:lnTo>
                  <a:lnTo>
                    <a:pt x="53" y="165"/>
                  </a:lnTo>
                  <a:lnTo>
                    <a:pt x="53" y="165"/>
                  </a:lnTo>
                  <a:lnTo>
                    <a:pt x="76" y="150"/>
                  </a:lnTo>
                  <a:lnTo>
                    <a:pt x="98" y="120"/>
                  </a:lnTo>
                  <a:lnTo>
                    <a:pt x="106" y="90"/>
                  </a:lnTo>
                  <a:lnTo>
                    <a:pt x="98" y="67"/>
                  </a:lnTo>
                  <a:lnTo>
                    <a:pt x="91" y="52"/>
                  </a:lnTo>
                  <a:lnTo>
                    <a:pt x="91" y="52"/>
                  </a:lnTo>
                  <a:lnTo>
                    <a:pt x="76" y="30"/>
                  </a:lnTo>
                  <a:lnTo>
                    <a:pt x="53" y="22"/>
                  </a:lnTo>
                  <a:lnTo>
                    <a:pt x="31" y="7"/>
                  </a:lnTo>
                  <a:lnTo>
                    <a:pt x="0" y="7"/>
                  </a:lnTo>
                  <a:lnTo>
                    <a:pt x="0" y="7"/>
                  </a:lnTo>
                  <a:lnTo>
                    <a:pt x="46" y="0"/>
                  </a:lnTo>
                  <a:lnTo>
                    <a:pt x="83" y="7"/>
                  </a:lnTo>
                  <a:lnTo>
                    <a:pt x="113" y="30"/>
                  </a:lnTo>
                  <a:lnTo>
                    <a:pt x="136" y="52"/>
                  </a:lnTo>
                  <a:lnTo>
                    <a:pt x="136" y="52"/>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576" name="Google Shape;3576;p68"/>
            <p:cNvSpPr/>
            <p:nvPr/>
          </p:nvSpPr>
          <p:spPr>
            <a:xfrm>
              <a:off x="820738" y="4822825"/>
              <a:ext cx="238125" cy="285750"/>
            </a:xfrm>
            <a:custGeom>
              <a:avLst/>
              <a:gdLst/>
              <a:ahLst/>
              <a:cxnLst/>
              <a:rect l="l" t="t" r="r" b="b"/>
              <a:pathLst>
                <a:path w="150" h="180" extrusionOk="0">
                  <a:moveTo>
                    <a:pt x="143" y="135"/>
                  </a:moveTo>
                  <a:lnTo>
                    <a:pt x="143" y="135"/>
                  </a:lnTo>
                  <a:lnTo>
                    <a:pt x="127" y="158"/>
                  </a:lnTo>
                  <a:lnTo>
                    <a:pt x="112" y="173"/>
                  </a:lnTo>
                  <a:lnTo>
                    <a:pt x="90" y="180"/>
                  </a:lnTo>
                  <a:lnTo>
                    <a:pt x="67" y="180"/>
                  </a:lnTo>
                  <a:lnTo>
                    <a:pt x="45" y="180"/>
                  </a:lnTo>
                  <a:lnTo>
                    <a:pt x="22" y="173"/>
                  </a:lnTo>
                  <a:lnTo>
                    <a:pt x="7" y="158"/>
                  </a:lnTo>
                  <a:lnTo>
                    <a:pt x="0" y="135"/>
                  </a:lnTo>
                  <a:lnTo>
                    <a:pt x="0" y="135"/>
                  </a:lnTo>
                  <a:lnTo>
                    <a:pt x="30" y="150"/>
                  </a:lnTo>
                  <a:lnTo>
                    <a:pt x="67" y="150"/>
                  </a:lnTo>
                  <a:lnTo>
                    <a:pt x="90" y="135"/>
                  </a:lnTo>
                  <a:lnTo>
                    <a:pt x="105" y="120"/>
                  </a:lnTo>
                  <a:lnTo>
                    <a:pt x="112" y="105"/>
                  </a:lnTo>
                  <a:lnTo>
                    <a:pt x="112" y="105"/>
                  </a:lnTo>
                  <a:lnTo>
                    <a:pt x="120" y="83"/>
                  </a:lnTo>
                  <a:lnTo>
                    <a:pt x="120" y="53"/>
                  </a:lnTo>
                  <a:lnTo>
                    <a:pt x="112" y="30"/>
                  </a:lnTo>
                  <a:lnTo>
                    <a:pt x="97" y="0"/>
                  </a:lnTo>
                  <a:lnTo>
                    <a:pt x="97" y="0"/>
                  </a:lnTo>
                  <a:lnTo>
                    <a:pt x="127" y="38"/>
                  </a:lnTo>
                  <a:lnTo>
                    <a:pt x="143" y="75"/>
                  </a:lnTo>
                  <a:lnTo>
                    <a:pt x="150" y="105"/>
                  </a:lnTo>
                  <a:lnTo>
                    <a:pt x="143" y="135"/>
                  </a:lnTo>
                  <a:lnTo>
                    <a:pt x="143" y="13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grpSp>
      <p:sp>
        <p:nvSpPr>
          <p:cNvPr id="3577" name="Google Shape;3577;p68"/>
          <p:cNvSpPr txBox="1"/>
          <p:nvPr/>
        </p:nvSpPr>
        <p:spPr>
          <a:xfrm>
            <a:off x="6224417" y="1470217"/>
            <a:ext cx="3946526" cy="4524275"/>
          </a:xfrm>
          <a:prstGeom prst="rect">
            <a:avLst/>
          </a:prstGeom>
          <a:noFill/>
          <a:ln>
            <a:noFill/>
          </a:ln>
        </p:spPr>
        <p:txBody>
          <a:bodyPr spcFirstLastPara="1" wrap="square" lIns="91425" tIns="45700" rIns="91425" bIns="45700" anchor="t" anchorCtr="0">
            <a:spAutoFit/>
          </a:bodyPr>
          <a:lstStyle/>
          <a:p>
            <a:r>
              <a:rPr lang="en-US" sz="2400" dirty="0">
                <a:solidFill>
                  <a:srgbClr val="1D1B10"/>
                </a:solidFill>
                <a:latin typeface="Arial"/>
                <a:ea typeface="Arial"/>
                <a:cs typeface="Arial"/>
                <a:sym typeface="Arial"/>
              </a:rPr>
              <a:t>It is each parent’s responsibility to be knowledgeable about, and to make their own child(ren) aware of, </a:t>
            </a:r>
            <a:r>
              <a:rPr lang="en-US" sz="2400" dirty="0" err="1">
                <a:solidFill>
                  <a:srgbClr val="1D1B10"/>
                </a:solidFill>
                <a:latin typeface="Arial"/>
                <a:ea typeface="Arial"/>
                <a:cs typeface="Arial"/>
                <a:sym typeface="Arial"/>
              </a:rPr>
              <a:t>Empower’s</a:t>
            </a:r>
            <a:r>
              <a:rPr lang="en-US" sz="2400" dirty="0">
                <a:solidFill>
                  <a:srgbClr val="1D1B10"/>
                </a:solidFill>
                <a:latin typeface="Arial"/>
                <a:ea typeface="Arial"/>
                <a:cs typeface="Arial"/>
                <a:sym typeface="Arial"/>
              </a:rPr>
              <a:t> standards of behavior.  Likewise, enforcement of these standards is ultimately the responsibility of the parent(s) of each student.</a:t>
            </a:r>
            <a:endParaRPr dirty="0"/>
          </a:p>
          <a:p>
            <a:endParaRPr sz="2400" dirty="0">
              <a:solidFill>
                <a:srgbClr val="1D1B10"/>
              </a:solidFill>
              <a:latin typeface="Arial"/>
              <a:ea typeface="Arial"/>
              <a:cs typeface="Arial"/>
              <a:sym typeface="Arial"/>
            </a:endParaRPr>
          </a:p>
        </p:txBody>
      </p:sp>
      <p:pic>
        <p:nvPicPr>
          <p:cNvPr id="3578" name="Google Shape;3578;p68"/>
          <p:cNvPicPr preferRelativeResize="0"/>
          <p:nvPr/>
        </p:nvPicPr>
        <p:blipFill rotWithShape="1">
          <a:blip r:embed="rId3">
            <a:alphaModFix/>
          </a:blip>
          <a:srcRect/>
          <a:stretch/>
        </p:blipFill>
        <p:spPr>
          <a:xfrm>
            <a:off x="1988334" y="1646778"/>
            <a:ext cx="3787794" cy="4886254"/>
          </a:xfrm>
          <a:prstGeom prst="rect">
            <a:avLst/>
          </a:prstGeom>
          <a:noFill/>
          <a:ln>
            <a:noFill/>
          </a:ln>
        </p:spPr>
      </p:pic>
      <p:sp>
        <p:nvSpPr>
          <p:cNvPr id="3" name="Google Shape;3520;p67">
            <a:extLst>
              <a:ext uri="{FF2B5EF4-FFF2-40B4-BE49-F238E27FC236}">
                <a16:creationId xmlns:a16="http://schemas.microsoft.com/office/drawing/2014/main" id="{09EB0756-4766-B063-CDB2-48B2EB1D90EA}"/>
              </a:ext>
            </a:extLst>
          </p:cNvPr>
          <p:cNvSpPr/>
          <p:nvPr/>
        </p:nvSpPr>
        <p:spPr>
          <a:xfrm>
            <a:off x="1988335" y="336223"/>
            <a:ext cx="8165317" cy="1077178"/>
          </a:xfrm>
          <a:prstGeom prst="rect">
            <a:avLst/>
          </a:prstGeom>
          <a:noFill/>
          <a:ln>
            <a:noFill/>
          </a:ln>
        </p:spPr>
        <p:txBody>
          <a:bodyPr spcFirstLastPara="1" wrap="square" lIns="91425" tIns="45700" rIns="91425" bIns="45700" anchor="t" anchorCtr="0">
            <a:spAutoFit/>
          </a:bodyPr>
          <a:lstStyle/>
          <a:p>
            <a:pPr algn="ctr"/>
            <a:r>
              <a:rPr lang="en-US" sz="3200" b="1" dirty="0">
                <a:solidFill>
                  <a:srgbClr val="1D1B10"/>
                </a:solidFill>
                <a:latin typeface="Arial"/>
                <a:ea typeface="Arial"/>
                <a:cs typeface="Arial"/>
                <a:sym typeface="Arial"/>
              </a:rPr>
              <a:t>Know and Enforce the Code of Conduct </a:t>
            </a:r>
            <a:endParaRPr dirty="0"/>
          </a:p>
          <a:p>
            <a:pPr algn="ctr"/>
            <a:r>
              <a:rPr lang="en-US" sz="3200" b="1" dirty="0">
                <a:solidFill>
                  <a:srgbClr val="1D1B10"/>
                </a:solidFill>
                <a:latin typeface="Arial"/>
                <a:ea typeface="Arial"/>
                <a:cs typeface="Arial"/>
                <a:sym typeface="Arial"/>
              </a:rPr>
              <a:t>Each parent’s responsibility</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02"/>
        <p:cNvGrpSpPr/>
        <p:nvPr/>
      </p:nvGrpSpPr>
      <p:grpSpPr>
        <a:xfrm>
          <a:off x="0" y="0"/>
          <a:ext cx="0" cy="0"/>
          <a:chOff x="0" y="0"/>
          <a:chExt cx="0" cy="0"/>
        </a:xfrm>
      </p:grpSpPr>
      <p:sp>
        <p:nvSpPr>
          <p:cNvPr id="3754" name="Google Shape;3754;p71"/>
          <p:cNvSpPr txBox="1"/>
          <p:nvPr/>
        </p:nvSpPr>
        <p:spPr>
          <a:xfrm>
            <a:off x="6207125" y="585928"/>
            <a:ext cx="3946526" cy="461665"/>
          </a:xfrm>
          <a:prstGeom prst="rect">
            <a:avLst/>
          </a:prstGeom>
          <a:noFill/>
          <a:ln>
            <a:noFill/>
          </a:ln>
        </p:spPr>
        <p:txBody>
          <a:bodyPr spcFirstLastPara="1" wrap="square" lIns="91425" tIns="45700" rIns="91425" bIns="45700" anchor="t" anchorCtr="0">
            <a:spAutoFit/>
          </a:bodyPr>
          <a:lstStyle/>
          <a:p>
            <a:r>
              <a:rPr lang="en-US" sz="2400">
                <a:solidFill>
                  <a:srgbClr val="1D1B10"/>
                </a:solidFill>
                <a:latin typeface="Arial"/>
                <a:ea typeface="Arial"/>
                <a:cs typeface="Arial"/>
                <a:sym typeface="Arial"/>
              </a:rPr>
              <a:t> </a:t>
            </a:r>
            <a:endParaRPr/>
          </a:p>
        </p:txBody>
      </p:sp>
      <p:sp>
        <p:nvSpPr>
          <p:cNvPr id="3755" name="Google Shape;3755;p71"/>
          <p:cNvSpPr/>
          <p:nvPr/>
        </p:nvSpPr>
        <p:spPr>
          <a:xfrm>
            <a:off x="2189163" y="336224"/>
            <a:ext cx="7964488" cy="3785611"/>
          </a:xfrm>
          <a:prstGeom prst="rect">
            <a:avLst/>
          </a:prstGeom>
          <a:noFill/>
          <a:ln>
            <a:noFill/>
          </a:ln>
        </p:spPr>
        <p:txBody>
          <a:bodyPr spcFirstLastPara="1" wrap="square" lIns="91425" tIns="45700" rIns="91425" bIns="45700" anchor="t" anchorCtr="0">
            <a:spAutoFit/>
          </a:bodyPr>
          <a:lstStyle/>
          <a:p>
            <a:endParaRPr sz="3200" dirty="0">
              <a:solidFill>
                <a:srgbClr val="1D1B10"/>
              </a:solidFill>
              <a:latin typeface="Arial"/>
              <a:ea typeface="Arial"/>
              <a:cs typeface="Arial"/>
              <a:sym typeface="Arial"/>
            </a:endParaRPr>
          </a:p>
          <a:p>
            <a:pPr algn="ctr"/>
            <a:r>
              <a:rPr lang="en-US" sz="4800" b="1" dirty="0">
                <a:solidFill>
                  <a:srgbClr val="1D1B10"/>
                </a:solidFill>
                <a:latin typeface="Arial"/>
                <a:ea typeface="Arial"/>
                <a:cs typeface="Arial"/>
                <a:sym typeface="Arial"/>
              </a:rPr>
              <a:t>Standards of Behavior</a:t>
            </a:r>
            <a:endParaRPr sz="4800" dirty="0">
              <a:solidFill>
                <a:srgbClr val="1D1B10"/>
              </a:solidFill>
              <a:latin typeface="Arial"/>
              <a:ea typeface="Arial"/>
              <a:cs typeface="Arial"/>
              <a:sym typeface="Arial"/>
            </a:endParaRPr>
          </a:p>
          <a:p>
            <a:r>
              <a:rPr lang="en-US" sz="3200" dirty="0">
                <a:solidFill>
                  <a:srgbClr val="1D1B10"/>
                </a:solidFill>
                <a:latin typeface="Arial"/>
                <a:ea typeface="Arial"/>
                <a:cs typeface="Arial"/>
                <a:sym typeface="Arial"/>
              </a:rPr>
              <a:t> </a:t>
            </a:r>
            <a:endParaRPr dirty="0"/>
          </a:p>
          <a:p>
            <a:r>
              <a:rPr lang="en-US" sz="3200" i="1" dirty="0">
                <a:solidFill>
                  <a:srgbClr val="1D1B10"/>
                </a:solidFill>
                <a:latin typeface="Arial"/>
                <a:ea typeface="Arial"/>
                <a:cs typeface="Arial"/>
                <a:sym typeface="Arial"/>
              </a:rPr>
              <a:t>1 Peter 3:8--Finally, all of you be of one mind, having compassion for one another, love as brothers, be tenderhearted, be courteous...</a:t>
            </a:r>
            <a:endParaRPr sz="3200" dirty="0">
              <a:solidFill>
                <a:srgbClr val="1D1B1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60"/>
        <p:cNvGrpSpPr/>
        <p:nvPr/>
      </p:nvGrpSpPr>
      <p:grpSpPr>
        <a:xfrm>
          <a:off x="0" y="0"/>
          <a:ext cx="0" cy="0"/>
          <a:chOff x="0" y="0"/>
          <a:chExt cx="0" cy="0"/>
        </a:xfrm>
      </p:grpSpPr>
      <p:grpSp>
        <p:nvGrpSpPr>
          <p:cNvPr id="3767" name="Google Shape;3767;p72"/>
          <p:cNvGrpSpPr/>
          <p:nvPr/>
        </p:nvGrpSpPr>
        <p:grpSpPr>
          <a:xfrm>
            <a:off x="1449389" y="1066801"/>
            <a:ext cx="5318125" cy="5820229"/>
            <a:chOff x="-74612" y="1066800"/>
            <a:chExt cx="5318125" cy="5820229"/>
          </a:xfrm>
        </p:grpSpPr>
        <p:sp>
          <p:nvSpPr>
            <p:cNvPr id="3768" name="Google Shape;3768;p72"/>
            <p:cNvSpPr/>
            <p:nvPr/>
          </p:nvSpPr>
          <p:spPr>
            <a:xfrm>
              <a:off x="-2380" y="4214813"/>
              <a:ext cx="596107" cy="1399666"/>
            </a:xfrm>
            <a:custGeom>
              <a:avLst/>
              <a:gdLst/>
              <a:ahLst/>
              <a:cxnLst/>
              <a:rect l="l" t="t" r="r" b="b"/>
              <a:pathLst>
                <a:path w="596107" h="1399666" extrusionOk="0">
                  <a:moveTo>
                    <a:pt x="96044" y="0"/>
                  </a:moveTo>
                  <a:lnTo>
                    <a:pt x="202407" y="34925"/>
                  </a:lnTo>
                  <a:lnTo>
                    <a:pt x="262732" y="71438"/>
                  </a:lnTo>
                  <a:lnTo>
                    <a:pt x="321469" y="107950"/>
                  </a:lnTo>
                  <a:lnTo>
                    <a:pt x="416719" y="203200"/>
                  </a:lnTo>
                  <a:lnTo>
                    <a:pt x="500857" y="322263"/>
                  </a:lnTo>
                  <a:lnTo>
                    <a:pt x="561182" y="441325"/>
                  </a:lnTo>
                  <a:lnTo>
                    <a:pt x="596107" y="571500"/>
                  </a:lnTo>
                  <a:lnTo>
                    <a:pt x="596107" y="715963"/>
                  </a:lnTo>
                  <a:lnTo>
                    <a:pt x="596107" y="774701"/>
                  </a:lnTo>
                  <a:lnTo>
                    <a:pt x="584995" y="846138"/>
                  </a:lnTo>
                  <a:lnTo>
                    <a:pt x="561182" y="906463"/>
                  </a:lnTo>
                  <a:lnTo>
                    <a:pt x="537370" y="977901"/>
                  </a:lnTo>
                  <a:lnTo>
                    <a:pt x="500857" y="1049338"/>
                  </a:lnTo>
                  <a:lnTo>
                    <a:pt x="453232" y="1108076"/>
                  </a:lnTo>
                  <a:lnTo>
                    <a:pt x="392907" y="1168401"/>
                  </a:lnTo>
                  <a:lnTo>
                    <a:pt x="345282" y="1228726"/>
                  </a:lnTo>
                  <a:lnTo>
                    <a:pt x="273844" y="1276351"/>
                  </a:lnTo>
                  <a:lnTo>
                    <a:pt x="215107" y="1311276"/>
                  </a:lnTo>
                  <a:lnTo>
                    <a:pt x="72232" y="1382713"/>
                  </a:lnTo>
                  <a:lnTo>
                    <a:pt x="0" y="1399666"/>
                  </a:lnTo>
                  <a:lnTo>
                    <a:pt x="0" y="1343982"/>
                  </a:lnTo>
                  <a:lnTo>
                    <a:pt x="24607" y="1335088"/>
                  </a:lnTo>
                  <a:lnTo>
                    <a:pt x="154782" y="1263651"/>
                  </a:lnTo>
                  <a:lnTo>
                    <a:pt x="273844" y="1181101"/>
                  </a:lnTo>
                  <a:lnTo>
                    <a:pt x="369094" y="1060451"/>
                  </a:lnTo>
                  <a:lnTo>
                    <a:pt x="453232" y="930276"/>
                  </a:lnTo>
                  <a:lnTo>
                    <a:pt x="500857" y="798513"/>
                  </a:lnTo>
                  <a:lnTo>
                    <a:pt x="513557" y="668338"/>
                  </a:lnTo>
                  <a:lnTo>
                    <a:pt x="513557" y="536575"/>
                  </a:lnTo>
                  <a:lnTo>
                    <a:pt x="477045" y="404813"/>
                  </a:lnTo>
                  <a:lnTo>
                    <a:pt x="429420" y="285750"/>
                  </a:lnTo>
                  <a:lnTo>
                    <a:pt x="345282" y="179388"/>
                  </a:lnTo>
                  <a:lnTo>
                    <a:pt x="250032" y="95250"/>
                  </a:lnTo>
                  <a:lnTo>
                    <a:pt x="143669" y="2381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69" name="Google Shape;3769;p72"/>
            <p:cNvSpPr/>
            <p:nvPr/>
          </p:nvSpPr>
          <p:spPr>
            <a:xfrm>
              <a:off x="-2380" y="4524063"/>
              <a:ext cx="167481" cy="549901"/>
            </a:xfrm>
            <a:custGeom>
              <a:avLst/>
              <a:gdLst/>
              <a:ahLst/>
              <a:cxnLst/>
              <a:rect l="l" t="t" r="r" b="b"/>
              <a:pathLst>
                <a:path w="167481" h="549901" extrusionOk="0">
                  <a:moveTo>
                    <a:pt x="0" y="0"/>
                  </a:moveTo>
                  <a:lnTo>
                    <a:pt x="794" y="313"/>
                  </a:lnTo>
                  <a:lnTo>
                    <a:pt x="59531" y="36825"/>
                  </a:lnTo>
                  <a:lnTo>
                    <a:pt x="107156" y="95563"/>
                  </a:lnTo>
                  <a:lnTo>
                    <a:pt x="130969" y="155888"/>
                  </a:lnTo>
                  <a:lnTo>
                    <a:pt x="154781" y="214625"/>
                  </a:lnTo>
                  <a:lnTo>
                    <a:pt x="167481" y="274950"/>
                  </a:lnTo>
                  <a:lnTo>
                    <a:pt x="154781" y="346388"/>
                  </a:lnTo>
                  <a:lnTo>
                    <a:pt x="130969" y="406713"/>
                  </a:lnTo>
                  <a:lnTo>
                    <a:pt x="96044" y="465451"/>
                  </a:lnTo>
                  <a:lnTo>
                    <a:pt x="48418" y="513076"/>
                  </a:lnTo>
                  <a:lnTo>
                    <a:pt x="794" y="549588"/>
                  </a:lnTo>
                  <a:lnTo>
                    <a:pt x="0" y="549901"/>
                  </a:lnTo>
                  <a:lnTo>
                    <a:pt x="0" y="478910"/>
                  </a:lnTo>
                  <a:lnTo>
                    <a:pt x="794" y="478151"/>
                  </a:lnTo>
                  <a:lnTo>
                    <a:pt x="48418" y="430526"/>
                  </a:lnTo>
                  <a:lnTo>
                    <a:pt x="72231" y="382901"/>
                  </a:lnTo>
                  <a:lnTo>
                    <a:pt x="96044" y="298763"/>
                  </a:lnTo>
                  <a:lnTo>
                    <a:pt x="96044" y="214625"/>
                  </a:lnTo>
                  <a:lnTo>
                    <a:pt x="72231" y="143188"/>
                  </a:lnTo>
                  <a:lnTo>
                    <a:pt x="24606" y="71750"/>
                  </a:lnTo>
                  <a:lnTo>
                    <a:pt x="0" y="7175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70" name="Google Shape;3770;p72"/>
            <p:cNvSpPr/>
            <p:nvPr/>
          </p:nvSpPr>
          <p:spPr>
            <a:xfrm>
              <a:off x="2251075" y="1651000"/>
              <a:ext cx="214313" cy="190500"/>
            </a:xfrm>
            <a:custGeom>
              <a:avLst/>
              <a:gdLst/>
              <a:ahLst/>
              <a:cxnLst/>
              <a:rect l="l" t="t" r="r" b="b"/>
              <a:pathLst>
                <a:path w="135" h="120" extrusionOk="0">
                  <a:moveTo>
                    <a:pt x="30" y="23"/>
                  </a:moveTo>
                  <a:lnTo>
                    <a:pt x="30" y="23"/>
                  </a:lnTo>
                  <a:lnTo>
                    <a:pt x="53" y="8"/>
                  </a:lnTo>
                  <a:lnTo>
                    <a:pt x="68" y="0"/>
                  </a:lnTo>
                  <a:lnTo>
                    <a:pt x="105" y="8"/>
                  </a:lnTo>
                  <a:lnTo>
                    <a:pt x="128" y="15"/>
                  </a:lnTo>
                  <a:lnTo>
                    <a:pt x="135" y="23"/>
                  </a:lnTo>
                  <a:lnTo>
                    <a:pt x="135" y="23"/>
                  </a:lnTo>
                  <a:lnTo>
                    <a:pt x="113" y="23"/>
                  </a:lnTo>
                  <a:lnTo>
                    <a:pt x="83" y="23"/>
                  </a:lnTo>
                  <a:lnTo>
                    <a:pt x="60" y="30"/>
                  </a:lnTo>
                  <a:lnTo>
                    <a:pt x="60" y="30"/>
                  </a:lnTo>
                  <a:lnTo>
                    <a:pt x="38" y="53"/>
                  </a:lnTo>
                  <a:lnTo>
                    <a:pt x="23" y="75"/>
                  </a:lnTo>
                  <a:lnTo>
                    <a:pt x="8" y="98"/>
                  </a:lnTo>
                  <a:lnTo>
                    <a:pt x="0" y="113"/>
                  </a:lnTo>
                  <a:lnTo>
                    <a:pt x="0" y="113"/>
                  </a:lnTo>
                  <a:lnTo>
                    <a:pt x="0" y="120"/>
                  </a:lnTo>
                  <a:lnTo>
                    <a:pt x="0" y="120"/>
                  </a:lnTo>
                  <a:lnTo>
                    <a:pt x="0" y="90"/>
                  </a:lnTo>
                  <a:lnTo>
                    <a:pt x="8" y="60"/>
                  </a:lnTo>
                  <a:lnTo>
                    <a:pt x="23" y="38"/>
                  </a:lnTo>
                  <a:lnTo>
                    <a:pt x="30" y="23"/>
                  </a:lnTo>
                  <a:lnTo>
                    <a:pt x="30" y="2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71" name="Google Shape;3771;p72"/>
            <p:cNvSpPr/>
            <p:nvPr/>
          </p:nvSpPr>
          <p:spPr>
            <a:xfrm>
              <a:off x="2000250" y="1436688"/>
              <a:ext cx="692150" cy="404813"/>
            </a:xfrm>
            <a:custGeom>
              <a:avLst/>
              <a:gdLst/>
              <a:ahLst/>
              <a:cxnLst/>
              <a:rect l="l" t="t" r="r" b="b"/>
              <a:pathLst>
                <a:path w="436" h="255" extrusionOk="0">
                  <a:moveTo>
                    <a:pt x="263" y="0"/>
                  </a:moveTo>
                  <a:lnTo>
                    <a:pt x="263" y="0"/>
                  </a:lnTo>
                  <a:lnTo>
                    <a:pt x="293" y="7"/>
                  </a:lnTo>
                  <a:lnTo>
                    <a:pt x="331" y="22"/>
                  </a:lnTo>
                  <a:lnTo>
                    <a:pt x="361" y="37"/>
                  </a:lnTo>
                  <a:lnTo>
                    <a:pt x="383" y="60"/>
                  </a:lnTo>
                  <a:lnTo>
                    <a:pt x="406" y="82"/>
                  </a:lnTo>
                  <a:lnTo>
                    <a:pt x="421" y="113"/>
                  </a:lnTo>
                  <a:lnTo>
                    <a:pt x="436" y="150"/>
                  </a:lnTo>
                  <a:lnTo>
                    <a:pt x="436" y="180"/>
                  </a:lnTo>
                  <a:lnTo>
                    <a:pt x="436" y="180"/>
                  </a:lnTo>
                  <a:lnTo>
                    <a:pt x="429" y="150"/>
                  </a:lnTo>
                  <a:lnTo>
                    <a:pt x="414" y="128"/>
                  </a:lnTo>
                  <a:lnTo>
                    <a:pt x="399" y="97"/>
                  </a:lnTo>
                  <a:lnTo>
                    <a:pt x="376" y="82"/>
                  </a:lnTo>
                  <a:lnTo>
                    <a:pt x="353" y="60"/>
                  </a:lnTo>
                  <a:lnTo>
                    <a:pt x="323" y="45"/>
                  </a:lnTo>
                  <a:lnTo>
                    <a:pt x="293" y="37"/>
                  </a:lnTo>
                  <a:lnTo>
                    <a:pt x="263" y="30"/>
                  </a:lnTo>
                  <a:lnTo>
                    <a:pt x="263" y="30"/>
                  </a:lnTo>
                  <a:lnTo>
                    <a:pt x="211" y="30"/>
                  </a:lnTo>
                  <a:lnTo>
                    <a:pt x="166" y="45"/>
                  </a:lnTo>
                  <a:lnTo>
                    <a:pt x="121" y="60"/>
                  </a:lnTo>
                  <a:lnTo>
                    <a:pt x="83" y="90"/>
                  </a:lnTo>
                  <a:lnTo>
                    <a:pt x="53" y="120"/>
                  </a:lnTo>
                  <a:lnTo>
                    <a:pt x="30" y="165"/>
                  </a:lnTo>
                  <a:lnTo>
                    <a:pt x="8" y="210"/>
                  </a:lnTo>
                  <a:lnTo>
                    <a:pt x="0" y="255"/>
                  </a:lnTo>
                  <a:lnTo>
                    <a:pt x="0" y="255"/>
                  </a:lnTo>
                  <a:lnTo>
                    <a:pt x="0" y="218"/>
                  </a:lnTo>
                  <a:lnTo>
                    <a:pt x="15" y="173"/>
                  </a:lnTo>
                  <a:lnTo>
                    <a:pt x="30" y="120"/>
                  </a:lnTo>
                  <a:lnTo>
                    <a:pt x="61" y="75"/>
                  </a:lnTo>
                  <a:lnTo>
                    <a:pt x="83" y="52"/>
                  </a:lnTo>
                  <a:lnTo>
                    <a:pt x="106" y="37"/>
                  </a:lnTo>
                  <a:lnTo>
                    <a:pt x="136" y="22"/>
                  </a:lnTo>
                  <a:lnTo>
                    <a:pt x="173" y="7"/>
                  </a:lnTo>
                  <a:lnTo>
                    <a:pt x="211" y="0"/>
                  </a:lnTo>
                  <a:lnTo>
                    <a:pt x="263" y="0"/>
                  </a:lnTo>
                  <a:lnTo>
                    <a:pt x="263" y="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72" name="Google Shape;3772;p72"/>
            <p:cNvSpPr/>
            <p:nvPr/>
          </p:nvSpPr>
          <p:spPr>
            <a:xfrm>
              <a:off x="2251075" y="1722438"/>
              <a:ext cx="454025" cy="322263"/>
            </a:xfrm>
            <a:custGeom>
              <a:avLst/>
              <a:gdLst/>
              <a:ahLst/>
              <a:cxnLst/>
              <a:rect l="l" t="t" r="r" b="b"/>
              <a:pathLst>
                <a:path w="286" h="203" extrusionOk="0">
                  <a:moveTo>
                    <a:pt x="113" y="203"/>
                  </a:moveTo>
                  <a:lnTo>
                    <a:pt x="113" y="203"/>
                  </a:lnTo>
                  <a:lnTo>
                    <a:pt x="90" y="203"/>
                  </a:lnTo>
                  <a:lnTo>
                    <a:pt x="68" y="188"/>
                  </a:lnTo>
                  <a:lnTo>
                    <a:pt x="53" y="180"/>
                  </a:lnTo>
                  <a:lnTo>
                    <a:pt x="30" y="165"/>
                  </a:lnTo>
                  <a:lnTo>
                    <a:pt x="15" y="143"/>
                  </a:lnTo>
                  <a:lnTo>
                    <a:pt x="8" y="120"/>
                  </a:lnTo>
                  <a:lnTo>
                    <a:pt x="0" y="98"/>
                  </a:lnTo>
                  <a:lnTo>
                    <a:pt x="0" y="75"/>
                  </a:lnTo>
                  <a:lnTo>
                    <a:pt x="0" y="75"/>
                  </a:lnTo>
                  <a:lnTo>
                    <a:pt x="15" y="105"/>
                  </a:lnTo>
                  <a:lnTo>
                    <a:pt x="30" y="135"/>
                  </a:lnTo>
                  <a:lnTo>
                    <a:pt x="68" y="158"/>
                  </a:lnTo>
                  <a:lnTo>
                    <a:pt x="113" y="173"/>
                  </a:lnTo>
                  <a:lnTo>
                    <a:pt x="113" y="173"/>
                  </a:lnTo>
                  <a:lnTo>
                    <a:pt x="143" y="180"/>
                  </a:lnTo>
                  <a:lnTo>
                    <a:pt x="173" y="173"/>
                  </a:lnTo>
                  <a:lnTo>
                    <a:pt x="203" y="158"/>
                  </a:lnTo>
                  <a:lnTo>
                    <a:pt x="225" y="143"/>
                  </a:lnTo>
                  <a:lnTo>
                    <a:pt x="248" y="120"/>
                  </a:lnTo>
                  <a:lnTo>
                    <a:pt x="263" y="90"/>
                  </a:lnTo>
                  <a:lnTo>
                    <a:pt x="278" y="60"/>
                  </a:lnTo>
                  <a:lnTo>
                    <a:pt x="278" y="30"/>
                  </a:lnTo>
                  <a:lnTo>
                    <a:pt x="278" y="30"/>
                  </a:lnTo>
                  <a:lnTo>
                    <a:pt x="278" y="0"/>
                  </a:lnTo>
                  <a:lnTo>
                    <a:pt x="278" y="0"/>
                  </a:lnTo>
                  <a:lnTo>
                    <a:pt x="286" y="60"/>
                  </a:lnTo>
                  <a:lnTo>
                    <a:pt x="286" y="60"/>
                  </a:lnTo>
                  <a:lnTo>
                    <a:pt x="278" y="90"/>
                  </a:lnTo>
                  <a:lnTo>
                    <a:pt x="271" y="120"/>
                  </a:lnTo>
                  <a:lnTo>
                    <a:pt x="248" y="143"/>
                  </a:lnTo>
                  <a:lnTo>
                    <a:pt x="233" y="165"/>
                  </a:lnTo>
                  <a:lnTo>
                    <a:pt x="203" y="180"/>
                  </a:lnTo>
                  <a:lnTo>
                    <a:pt x="180" y="195"/>
                  </a:lnTo>
                  <a:lnTo>
                    <a:pt x="150" y="203"/>
                  </a:lnTo>
                  <a:lnTo>
                    <a:pt x="113" y="203"/>
                  </a:lnTo>
                  <a:lnTo>
                    <a:pt x="113" y="20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73" name="Google Shape;3773;p72"/>
            <p:cNvSpPr/>
            <p:nvPr/>
          </p:nvSpPr>
          <p:spPr>
            <a:xfrm>
              <a:off x="-2381" y="3689628"/>
              <a:ext cx="191294" cy="96561"/>
            </a:xfrm>
            <a:custGeom>
              <a:avLst/>
              <a:gdLst/>
              <a:ahLst/>
              <a:cxnLst/>
              <a:rect l="l" t="t" r="r" b="b"/>
              <a:pathLst>
                <a:path w="191294" h="96561" extrusionOk="0">
                  <a:moveTo>
                    <a:pt x="0" y="0"/>
                  </a:moveTo>
                  <a:lnTo>
                    <a:pt x="24606" y="23536"/>
                  </a:lnTo>
                  <a:lnTo>
                    <a:pt x="59531" y="48936"/>
                  </a:lnTo>
                  <a:lnTo>
                    <a:pt x="107156" y="72749"/>
                  </a:lnTo>
                  <a:lnTo>
                    <a:pt x="143669" y="83861"/>
                  </a:lnTo>
                  <a:lnTo>
                    <a:pt x="191294" y="83861"/>
                  </a:lnTo>
                  <a:lnTo>
                    <a:pt x="143669" y="96561"/>
                  </a:lnTo>
                  <a:lnTo>
                    <a:pt x="96044" y="96561"/>
                  </a:lnTo>
                  <a:lnTo>
                    <a:pt x="48419" y="96561"/>
                  </a:lnTo>
                  <a:lnTo>
                    <a:pt x="11906" y="72749"/>
                  </a:lnTo>
                  <a:lnTo>
                    <a:pt x="0" y="6084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74" name="Google Shape;3774;p72"/>
            <p:cNvSpPr/>
            <p:nvPr/>
          </p:nvSpPr>
          <p:spPr>
            <a:xfrm>
              <a:off x="-2381" y="3999845"/>
              <a:ext cx="273844" cy="48281"/>
            </a:xfrm>
            <a:custGeom>
              <a:avLst/>
              <a:gdLst/>
              <a:ahLst/>
              <a:cxnLst/>
              <a:rect l="l" t="t" r="r" b="b"/>
              <a:pathLst>
                <a:path w="273844" h="48281" extrusionOk="0">
                  <a:moveTo>
                    <a:pt x="0" y="0"/>
                  </a:moveTo>
                  <a:lnTo>
                    <a:pt x="24606" y="11769"/>
                  </a:lnTo>
                  <a:lnTo>
                    <a:pt x="107156" y="35581"/>
                  </a:lnTo>
                  <a:lnTo>
                    <a:pt x="191294" y="35581"/>
                  </a:lnTo>
                  <a:lnTo>
                    <a:pt x="273844" y="35581"/>
                  </a:lnTo>
                  <a:lnTo>
                    <a:pt x="202406" y="48281"/>
                  </a:lnTo>
                  <a:lnTo>
                    <a:pt x="130969" y="48281"/>
                  </a:lnTo>
                  <a:lnTo>
                    <a:pt x="35719" y="48281"/>
                  </a:lnTo>
                  <a:lnTo>
                    <a:pt x="0" y="3935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75" name="Google Shape;3775;p72"/>
            <p:cNvSpPr/>
            <p:nvPr/>
          </p:nvSpPr>
          <p:spPr>
            <a:xfrm>
              <a:off x="-61912" y="3308350"/>
              <a:ext cx="417513" cy="465138"/>
            </a:xfrm>
            <a:custGeom>
              <a:avLst/>
              <a:gdLst/>
              <a:ahLst/>
              <a:cxnLst/>
              <a:rect l="l" t="t" r="r" b="b"/>
              <a:pathLst>
                <a:path w="263" h="293" extrusionOk="0">
                  <a:moveTo>
                    <a:pt x="263" y="135"/>
                  </a:moveTo>
                  <a:lnTo>
                    <a:pt x="263" y="135"/>
                  </a:lnTo>
                  <a:lnTo>
                    <a:pt x="263" y="158"/>
                  </a:lnTo>
                  <a:lnTo>
                    <a:pt x="263" y="188"/>
                  </a:lnTo>
                  <a:lnTo>
                    <a:pt x="255" y="210"/>
                  </a:lnTo>
                  <a:lnTo>
                    <a:pt x="240" y="233"/>
                  </a:lnTo>
                  <a:lnTo>
                    <a:pt x="225" y="255"/>
                  </a:lnTo>
                  <a:lnTo>
                    <a:pt x="203" y="271"/>
                  </a:lnTo>
                  <a:lnTo>
                    <a:pt x="180" y="286"/>
                  </a:lnTo>
                  <a:lnTo>
                    <a:pt x="158" y="293"/>
                  </a:lnTo>
                  <a:lnTo>
                    <a:pt x="158" y="293"/>
                  </a:lnTo>
                  <a:lnTo>
                    <a:pt x="188" y="271"/>
                  </a:lnTo>
                  <a:lnTo>
                    <a:pt x="218" y="240"/>
                  </a:lnTo>
                  <a:lnTo>
                    <a:pt x="233" y="203"/>
                  </a:lnTo>
                  <a:lnTo>
                    <a:pt x="233" y="143"/>
                  </a:lnTo>
                  <a:lnTo>
                    <a:pt x="233" y="143"/>
                  </a:lnTo>
                  <a:lnTo>
                    <a:pt x="225" y="113"/>
                  </a:lnTo>
                  <a:lnTo>
                    <a:pt x="210" y="83"/>
                  </a:lnTo>
                  <a:lnTo>
                    <a:pt x="188" y="60"/>
                  </a:lnTo>
                  <a:lnTo>
                    <a:pt x="165" y="38"/>
                  </a:lnTo>
                  <a:lnTo>
                    <a:pt x="135" y="23"/>
                  </a:lnTo>
                  <a:lnTo>
                    <a:pt x="98" y="15"/>
                  </a:lnTo>
                  <a:lnTo>
                    <a:pt x="68" y="8"/>
                  </a:lnTo>
                  <a:lnTo>
                    <a:pt x="30" y="15"/>
                  </a:lnTo>
                  <a:lnTo>
                    <a:pt x="30" y="15"/>
                  </a:lnTo>
                  <a:lnTo>
                    <a:pt x="0" y="23"/>
                  </a:lnTo>
                  <a:lnTo>
                    <a:pt x="0" y="23"/>
                  </a:lnTo>
                  <a:lnTo>
                    <a:pt x="60" y="0"/>
                  </a:lnTo>
                  <a:lnTo>
                    <a:pt x="60" y="0"/>
                  </a:lnTo>
                  <a:lnTo>
                    <a:pt x="90" y="0"/>
                  </a:lnTo>
                  <a:lnTo>
                    <a:pt x="128" y="0"/>
                  </a:lnTo>
                  <a:lnTo>
                    <a:pt x="158" y="15"/>
                  </a:lnTo>
                  <a:lnTo>
                    <a:pt x="188" y="30"/>
                  </a:lnTo>
                  <a:lnTo>
                    <a:pt x="210" y="45"/>
                  </a:lnTo>
                  <a:lnTo>
                    <a:pt x="233" y="75"/>
                  </a:lnTo>
                  <a:lnTo>
                    <a:pt x="248" y="98"/>
                  </a:lnTo>
                  <a:lnTo>
                    <a:pt x="263" y="135"/>
                  </a:lnTo>
                  <a:lnTo>
                    <a:pt x="263" y="13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76" name="Google Shape;3776;p72"/>
            <p:cNvSpPr/>
            <p:nvPr/>
          </p:nvSpPr>
          <p:spPr>
            <a:xfrm>
              <a:off x="4659313" y="4381500"/>
              <a:ext cx="358775" cy="309563"/>
            </a:xfrm>
            <a:custGeom>
              <a:avLst/>
              <a:gdLst/>
              <a:ahLst/>
              <a:cxnLst/>
              <a:rect l="l" t="t" r="r" b="b"/>
              <a:pathLst>
                <a:path w="226" h="195" extrusionOk="0">
                  <a:moveTo>
                    <a:pt x="8" y="90"/>
                  </a:moveTo>
                  <a:lnTo>
                    <a:pt x="8" y="90"/>
                  </a:lnTo>
                  <a:lnTo>
                    <a:pt x="30" y="45"/>
                  </a:lnTo>
                  <a:lnTo>
                    <a:pt x="61" y="15"/>
                  </a:lnTo>
                  <a:lnTo>
                    <a:pt x="83" y="8"/>
                  </a:lnTo>
                  <a:lnTo>
                    <a:pt x="106" y="0"/>
                  </a:lnTo>
                  <a:lnTo>
                    <a:pt x="136" y="0"/>
                  </a:lnTo>
                  <a:lnTo>
                    <a:pt x="158" y="0"/>
                  </a:lnTo>
                  <a:lnTo>
                    <a:pt x="158" y="0"/>
                  </a:lnTo>
                  <a:lnTo>
                    <a:pt x="181" y="15"/>
                  </a:lnTo>
                  <a:lnTo>
                    <a:pt x="203" y="30"/>
                  </a:lnTo>
                  <a:lnTo>
                    <a:pt x="218" y="53"/>
                  </a:lnTo>
                  <a:lnTo>
                    <a:pt x="226" y="75"/>
                  </a:lnTo>
                  <a:lnTo>
                    <a:pt x="226" y="75"/>
                  </a:lnTo>
                  <a:lnTo>
                    <a:pt x="203" y="45"/>
                  </a:lnTo>
                  <a:lnTo>
                    <a:pt x="173" y="30"/>
                  </a:lnTo>
                  <a:lnTo>
                    <a:pt x="173" y="30"/>
                  </a:lnTo>
                  <a:lnTo>
                    <a:pt x="143" y="23"/>
                  </a:lnTo>
                  <a:lnTo>
                    <a:pt x="121" y="30"/>
                  </a:lnTo>
                  <a:lnTo>
                    <a:pt x="98" y="30"/>
                  </a:lnTo>
                  <a:lnTo>
                    <a:pt x="76" y="45"/>
                  </a:lnTo>
                  <a:lnTo>
                    <a:pt x="38" y="75"/>
                  </a:lnTo>
                  <a:lnTo>
                    <a:pt x="15" y="113"/>
                  </a:lnTo>
                  <a:lnTo>
                    <a:pt x="15" y="113"/>
                  </a:lnTo>
                  <a:lnTo>
                    <a:pt x="8" y="158"/>
                  </a:lnTo>
                  <a:lnTo>
                    <a:pt x="15" y="195"/>
                  </a:lnTo>
                  <a:lnTo>
                    <a:pt x="15" y="195"/>
                  </a:lnTo>
                  <a:lnTo>
                    <a:pt x="8" y="173"/>
                  </a:lnTo>
                  <a:lnTo>
                    <a:pt x="0" y="143"/>
                  </a:lnTo>
                  <a:lnTo>
                    <a:pt x="0" y="113"/>
                  </a:lnTo>
                  <a:lnTo>
                    <a:pt x="8" y="90"/>
                  </a:lnTo>
                  <a:lnTo>
                    <a:pt x="8" y="9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77" name="Google Shape;3777;p72"/>
            <p:cNvSpPr/>
            <p:nvPr/>
          </p:nvSpPr>
          <p:spPr>
            <a:xfrm>
              <a:off x="4827588" y="4500563"/>
              <a:ext cx="214313" cy="190500"/>
            </a:xfrm>
            <a:custGeom>
              <a:avLst/>
              <a:gdLst/>
              <a:ahLst/>
              <a:cxnLst/>
              <a:rect l="l" t="t" r="r" b="b"/>
              <a:pathLst>
                <a:path w="135" h="120" extrusionOk="0">
                  <a:moveTo>
                    <a:pt x="7" y="60"/>
                  </a:moveTo>
                  <a:lnTo>
                    <a:pt x="7" y="60"/>
                  </a:lnTo>
                  <a:lnTo>
                    <a:pt x="15" y="60"/>
                  </a:lnTo>
                  <a:lnTo>
                    <a:pt x="22" y="60"/>
                  </a:lnTo>
                  <a:lnTo>
                    <a:pt x="37" y="83"/>
                  </a:lnTo>
                  <a:lnTo>
                    <a:pt x="37" y="83"/>
                  </a:lnTo>
                  <a:lnTo>
                    <a:pt x="45" y="98"/>
                  </a:lnTo>
                  <a:lnTo>
                    <a:pt x="60" y="105"/>
                  </a:lnTo>
                  <a:lnTo>
                    <a:pt x="60" y="105"/>
                  </a:lnTo>
                  <a:lnTo>
                    <a:pt x="75" y="98"/>
                  </a:lnTo>
                  <a:lnTo>
                    <a:pt x="97" y="83"/>
                  </a:lnTo>
                  <a:lnTo>
                    <a:pt x="112" y="68"/>
                  </a:lnTo>
                  <a:lnTo>
                    <a:pt x="120" y="45"/>
                  </a:lnTo>
                  <a:lnTo>
                    <a:pt x="120" y="45"/>
                  </a:lnTo>
                  <a:lnTo>
                    <a:pt x="127" y="23"/>
                  </a:lnTo>
                  <a:lnTo>
                    <a:pt x="120" y="0"/>
                  </a:lnTo>
                  <a:lnTo>
                    <a:pt x="120" y="0"/>
                  </a:lnTo>
                  <a:lnTo>
                    <a:pt x="135" y="38"/>
                  </a:lnTo>
                  <a:lnTo>
                    <a:pt x="135" y="53"/>
                  </a:lnTo>
                  <a:lnTo>
                    <a:pt x="135" y="75"/>
                  </a:lnTo>
                  <a:lnTo>
                    <a:pt x="135" y="75"/>
                  </a:lnTo>
                  <a:lnTo>
                    <a:pt x="120" y="90"/>
                  </a:lnTo>
                  <a:lnTo>
                    <a:pt x="112" y="105"/>
                  </a:lnTo>
                  <a:lnTo>
                    <a:pt x="82" y="120"/>
                  </a:lnTo>
                  <a:lnTo>
                    <a:pt x="60" y="120"/>
                  </a:lnTo>
                  <a:lnTo>
                    <a:pt x="37" y="113"/>
                  </a:lnTo>
                  <a:lnTo>
                    <a:pt x="37" y="113"/>
                  </a:lnTo>
                  <a:lnTo>
                    <a:pt x="22" y="105"/>
                  </a:lnTo>
                  <a:lnTo>
                    <a:pt x="7" y="98"/>
                  </a:lnTo>
                  <a:lnTo>
                    <a:pt x="7" y="98"/>
                  </a:lnTo>
                  <a:lnTo>
                    <a:pt x="0" y="83"/>
                  </a:lnTo>
                  <a:lnTo>
                    <a:pt x="0" y="68"/>
                  </a:lnTo>
                  <a:lnTo>
                    <a:pt x="7" y="60"/>
                  </a:lnTo>
                  <a:lnTo>
                    <a:pt x="7" y="6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78" name="Google Shape;3778;p72"/>
            <p:cNvSpPr/>
            <p:nvPr/>
          </p:nvSpPr>
          <p:spPr>
            <a:xfrm>
              <a:off x="4683125" y="4394200"/>
              <a:ext cx="560388" cy="488950"/>
            </a:xfrm>
            <a:custGeom>
              <a:avLst/>
              <a:gdLst/>
              <a:ahLst/>
              <a:cxnLst/>
              <a:rect l="l" t="t" r="r" b="b"/>
              <a:pathLst>
                <a:path w="353" h="308" extrusionOk="0">
                  <a:moveTo>
                    <a:pt x="346" y="172"/>
                  </a:moveTo>
                  <a:lnTo>
                    <a:pt x="346" y="172"/>
                  </a:lnTo>
                  <a:lnTo>
                    <a:pt x="331" y="202"/>
                  </a:lnTo>
                  <a:lnTo>
                    <a:pt x="308" y="240"/>
                  </a:lnTo>
                  <a:lnTo>
                    <a:pt x="286" y="263"/>
                  </a:lnTo>
                  <a:lnTo>
                    <a:pt x="256" y="285"/>
                  </a:lnTo>
                  <a:lnTo>
                    <a:pt x="218" y="293"/>
                  </a:lnTo>
                  <a:lnTo>
                    <a:pt x="181" y="300"/>
                  </a:lnTo>
                  <a:lnTo>
                    <a:pt x="151" y="308"/>
                  </a:lnTo>
                  <a:lnTo>
                    <a:pt x="113" y="300"/>
                  </a:lnTo>
                  <a:lnTo>
                    <a:pt x="113" y="300"/>
                  </a:lnTo>
                  <a:lnTo>
                    <a:pt x="76" y="278"/>
                  </a:lnTo>
                  <a:lnTo>
                    <a:pt x="46" y="255"/>
                  </a:lnTo>
                  <a:lnTo>
                    <a:pt x="15" y="225"/>
                  </a:lnTo>
                  <a:lnTo>
                    <a:pt x="0" y="187"/>
                  </a:lnTo>
                  <a:lnTo>
                    <a:pt x="0" y="187"/>
                  </a:lnTo>
                  <a:lnTo>
                    <a:pt x="15" y="217"/>
                  </a:lnTo>
                  <a:lnTo>
                    <a:pt x="38" y="232"/>
                  </a:lnTo>
                  <a:lnTo>
                    <a:pt x="61" y="247"/>
                  </a:lnTo>
                  <a:lnTo>
                    <a:pt x="91" y="263"/>
                  </a:lnTo>
                  <a:lnTo>
                    <a:pt x="91" y="263"/>
                  </a:lnTo>
                  <a:lnTo>
                    <a:pt x="121" y="270"/>
                  </a:lnTo>
                  <a:lnTo>
                    <a:pt x="158" y="270"/>
                  </a:lnTo>
                  <a:lnTo>
                    <a:pt x="196" y="263"/>
                  </a:lnTo>
                  <a:lnTo>
                    <a:pt x="226" y="247"/>
                  </a:lnTo>
                  <a:lnTo>
                    <a:pt x="256" y="225"/>
                  </a:lnTo>
                  <a:lnTo>
                    <a:pt x="286" y="202"/>
                  </a:lnTo>
                  <a:lnTo>
                    <a:pt x="308" y="172"/>
                  </a:lnTo>
                  <a:lnTo>
                    <a:pt x="323" y="135"/>
                  </a:lnTo>
                  <a:lnTo>
                    <a:pt x="323" y="135"/>
                  </a:lnTo>
                  <a:lnTo>
                    <a:pt x="331" y="97"/>
                  </a:lnTo>
                  <a:lnTo>
                    <a:pt x="338" y="60"/>
                  </a:lnTo>
                  <a:lnTo>
                    <a:pt x="338" y="30"/>
                  </a:lnTo>
                  <a:lnTo>
                    <a:pt x="331" y="0"/>
                  </a:lnTo>
                  <a:lnTo>
                    <a:pt x="331" y="0"/>
                  </a:lnTo>
                  <a:lnTo>
                    <a:pt x="346" y="37"/>
                  </a:lnTo>
                  <a:lnTo>
                    <a:pt x="353" y="75"/>
                  </a:lnTo>
                  <a:lnTo>
                    <a:pt x="353" y="120"/>
                  </a:lnTo>
                  <a:lnTo>
                    <a:pt x="346" y="172"/>
                  </a:lnTo>
                  <a:lnTo>
                    <a:pt x="346" y="172"/>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79" name="Google Shape;3779;p72"/>
            <p:cNvSpPr/>
            <p:nvPr/>
          </p:nvSpPr>
          <p:spPr>
            <a:xfrm>
              <a:off x="3575050" y="4143375"/>
              <a:ext cx="1633538" cy="1179513"/>
            </a:xfrm>
            <a:custGeom>
              <a:avLst/>
              <a:gdLst/>
              <a:ahLst/>
              <a:cxnLst/>
              <a:rect l="l" t="t" r="r" b="b"/>
              <a:pathLst>
                <a:path w="1029" h="743" extrusionOk="0">
                  <a:moveTo>
                    <a:pt x="744" y="15"/>
                  </a:moveTo>
                  <a:lnTo>
                    <a:pt x="744" y="15"/>
                  </a:lnTo>
                  <a:lnTo>
                    <a:pt x="691" y="37"/>
                  </a:lnTo>
                  <a:lnTo>
                    <a:pt x="646" y="67"/>
                  </a:lnTo>
                  <a:lnTo>
                    <a:pt x="601" y="105"/>
                  </a:lnTo>
                  <a:lnTo>
                    <a:pt x="563" y="150"/>
                  </a:lnTo>
                  <a:lnTo>
                    <a:pt x="488" y="248"/>
                  </a:lnTo>
                  <a:lnTo>
                    <a:pt x="398" y="360"/>
                  </a:lnTo>
                  <a:lnTo>
                    <a:pt x="398" y="360"/>
                  </a:lnTo>
                  <a:lnTo>
                    <a:pt x="330" y="443"/>
                  </a:lnTo>
                  <a:lnTo>
                    <a:pt x="263" y="511"/>
                  </a:lnTo>
                  <a:lnTo>
                    <a:pt x="135" y="631"/>
                  </a:lnTo>
                  <a:lnTo>
                    <a:pt x="37" y="713"/>
                  </a:lnTo>
                  <a:lnTo>
                    <a:pt x="0" y="743"/>
                  </a:lnTo>
                  <a:lnTo>
                    <a:pt x="0" y="743"/>
                  </a:lnTo>
                  <a:lnTo>
                    <a:pt x="22" y="728"/>
                  </a:lnTo>
                  <a:lnTo>
                    <a:pt x="105" y="676"/>
                  </a:lnTo>
                  <a:lnTo>
                    <a:pt x="218" y="593"/>
                  </a:lnTo>
                  <a:lnTo>
                    <a:pt x="285" y="533"/>
                  </a:lnTo>
                  <a:lnTo>
                    <a:pt x="353" y="473"/>
                  </a:lnTo>
                  <a:lnTo>
                    <a:pt x="353" y="473"/>
                  </a:lnTo>
                  <a:lnTo>
                    <a:pt x="421" y="398"/>
                  </a:lnTo>
                  <a:lnTo>
                    <a:pt x="488" y="315"/>
                  </a:lnTo>
                  <a:lnTo>
                    <a:pt x="556" y="233"/>
                  </a:lnTo>
                  <a:lnTo>
                    <a:pt x="616" y="165"/>
                  </a:lnTo>
                  <a:lnTo>
                    <a:pt x="676" y="105"/>
                  </a:lnTo>
                  <a:lnTo>
                    <a:pt x="713" y="83"/>
                  </a:lnTo>
                  <a:lnTo>
                    <a:pt x="744" y="60"/>
                  </a:lnTo>
                  <a:lnTo>
                    <a:pt x="781" y="52"/>
                  </a:lnTo>
                  <a:lnTo>
                    <a:pt x="811" y="45"/>
                  </a:lnTo>
                  <a:lnTo>
                    <a:pt x="849" y="45"/>
                  </a:lnTo>
                  <a:lnTo>
                    <a:pt x="886" y="60"/>
                  </a:lnTo>
                  <a:lnTo>
                    <a:pt x="886" y="60"/>
                  </a:lnTo>
                  <a:lnTo>
                    <a:pt x="931" y="75"/>
                  </a:lnTo>
                  <a:lnTo>
                    <a:pt x="976" y="98"/>
                  </a:lnTo>
                  <a:lnTo>
                    <a:pt x="1006" y="128"/>
                  </a:lnTo>
                  <a:lnTo>
                    <a:pt x="1029" y="158"/>
                  </a:lnTo>
                  <a:lnTo>
                    <a:pt x="1029" y="158"/>
                  </a:lnTo>
                  <a:lnTo>
                    <a:pt x="1006" y="113"/>
                  </a:lnTo>
                  <a:lnTo>
                    <a:pt x="976" y="67"/>
                  </a:lnTo>
                  <a:lnTo>
                    <a:pt x="931" y="37"/>
                  </a:lnTo>
                  <a:lnTo>
                    <a:pt x="871" y="15"/>
                  </a:lnTo>
                  <a:lnTo>
                    <a:pt x="871" y="15"/>
                  </a:lnTo>
                  <a:lnTo>
                    <a:pt x="811" y="0"/>
                  </a:lnTo>
                  <a:lnTo>
                    <a:pt x="781" y="0"/>
                  </a:lnTo>
                  <a:lnTo>
                    <a:pt x="744" y="15"/>
                  </a:lnTo>
                  <a:lnTo>
                    <a:pt x="744" y="1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80" name="Google Shape;3780;p72"/>
            <p:cNvSpPr/>
            <p:nvPr/>
          </p:nvSpPr>
          <p:spPr>
            <a:xfrm>
              <a:off x="-2381" y="6348413"/>
              <a:ext cx="321469" cy="538616"/>
            </a:xfrm>
            <a:custGeom>
              <a:avLst/>
              <a:gdLst/>
              <a:ahLst/>
              <a:cxnLst/>
              <a:rect l="l" t="t" r="r" b="b"/>
              <a:pathLst>
                <a:path w="321469" h="538616" extrusionOk="0">
                  <a:moveTo>
                    <a:pt x="107157" y="0"/>
                  </a:moveTo>
                  <a:lnTo>
                    <a:pt x="143669" y="0"/>
                  </a:lnTo>
                  <a:lnTo>
                    <a:pt x="178594" y="0"/>
                  </a:lnTo>
                  <a:lnTo>
                    <a:pt x="226219" y="0"/>
                  </a:lnTo>
                  <a:lnTo>
                    <a:pt x="297657" y="23812"/>
                  </a:lnTo>
                  <a:lnTo>
                    <a:pt x="321469" y="36512"/>
                  </a:lnTo>
                  <a:lnTo>
                    <a:pt x="310357" y="96837"/>
                  </a:lnTo>
                  <a:lnTo>
                    <a:pt x="286544" y="144462"/>
                  </a:lnTo>
                  <a:lnTo>
                    <a:pt x="250032" y="192087"/>
                  </a:lnTo>
                  <a:lnTo>
                    <a:pt x="226219" y="203200"/>
                  </a:lnTo>
                  <a:lnTo>
                    <a:pt x="191294" y="203200"/>
                  </a:lnTo>
                  <a:lnTo>
                    <a:pt x="154782" y="215900"/>
                  </a:lnTo>
                  <a:lnTo>
                    <a:pt x="119857" y="227012"/>
                  </a:lnTo>
                  <a:lnTo>
                    <a:pt x="96044" y="263525"/>
                  </a:lnTo>
                  <a:lnTo>
                    <a:pt x="83344" y="298450"/>
                  </a:lnTo>
                  <a:lnTo>
                    <a:pt x="72232" y="346075"/>
                  </a:lnTo>
                  <a:lnTo>
                    <a:pt x="96044" y="393700"/>
                  </a:lnTo>
                  <a:lnTo>
                    <a:pt x="119857" y="454025"/>
                  </a:lnTo>
                  <a:lnTo>
                    <a:pt x="154782" y="501650"/>
                  </a:lnTo>
                  <a:lnTo>
                    <a:pt x="188185" y="538616"/>
                  </a:lnTo>
                  <a:lnTo>
                    <a:pt x="122164" y="538616"/>
                  </a:lnTo>
                  <a:lnTo>
                    <a:pt x="119857" y="536575"/>
                  </a:lnTo>
                  <a:lnTo>
                    <a:pt x="24607" y="441325"/>
                  </a:lnTo>
                  <a:lnTo>
                    <a:pt x="0" y="410218"/>
                  </a:lnTo>
                  <a:lnTo>
                    <a:pt x="0" y="334686"/>
                  </a:lnTo>
                  <a:lnTo>
                    <a:pt x="11906" y="346075"/>
                  </a:lnTo>
                  <a:lnTo>
                    <a:pt x="24607" y="334962"/>
                  </a:lnTo>
                  <a:lnTo>
                    <a:pt x="11906" y="274637"/>
                  </a:lnTo>
                  <a:lnTo>
                    <a:pt x="11906" y="192087"/>
                  </a:lnTo>
                  <a:lnTo>
                    <a:pt x="11906" y="144462"/>
                  </a:lnTo>
                  <a:lnTo>
                    <a:pt x="24607" y="107950"/>
                  </a:lnTo>
                  <a:lnTo>
                    <a:pt x="35719" y="60325"/>
                  </a:lnTo>
                  <a:lnTo>
                    <a:pt x="72232" y="23812"/>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81" name="Google Shape;3781;p72"/>
            <p:cNvSpPr/>
            <p:nvPr/>
          </p:nvSpPr>
          <p:spPr>
            <a:xfrm>
              <a:off x="4243388" y="3463925"/>
              <a:ext cx="976313" cy="822325"/>
            </a:xfrm>
            <a:custGeom>
              <a:avLst/>
              <a:gdLst/>
              <a:ahLst/>
              <a:cxnLst/>
              <a:rect l="l" t="t" r="r" b="b"/>
              <a:pathLst>
                <a:path w="615" h="518" extrusionOk="0">
                  <a:moveTo>
                    <a:pt x="0" y="518"/>
                  </a:moveTo>
                  <a:lnTo>
                    <a:pt x="0" y="518"/>
                  </a:lnTo>
                  <a:lnTo>
                    <a:pt x="15" y="473"/>
                  </a:lnTo>
                  <a:lnTo>
                    <a:pt x="67" y="368"/>
                  </a:lnTo>
                  <a:lnTo>
                    <a:pt x="105" y="300"/>
                  </a:lnTo>
                  <a:lnTo>
                    <a:pt x="150" y="233"/>
                  </a:lnTo>
                  <a:lnTo>
                    <a:pt x="202" y="165"/>
                  </a:lnTo>
                  <a:lnTo>
                    <a:pt x="262" y="112"/>
                  </a:lnTo>
                  <a:lnTo>
                    <a:pt x="262" y="112"/>
                  </a:lnTo>
                  <a:lnTo>
                    <a:pt x="338" y="60"/>
                  </a:lnTo>
                  <a:lnTo>
                    <a:pt x="405" y="30"/>
                  </a:lnTo>
                  <a:lnTo>
                    <a:pt x="465" y="7"/>
                  </a:lnTo>
                  <a:lnTo>
                    <a:pt x="518" y="0"/>
                  </a:lnTo>
                  <a:lnTo>
                    <a:pt x="563" y="0"/>
                  </a:lnTo>
                  <a:lnTo>
                    <a:pt x="593" y="7"/>
                  </a:lnTo>
                  <a:lnTo>
                    <a:pt x="615" y="15"/>
                  </a:lnTo>
                  <a:lnTo>
                    <a:pt x="615" y="15"/>
                  </a:lnTo>
                  <a:lnTo>
                    <a:pt x="570" y="15"/>
                  </a:lnTo>
                  <a:lnTo>
                    <a:pt x="525" y="30"/>
                  </a:lnTo>
                  <a:lnTo>
                    <a:pt x="488" y="52"/>
                  </a:lnTo>
                  <a:lnTo>
                    <a:pt x="488" y="52"/>
                  </a:lnTo>
                  <a:lnTo>
                    <a:pt x="458" y="82"/>
                  </a:lnTo>
                  <a:lnTo>
                    <a:pt x="435" y="112"/>
                  </a:lnTo>
                  <a:lnTo>
                    <a:pt x="420" y="150"/>
                  </a:lnTo>
                  <a:lnTo>
                    <a:pt x="420" y="150"/>
                  </a:lnTo>
                  <a:lnTo>
                    <a:pt x="413" y="142"/>
                  </a:lnTo>
                  <a:lnTo>
                    <a:pt x="390" y="127"/>
                  </a:lnTo>
                  <a:lnTo>
                    <a:pt x="368" y="120"/>
                  </a:lnTo>
                  <a:lnTo>
                    <a:pt x="345" y="120"/>
                  </a:lnTo>
                  <a:lnTo>
                    <a:pt x="315" y="127"/>
                  </a:lnTo>
                  <a:lnTo>
                    <a:pt x="285" y="142"/>
                  </a:lnTo>
                  <a:lnTo>
                    <a:pt x="285" y="142"/>
                  </a:lnTo>
                  <a:lnTo>
                    <a:pt x="225" y="188"/>
                  </a:lnTo>
                  <a:lnTo>
                    <a:pt x="202" y="210"/>
                  </a:lnTo>
                  <a:lnTo>
                    <a:pt x="210" y="218"/>
                  </a:lnTo>
                  <a:lnTo>
                    <a:pt x="217" y="218"/>
                  </a:lnTo>
                  <a:lnTo>
                    <a:pt x="217" y="218"/>
                  </a:lnTo>
                  <a:lnTo>
                    <a:pt x="247" y="203"/>
                  </a:lnTo>
                  <a:lnTo>
                    <a:pt x="300" y="188"/>
                  </a:lnTo>
                  <a:lnTo>
                    <a:pt x="330" y="188"/>
                  </a:lnTo>
                  <a:lnTo>
                    <a:pt x="353" y="188"/>
                  </a:lnTo>
                  <a:lnTo>
                    <a:pt x="383" y="195"/>
                  </a:lnTo>
                  <a:lnTo>
                    <a:pt x="413" y="203"/>
                  </a:lnTo>
                  <a:lnTo>
                    <a:pt x="413" y="203"/>
                  </a:lnTo>
                  <a:lnTo>
                    <a:pt x="428" y="225"/>
                  </a:lnTo>
                  <a:lnTo>
                    <a:pt x="435" y="248"/>
                  </a:lnTo>
                  <a:lnTo>
                    <a:pt x="443" y="270"/>
                  </a:lnTo>
                  <a:lnTo>
                    <a:pt x="450" y="300"/>
                  </a:lnTo>
                  <a:lnTo>
                    <a:pt x="443" y="338"/>
                  </a:lnTo>
                  <a:lnTo>
                    <a:pt x="443" y="360"/>
                  </a:lnTo>
                  <a:lnTo>
                    <a:pt x="443" y="360"/>
                  </a:lnTo>
                  <a:lnTo>
                    <a:pt x="405" y="360"/>
                  </a:lnTo>
                  <a:lnTo>
                    <a:pt x="368" y="353"/>
                  </a:lnTo>
                  <a:lnTo>
                    <a:pt x="330" y="338"/>
                  </a:lnTo>
                  <a:lnTo>
                    <a:pt x="330" y="338"/>
                  </a:lnTo>
                  <a:lnTo>
                    <a:pt x="323" y="323"/>
                  </a:lnTo>
                  <a:lnTo>
                    <a:pt x="315" y="308"/>
                  </a:lnTo>
                  <a:lnTo>
                    <a:pt x="308" y="278"/>
                  </a:lnTo>
                  <a:lnTo>
                    <a:pt x="292" y="263"/>
                  </a:lnTo>
                  <a:lnTo>
                    <a:pt x="292" y="263"/>
                  </a:lnTo>
                  <a:lnTo>
                    <a:pt x="270" y="248"/>
                  </a:lnTo>
                  <a:lnTo>
                    <a:pt x="240" y="248"/>
                  </a:lnTo>
                  <a:lnTo>
                    <a:pt x="217" y="248"/>
                  </a:lnTo>
                  <a:lnTo>
                    <a:pt x="180" y="270"/>
                  </a:lnTo>
                  <a:lnTo>
                    <a:pt x="180" y="270"/>
                  </a:lnTo>
                  <a:lnTo>
                    <a:pt x="157" y="293"/>
                  </a:lnTo>
                  <a:lnTo>
                    <a:pt x="127" y="323"/>
                  </a:lnTo>
                  <a:lnTo>
                    <a:pt x="67" y="413"/>
                  </a:lnTo>
                  <a:lnTo>
                    <a:pt x="0" y="518"/>
                  </a:lnTo>
                  <a:lnTo>
                    <a:pt x="0" y="51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82" name="Google Shape;3782;p72"/>
            <p:cNvSpPr/>
            <p:nvPr/>
          </p:nvSpPr>
          <p:spPr>
            <a:xfrm>
              <a:off x="2216150" y="2533650"/>
              <a:ext cx="344488" cy="214313"/>
            </a:xfrm>
            <a:custGeom>
              <a:avLst/>
              <a:gdLst/>
              <a:ahLst/>
              <a:cxnLst/>
              <a:rect l="l" t="t" r="r" b="b"/>
              <a:pathLst>
                <a:path w="217" h="135" extrusionOk="0">
                  <a:moveTo>
                    <a:pt x="30" y="0"/>
                  </a:moveTo>
                  <a:lnTo>
                    <a:pt x="30" y="0"/>
                  </a:lnTo>
                  <a:lnTo>
                    <a:pt x="45" y="0"/>
                  </a:lnTo>
                  <a:lnTo>
                    <a:pt x="60" y="15"/>
                  </a:lnTo>
                  <a:lnTo>
                    <a:pt x="67" y="30"/>
                  </a:lnTo>
                  <a:lnTo>
                    <a:pt x="75" y="67"/>
                  </a:lnTo>
                  <a:lnTo>
                    <a:pt x="75" y="67"/>
                  </a:lnTo>
                  <a:lnTo>
                    <a:pt x="75" y="83"/>
                  </a:lnTo>
                  <a:lnTo>
                    <a:pt x="75" y="83"/>
                  </a:lnTo>
                  <a:lnTo>
                    <a:pt x="112" y="90"/>
                  </a:lnTo>
                  <a:lnTo>
                    <a:pt x="150" y="75"/>
                  </a:lnTo>
                  <a:lnTo>
                    <a:pt x="187" y="52"/>
                  </a:lnTo>
                  <a:lnTo>
                    <a:pt x="217" y="22"/>
                  </a:lnTo>
                  <a:lnTo>
                    <a:pt x="217" y="22"/>
                  </a:lnTo>
                  <a:lnTo>
                    <a:pt x="202" y="52"/>
                  </a:lnTo>
                  <a:lnTo>
                    <a:pt x="187" y="83"/>
                  </a:lnTo>
                  <a:lnTo>
                    <a:pt x="165" y="105"/>
                  </a:lnTo>
                  <a:lnTo>
                    <a:pt x="135" y="128"/>
                  </a:lnTo>
                  <a:lnTo>
                    <a:pt x="105" y="135"/>
                  </a:lnTo>
                  <a:lnTo>
                    <a:pt x="82" y="135"/>
                  </a:lnTo>
                  <a:lnTo>
                    <a:pt x="52" y="128"/>
                  </a:lnTo>
                  <a:lnTo>
                    <a:pt x="37" y="113"/>
                  </a:lnTo>
                  <a:lnTo>
                    <a:pt x="37" y="113"/>
                  </a:lnTo>
                  <a:lnTo>
                    <a:pt x="30" y="113"/>
                  </a:lnTo>
                  <a:lnTo>
                    <a:pt x="30" y="113"/>
                  </a:lnTo>
                  <a:lnTo>
                    <a:pt x="22" y="105"/>
                  </a:lnTo>
                  <a:lnTo>
                    <a:pt x="7" y="83"/>
                  </a:lnTo>
                  <a:lnTo>
                    <a:pt x="7" y="83"/>
                  </a:lnTo>
                  <a:lnTo>
                    <a:pt x="0" y="45"/>
                  </a:lnTo>
                  <a:lnTo>
                    <a:pt x="7" y="22"/>
                  </a:lnTo>
                  <a:lnTo>
                    <a:pt x="15" y="7"/>
                  </a:lnTo>
                  <a:lnTo>
                    <a:pt x="30" y="0"/>
                  </a:lnTo>
                  <a:lnTo>
                    <a:pt x="30" y="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83" name="Google Shape;3783;p72"/>
            <p:cNvSpPr/>
            <p:nvPr/>
          </p:nvSpPr>
          <p:spPr>
            <a:xfrm>
              <a:off x="950913" y="2211388"/>
              <a:ext cx="1633538" cy="1216025"/>
            </a:xfrm>
            <a:custGeom>
              <a:avLst/>
              <a:gdLst/>
              <a:ahLst/>
              <a:cxnLst/>
              <a:rect l="l" t="t" r="r" b="b"/>
              <a:pathLst>
                <a:path w="1029" h="766" extrusionOk="0">
                  <a:moveTo>
                    <a:pt x="316" y="278"/>
                  </a:moveTo>
                  <a:lnTo>
                    <a:pt x="316" y="278"/>
                  </a:lnTo>
                  <a:lnTo>
                    <a:pt x="391" y="210"/>
                  </a:lnTo>
                  <a:lnTo>
                    <a:pt x="466" y="150"/>
                  </a:lnTo>
                  <a:lnTo>
                    <a:pt x="534" y="98"/>
                  </a:lnTo>
                  <a:lnTo>
                    <a:pt x="601" y="60"/>
                  </a:lnTo>
                  <a:lnTo>
                    <a:pt x="661" y="38"/>
                  </a:lnTo>
                  <a:lnTo>
                    <a:pt x="722" y="15"/>
                  </a:lnTo>
                  <a:lnTo>
                    <a:pt x="774" y="0"/>
                  </a:lnTo>
                  <a:lnTo>
                    <a:pt x="827" y="0"/>
                  </a:lnTo>
                  <a:lnTo>
                    <a:pt x="872" y="0"/>
                  </a:lnTo>
                  <a:lnTo>
                    <a:pt x="909" y="8"/>
                  </a:lnTo>
                  <a:lnTo>
                    <a:pt x="939" y="23"/>
                  </a:lnTo>
                  <a:lnTo>
                    <a:pt x="969" y="38"/>
                  </a:lnTo>
                  <a:lnTo>
                    <a:pt x="992" y="60"/>
                  </a:lnTo>
                  <a:lnTo>
                    <a:pt x="1014" y="83"/>
                  </a:lnTo>
                  <a:lnTo>
                    <a:pt x="1022" y="113"/>
                  </a:lnTo>
                  <a:lnTo>
                    <a:pt x="1029" y="135"/>
                  </a:lnTo>
                  <a:lnTo>
                    <a:pt x="1029" y="135"/>
                  </a:lnTo>
                  <a:lnTo>
                    <a:pt x="1029" y="188"/>
                  </a:lnTo>
                  <a:lnTo>
                    <a:pt x="1014" y="225"/>
                  </a:lnTo>
                  <a:lnTo>
                    <a:pt x="1014" y="225"/>
                  </a:lnTo>
                  <a:lnTo>
                    <a:pt x="1014" y="188"/>
                  </a:lnTo>
                  <a:lnTo>
                    <a:pt x="1014" y="188"/>
                  </a:lnTo>
                  <a:lnTo>
                    <a:pt x="1007" y="158"/>
                  </a:lnTo>
                  <a:lnTo>
                    <a:pt x="992" y="128"/>
                  </a:lnTo>
                  <a:lnTo>
                    <a:pt x="977" y="105"/>
                  </a:lnTo>
                  <a:lnTo>
                    <a:pt x="954" y="83"/>
                  </a:lnTo>
                  <a:lnTo>
                    <a:pt x="924" y="68"/>
                  </a:lnTo>
                  <a:lnTo>
                    <a:pt x="887" y="53"/>
                  </a:lnTo>
                  <a:lnTo>
                    <a:pt x="849" y="45"/>
                  </a:lnTo>
                  <a:lnTo>
                    <a:pt x="804" y="45"/>
                  </a:lnTo>
                  <a:lnTo>
                    <a:pt x="759" y="53"/>
                  </a:lnTo>
                  <a:lnTo>
                    <a:pt x="699" y="60"/>
                  </a:lnTo>
                  <a:lnTo>
                    <a:pt x="646" y="83"/>
                  </a:lnTo>
                  <a:lnTo>
                    <a:pt x="586" y="113"/>
                  </a:lnTo>
                  <a:lnTo>
                    <a:pt x="519" y="150"/>
                  </a:lnTo>
                  <a:lnTo>
                    <a:pt x="451" y="195"/>
                  </a:lnTo>
                  <a:lnTo>
                    <a:pt x="376" y="255"/>
                  </a:lnTo>
                  <a:lnTo>
                    <a:pt x="301" y="323"/>
                  </a:lnTo>
                  <a:lnTo>
                    <a:pt x="301" y="323"/>
                  </a:lnTo>
                  <a:lnTo>
                    <a:pt x="203" y="428"/>
                  </a:lnTo>
                  <a:lnTo>
                    <a:pt x="128" y="533"/>
                  </a:lnTo>
                  <a:lnTo>
                    <a:pt x="61" y="646"/>
                  </a:lnTo>
                  <a:lnTo>
                    <a:pt x="0" y="766"/>
                  </a:lnTo>
                  <a:lnTo>
                    <a:pt x="23" y="721"/>
                  </a:lnTo>
                  <a:lnTo>
                    <a:pt x="23" y="721"/>
                  </a:lnTo>
                  <a:lnTo>
                    <a:pt x="76" y="601"/>
                  </a:lnTo>
                  <a:lnTo>
                    <a:pt x="143" y="488"/>
                  </a:lnTo>
                  <a:lnTo>
                    <a:pt x="226" y="376"/>
                  </a:lnTo>
                  <a:lnTo>
                    <a:pt x="316" y="278"/>
                  </a:lnTo>
                  <a:lnTo>
                    <a:pt x="316" y="27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84" name="Google Shape;3784;p72"/>
            <p:cNvSpPr/>
            <p:nvPr/>
          </p:nvSpPr>
          <p:spPr>
            <a:xfrm>
              <a:off x="808038" y="1484313"/>
              <a:ext cx="488950" cy="763588"/>
            </a:xfrm>
            <a:custGeom>
              <a:avLst/>
              <a:gdLst/>
              <a:ahLst/>
              <a:cxnLst/>
              <a:rect l="l" t="t" r="r" b="b"/>
              <a:pathLst>
                <a:path w="308" h="481" extrusionOk="0">
                  <a:moveTo>
                    <a:pt x="211" y="421"/>
                  </a:moveTo>
                  <a:lnTo>
                    <a:pt x="211" y="421"/>
                  </a:lnTo>
                  <a:lnTo>
                    <a:pt x="241" y="383"/>
                  </a:lnTo>
                  <a:lnTo>
                    <a:pt x="271" y="345"/>
                  </a:lnTo>
                  <a:lnTo>
                    <a:pt x="293" y="308"/>
                  </a:lnTo>
                  <a:lnTo>
                    <a:pt x="301" y="263"/>
                  </a:lnTo>
                  <a:lnTo>
                    <a:pt x="308" y="218"/>
                  </a:lnTo>
                  <a:lnTo>
                    <a:pt x="301" y="165"/>
                  </a:lnTo>
                  <a:lnTo>
                    <a:pt x="286" y="120"/>
                  </a:lnTo>
                  <a:lnTo>
                    <a:pt x="263" y="75"/>
                  </a:lnTo>
                  <a:lnTo>
                    <a:pt x="263" y="75"/>
                  </a:lnTo>
                  <a:lnTo>
                    <a:pt x="226" y="45"/>
                  </a:lnTo>
                  <a:lnTo>
                    <a:pt x="181" y="15"/>
                  </a:lnTo>
                  <a:lnTo>
                    <a:pt x="128" y="0"/>
                  </a:lnTo>
                  <a:lnTo>
                    <a:pt x="83" y="0"/>
                  </a:lnTo>
                  <a:lnTo>
                    <a:pt x="83" y="0"/>
                  </a:lnTo>
                  <a:lnTo>
                    <a:pt x="113" y="15"/>
                  </a:lnTo>
                  <a:lnTo>
                    <a:pt x="143" y="30"/>
                  </a:lnTo>
                  <a:lnTo>
                    <a:pt x="173" y="52"/>
                  </a:lnTo>
                  <a:lnTo>
                    <a:pt x="196" y="75"/>
                  </a:lnTo>
                  <a:lnTo>
                    <a:pt x="196" y="75"/>
                  </a:lnTo>
                  <a:lnTo>
                    <a:pt x="226" y="120"/>
                  </a:lnTo>
                  <a:lnTo>
                    <a:pt x="241" y="165"/>
                  </a:lnTo>
                  <a:lnTo>
                    <a:pt x="248" y="210"/>
                  </a:lnTo>
                  <a:lnTo>
                    <a:pt x="241" y="255"/>
                  </a:lnTo>
                  <a:lnTo>
                    <a:pt x="233" y="300"/>
                  </a:lnTo>
                  <a:lnTo>
                    <a:pt x="211" y="345"/>
                  </a:lnTo>
                  <a:lnTo>
                    <a:pt x="181" y="383"/>
                  </a:lnTo>
                  <a:lnTo>
                    <a:pt x="151" y="421"/>
                  </a:lnTo>
                  <a:lnTo>
                    <a:pt x="151" y="421"/>
                  </a:lnTo>
                  <a:lnTo>
                    <a:pt x="113" y="443"/>
                  </a:lnTo>
                  <a:lnTo>
                    <a:pt x="83" y="458"/>
                  </a:lnTo>
                  <a:lnTo>
                    <a:pt x="38" y="473"/>
                  </a:lnTo>
                  <a:lnTo>
                    <a:pt x="0" y="481"/>
                  </a:lnTo>
                  <a:lnTo>
                    <a:pt x="0" y="481"/>
                  </a:lnTo>
                  <a:lnTo>
                    <a:pt x="53" y="481"/>
                  </a:lnTo>
                  <a:lnTo>
                    <a:pt x="113" y="473"/>
                  </a:lnTo>
                  <a:lnTo>
                    <a:pt x="166" y="451"/>
                  </a:lnTo>
                  <a:lnTo>
                    <a:pt x="211" y="421"/>
                  </a:lnTo>
                  <a:lnTo>
                    <a:pt x="211" y="42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85" name="Google Shape;3785;p72"/>
            <p:cNvSpPr/>
            <p:nvPr/>
          </p:nvSpPr>
          <p:spPr>
            <a:xfrm>
              <a:off x="630238" y="1484313"/>
              <a:ext cx="309563" cy="452438"/>
            </a:xfrm>
            <a:custGeom>
              <a:avLst/>
              <a:gdLst/>
              <a:ahLst/>
              <a:cxnLst/>
              <a:rect l="l" t="t" r="r" b="b"/>
              <a:pathLst>
                <a:path w="195" h="285" extrusionOk="0">
                  <a:moveTo>
                    <a:pt x="165" y="255"/>
                  </a:moveTo>
                  <a:lnTo>
                    <a:pt x="165" y="255"/>
                  </a:lnTo>
                  <a:lnTo>
                    <a:pt x="165" y="240"/>
                  </a:lnTo>
                  <a:lnTo>
                    <a:pt x="150" y="225"/>
                  </a:lnTo>
                  <a:lnTo>
                    <a:pt x="127" y="218"/>
                  </a:lnTo>
                  <a:lnTo>
                    <a:pt x="105" y="218"/>
                  </a:lnTo>
                  <a:lnTo>
                    <a:pt x="105" y="218"/>
                  </a:lnTo>
                  <a:lnTo>
                    <a:pt x="67" y="210"/>
                  </a:lnTo>
                  <a:lnTo>
                    <a:pt x="45" y="195"/>
                  </a:lnTo>
                  <a:lnTo>
                    <a:pt x="45" y="195"/>
                  </a:lnTo>
                  <a:lnTo>
                    <a:pt x="45" y="150"/>
                  </a:lnTo>
                  <a:lnTo>
                    <a:pt x="52" y="113"/>
                  </a:lnTo>
                  <a:lnTo>
                    <a:pt x="75" y="67"/>
                  </a:lnTo>
                  <a:lnTo>
                    <a:pt x="105" y="37"/>
                  </a:lnTo>
                  <a:lnTo>
                    <a:pt x="105" y="37"/>
                  </a:lnTo>
                  <a:lnTo>
                    <a:pt x="150" y="15"/>
                  </a:lnTo>
                  <a:lnTo>
                    <a:pt x="195" y="0"/>
                  </a:lnTo>
                  <a:lnTo>
                    <a:pt x="195" y="0"/>
                  </a:lnTo>
                  <a:lnTo>
                    <a:pt x="150" y="0"/>
                  </a:lnTo>
                  <a:lnTo>
                    <a:pt x="112" y="0"/>
                  </a:lnTo>
                  <a:lnTo>
                    <a:pt x="82" y="15"/>
                  </a:lnTo>
                  <a:lnTo>
                    <a:pt x="45" y="37"/>
                  </a:lnTo>
                  <a:lnTo>
                    <a:pt x="45" y="37"/>
                  </a:lnTo>
                  <a:lnTo>
                    <a:pt x="22" y="67"/>
                  </a:lnTo>
                  <a:lnTo>
                    <a:pt x="7" y="98"/>
                  </a:lnTo>
                  <a:lnTo>
                    <a:pt x="0" y="128"/>
                  </a:lnTo>
                  <a:lnTo>
                    <a:pt x="0" y="150"/>
                  </a:lnTo>
                  <a:lnTo>
                    <a:pt x="7" y="180"/>
                  </a:lnTo>
                  <a:lnTo>
                    <a:pt x="22" y="203"/>
                  </a:lnTo>
                  <a:lnTo>
                    <a:pt x="45" y="240"/>
                  </a:lnTo>
                  <a:lnTo>
                    <a:pt x="45" y="240"/>
                  </a:lnTo>
                  <a:lnTo>
                    <a:pt x="67" y="263"/>
                  </a:lnTo>
                  <a:lnTo>
                    <a:pt x="97" y="278"/>
                  </a:lnTo>
                  <a:lnTo>
                    <a:pt x="97" y="278"/>
                  </a:lnTo>
                  <a:lnTo>
                    <a:pt x="127" y="285"/>
                  </a:lnTo>
                  <a:lnTo>
                    <a:pt x="150" y="278"/>
                  </a:lnTo>
                  <a:lnTo>
                    <a:pt x="157" y="270"/>
                  </a:lnTo>
                  <a:lnTo>
                    <a:pt x="165" y="255"/>
                  </a:lnTo>
                  <a:lnTo>
                    <a:pt x="165" y="25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86" name="Google Shape;3786;p72"/>
            <p:cNvSpPr/>
            <p:nvPr/>
          </p:nvSpPr>
          <p:spPr>
            <a:xfrm>
              <a:off x="260350" y="1066800"/>
              <a:ext cx="738188" cy="1181100"/>
            </a:xfrm>
            <a:custGeom>
              <a:avLst/>
              <a:gdLst/>
              <a:ahLst/>
              <a:cxnLst/>
              <a:rect l="l" t="t" r="r" b="b"/>
              <a:pathLst>
                <a:path w="465" h="744" extrusionOk="0">
                  <a:moveTo>
                    <a:pt x="142" y="90"/>
                  </a:moveTo>
                  <a:lnTo>
                    <a:pt x="142" y="90"/>
                  </a:lnTo>
                  <a:lnTo>
                    <a:pt x="82" y="143"/>
                  </a:lnTo>
                  <a:lnTo>
                    <a:pt x="45" y="203"/>
                  </a:lnTo>
                  <a:lnTo>
                    <a:pt x="15" y="270"/>
                  </a:lnTo>
                  <a:lnTo>
                    <a:pt x="0" y="346"/>
                  </a:lnTo>
                  <a:lnTo>
                    <a:pt x="0" y="413"/>
                  </a:lnTo>
                  <a:lnTo>
                    <a:pt x="7" y="481"/>
                  </a:lnTo>
                  <a:lnTo>
                    <a:pt x="37" y="548"/>
                  </a:lnTo>
                  <a:lnTo>
                    <a:pt x="75" y="608"/>
                  </a:lnTo>
                  <a:lnTo>
                    <a:pt x="75" y="608"/>
                  </a:lnTo>
                  <a:lnTo>
                    <a:pt x="97" y="638"/>
                  </a:lnTo>
                  <a:lnTo>
                    <a:pt x="127" y="668"/>
                  </a:lnTo>
                  <a:lnTo>
                    <a:pt x="195" y="706"/>
                  </a:lnTo>
                  <a:lnTo>
                    <a:pt x="233" y="721"/>
                  </a:lnTo>
                  <a:lnTo>
                    <a:pt x="270" y="736"/>
                  </a:lnTo>
                  <a:lnTo>
                    <a:pt x="308" y="744"/>
                  </a:lnTo>
                  <a:lnTo>
                    <a:pt x="345" y="744"/>
                  </a:lnTo>
                  <a:lnTo>
                    <a:pt x="345" y="744"/>
                  </a:lnTo>
                  <a:lnTo>
                    <a:pt x="293" y="729"/>
                  </a:lnTo>
                  <a:lnTo>
                    <a:pt x="240" y="706"/>
                  </a:lnTo>
                  <a:lnTo>
                    <a:pt x="195" y="676"/>
                  </a:lnTo>
                  <a:lnTo>
                    <a:pt x="158" y="631"/>
                  </a:lnTo>
                  <a:lnTo>
                    <a:pt x="158" y="631"/>
                  </a:lnTo>
                  <a:lnTo>
                    <a:pt x="120" y="571"/>
                  </a:lnTo>
                  <a:lnTo>
                    <a:pt x="90" y="503"/>
                  </a:lnTo>
                  <a:lnTo>
                    <a:pt x="82" y="436"/>
                  </a:lnTo>
                  <a:lnTo>
                    <a:pt x="82" y="361"/>
                  </a:lnTo>
                  <a:lnTo>
                    <a:pt x="97" y="293"/>
                  </a:lnTo>
                  <a:lnTo>
                    <a:pt x="127" y="225"/>
                  </a:lnTo>
                  <a:lnTo>
                    <a:pt x="165" y="165"/>
                  </a:lnTo>
                  <a:lnTo>
                    <a:pt x="225" y="113"/>
                  </a:lnTo>
                  <a:lnTo>
                    <a:pt x="225" y="113"/>
                  </a:lnTo>
                  <a:lnTo>
                    <a:pt x="285" y="68"/>
                  </a:lnTo>
                  <a:lnTo>
                    <a:pt x="345" y="38"/>
                  </a:lnTo>
                  <a:lnTo>
                    <a:pt x="405" y="15"/>
                  </a:lnTo>
                  <a:lnTo>
                    <a:pt x="465" y="8"/>
                  </a:lnTo>
                  <a:lnTo>
                    <a:pt x="465" y="8"/>
                  </a:lnTo>
                  <a:lnTo>
                    <a:pt x="383" y="0"/>
                  </a:lnTo>
                  <a:lnTo>
                    <a:pt x="300" y="15"/>
                  </a:lnTo>
                  <a:lnTo>
                    <a:pt x="263" y="23"/>
                  </a:lnTo>
                  <a:lnTo>
                    <a:pt x="218" y="38"/>
                  </a:lnTo>
                  <a:lnTo>
                    <a:pt x="180" y="60"/>
                  </a:lnTo>
                  <a:lnTo>
                    <a:pt x="142" y="90"/>
                  </a:lnTo>
                  <a:lnTo>
                    <a:pt x="142" y="9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87" name="Google Shape;3787;p72"/>
            <p:cNvSpPr/>
            <p:nvPr/>
          </p:nvSpPr>
          <p:spPr>
            <a:xfrm>
              <a:off x="665163" y="1079500"/>
              <a:ext cx="1073150" cy="3756025"/>
            </a:xfrm>
            <a:custGeom>
              <a:avLst/>
              <a:gdLst/>
              <a:ahLst/>
              <a:cxnLst/>
              <a:rect l="l" t="t" r="r" b="b"/>
              <a:pathLst>
                <a:path w="676" h="2366" extrusionOk="0">
                  <a:moveTo>
                    <a:pt x="676" y="413"/>
                  </a:moveTo>
                  <a:lnTo>
                    <a:pt x="676" y="413"/>
                  </a:lnTo>
                  <a:lnTo>
                    <a:pt x="676" y="473"/>
                  </a:lnTo>
                  <a:lnTo>
                    <a:pt x="669" y="525"/>
                  </a:lnTo>
                  <a:lnTo>
                    <a:pt x="661" y="578"/>
                  </a:lnTo>
                  <a:lnTo>
                    <a:pt x="646" y="630"/>
                  </a:lnTo>
                  <a:lnTo>
                    <a:pt x="601" y="736"/>
                  </a:lnTo>
                  <a:lnTo>
                    <a:pt x="548" y="841"/>
                  </a:lnTo>
                  <a:lnTo>
                    <a:pt x="488" y="946"/>
                  </a:lnTo>
                  <a:lnTo>
                    <a:pt x="421" y="1051"/>
                  </a:lnTo>
                  <a:lnTo>
                    <a:pt x="346" y="1164"/>
                  </a:lnTo>
                  <a:lnTo>
                    <a:pt x="271" y="1291"/>
                  </a:lnTo>
                  <a:lnTo>
                    <a:pt x="271" y="1291"/>
                  </a:lnTo>
                  <a:lnTo>
                    <a:pt x="218" y="1389"/>
                  </a:lnTo>
                  <a:lnTo>
                    <a:pt x="165" y="1487"/>
                  </a:lnTo>
                  <a:lnTo>
                    <a:pt x="135" y="1584"/>
                  </a:lnTo>
                  <a:lnTo>
                    <a:pt x="105" y="1682"/>
                  </a:lnTo>
                  <a:lnTo>
                    <a:pt x="90" y="1772"/>
                  </a:lnTo>
                  <a:lnTo>
                    <a:pt x="75" y="1862"/>
                  </a:lnTo>
                  <a:lnTo>
                    <a:pt x="68" y="1945"/>
                  </a:lnTo>
                  <a:lnTo>
                    <a:pt x="68" y="2028"/>
                  </a:lnTo>
                  <a:lnTo>
                    <a:pt x="83" y="2163"/>
                  </a:lnTo>
                  <a:lnTo>
                    <a:pt x="98" y="2268"/>
                  </a:lnTo>
                  <a:lnTo>
                    <a:pt x="120" y="2366"/>
                  </a:lnTo>
                  <a:lnTo>
                    <a:pt x="120" y="2366"/>
                  </a:lnTo>
                  <a:lnTo>
                    <a:pt x="83" y="2290"/>
                  </a:lnTo>
                  <a:lnTo>
                    <a:pt x="53" y="2208"/>
                  </a:lnTo>
                  <a:lnTo>
                    <a:pt x="23" y="2095"/>
                  </a:lnTo>
                  <a:lnTo>
                    <a:pt x="15" y="2028"/>
                  </a:lnTo>
                  <a:lnTo>
                    <a:pt x="8" y="1960"/>
                  </a:lnTo>
                  <a:lnTo>
                    <a:pt x="0" y="1885"/>
                  </a:lnTo>
                  <a:lnTo>
                    <a:pt x="8" y="1802"/>
                  </a:lnTo>
                  <a:lnTo>
                    <a:pt x="15" y="1720"/>
                  </a:lnTo>
                  <a:lnTo>
                    <a:pt x="38" y="1637"/>
                  </a:lnTo>
                  <a:lnTo>
                    <a:pt x="68" y="1547"/>
                  </a:lnTo>
                  <a:lnTo>
                    <a:pt x="105" y="1457"/>
                  </a:lnTo>
                  <a:lnTo>
                    <a:pt x="105" y="1457"/>
                  </a:lnTo>
                  <a:lnTo>
                    <a:pt x="210" y="1276"/>
                  </a:lnTo>
                  <a:lnTo>
                    <a:pt x="308" y="1096"/>
                  </a:lnTo>
                  <a:lnTo>
                    <a:pt x="413" y="923"/>
                  </a:lnTo>
                  <a:lnTo>
                    <a:pt x="496" y="758"/>
                  </a:lnTo>
                  <a:lnTo>
                    <a:pt x="533" y="676"/>
                  </a:lnTo>
                  <a:lnTo>
                    <a:pt x="556" y="600"/>
                  </a:lnTo>
                  <a:lnTo>
                    <a:pt x="579" y="525"/>
                  </a:lnTo>
                  <a:lnTo>
                    <a:pt x="586" y="450"/>
                  </a:lnTo>
                  <a:lnTo>
                    <a:pt x="579" y="383"/>
                  </a:lnTo>
                  <a:lnTo>
                    <a:pt x="563" y="307"/>
                  </a:lnTo>
                  <a:lnTo>
                    <a:pt x="533" y="247"/>
                  </a:lnTo>
                  <a:lnTo>
                    <a:pt x="488" y="180"/>
                  </a:lnTo>
                  <a:lnTo>
                    <a:pt x="488" y="180"/>
                  </a:lnTo>
                  <a:lnTo>
                    <a:pt x="428" y="112"/>
                  </a:lnTo>
                  <a:lnTo>
                    <a:pt x="353" y="52"/>
                  </a:lnTo>
                  <a:lnTo>
                    <a:pt x="323" y="30"/>
                  </a:lnTo>
                  <a:lnTo>
                    <a:pt x="286" y="15"/>
                  </a:lnTo>
                  <a:lnTo>
                    <a:pt x="248" y="7"/>
                  </a:lnTo>
                  <a:lnTo>
                    <a:pt x="210" y="0"/>
                  </a:lnTo>
                  <a:lnTo>
                    <a:pt x="210" y="0"/>
                  </a:lnTo>
                  <a:lnTo>
                    <a:pt x="256" y="0"/>
                  </a:lnTo>
                  <a:lnTo>
                    <a:pt x="308" y="0"/>
                  </a:lnTo>
                  <a:lnTo>
                    <a:pt x="353" y="15"/>
                  </a:lnTo>
                  <a:lnTo>
                    <a:pt x="406" y="37"/>
                  </a:lnTo>
                  <a:lnTo>
                    <a:pt x="458" y="60"/>
                  </a:lnTo>
                  <a:lnTo>
                    <a:pt x="503" y="90"/>
                  </a:lnTo>
                  <a:lnTo>
                    <a:pt x="548" y="135"/>
                  </a:lnTo>
                  <a:lnTo>
                    <a:pt x="586" y="180"/>
                  </a:lnTo>
                  <a:lnTo>
                    <a:pt x="586" y="180"/>
                  </a:lnTo>
                  <a:lnTo>
                    <a:pt x="616" y="225"/>
                  </a:lnTo>
                  <a:lnTo>
                    <a:pt x="646" y="277"/>
                  </a:lnTo>
                  <a:lnTo>
                    <a:pt x="669" y="345"/>
                  </a:lnTo>
                  <a:lnTo>
                    <a:pt x="676" y="413"/>
                  </a:lnTo>
                  <a:lnTo>
                    <a:pt x="676" y="41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88" name="Google Shape;3788;p72"/>
            <p:cNvSpPr/>
            <p:nvPr/>
          </p:nvSpPr>
          <p:spPr>
            <a:xfrm>
              <a:off x="1022350" y="2998788"/>
              <a:ext cx="1955800" cy="1490663"/>
            </a:xfrm>
            <a:custGeom>
              <a:avLst/>
              <a:gdLst/>
              <a:ahLst/>
              <a:cxnLst/>
              <a:rect l="l" t="t" r="r" b="b"/>
              <a:pathLst>
                <a:path w="1232" h="939" extrusionOk="0">
                  <a:moveTo>
                    <a:pt x="0" y="698"/>
                  </a:moveTo>
                  <a:lnTo>
                    <a:pt x="0" y="698"/>
                  </a:lnTo>
                  <a:lnTo>
                    <a:pt x="8" y="623"/>
                  </a:lnTo>
                  <a:lnTo>
                    <a:pt x="16" y="556"/>
                  </a:lnTo>
                  <a:lnTo>
                    <a:pt x="38" y="488"/>
                  </a:lnTo>
                  <a:lnTo>
                    <a:pt x="61" y="428"/>
                  </a:lnTo>
                  <a:lnTo>
                    <a:pt x="91" y="360"/>
                  </a:lnTo>
                  <a:lnTo>
                    <a:pt x="128" y="300"/>
                  </a:lnTo>
                  <a:lnTo>
                    <a:pt x="166" y="248"/>
                  </a:lnTo>
                  <a:lnTo>
                    <a:pt x="211" y="195"/>
                  </a:lnTo>
                  <a:lnTo>
                    <a:pt x="256" y="150"/>
                  </a:lnTo>
                  <a:lnTo>
                    <a:pt x="308" y="112"/>
                  </a:lnTo>
                  <a:lnTo>
                    <a:pt x="369" y="75"/>
                  </a:lnTo>
                  <a:lnTo>
                    <a:pt x="429" y="45"/>
                  </a:lnTo>
                  <a:lnTo>
                    <a:pt x="489" y="22"/>
                  </a:lnTo>
                  <a:lnTo>
                    <a:pt x="556" y="7"/>
                  </a:lnTo>
                  <a:lnTo>
                    <a:pt x="624" y="0"/>
                  </a:lnTo>
                  <a:lnTo>
                    <a:pt x="692" y="0"/>
                  </a:lnTo>
                  <a:lnTo>
                    <a:pt x="692" y="0"/>
                  </a:lnTo>
                  <a:lnTo>
                    <a:pt x="744" y="7"/>
                  </a:lnTo>
                  <a:lnTo>
                    <a:pt x="789" y="15"/>
                  </a:lnTo>
                  <a:lnTo>
                    <a:pt x="834" y="30"/>
                  </a:lnTo>
                  <a:lnTo>
                    <a:pt x="879" y="52"/>
                  </a:lnTo>
                  <a:lnTo>
                    <a:pt x="969" y="105"/>
                  </a:lnTo>
                  <a:lnTo>
                    <a:pt x="1045" y="165"/>
                  </a:lnTo>
                  <a:lnTo>
                    <a:pt x="1112" y="240"/>
                  </a:lnTo>
                  <a:lnTo>
                    <a:pt x="1165" y="330"/>
                  </a:lnTo>
                  <a:lnTo>
                    <a:pt x="1210" y="420"/>
                  </a:lnTo>
                  <a:lnTo>
                    <a:pt x="1232" y="511"/>
                  </a:lnTo>
                  <a:lnTo>
                    <a:pt x="1232" y="511"/>
                  </a:lnTo>
                  <a:lnTo>
                    <a:pt x="1202" y="428"/>
                  </a:lnTo>
                  <a:lnTo>
                    <a:pt x="1165" y="353"/>
                  </a:lnTo>
                  <a:lnTo>
                    <a:pt x="1112" y="285"/>
                  </a:lnTo>
                  <a:lnTo>
                    <a:pt x="1052" y="225"/>
                  </a:lnTo>
                  <a:lnTo>
                    <a:pt x="977" y="180"/>
                  </a:lnTo>
                  <a:lnTo>
                    <a:pt x="902" y="143"/>
                  </a:lnTo>
                  <a:lnTo>
                    <a:pt x="819" y="112"/>
                  </a:lnTo>
                  <a:lnTo>
                    <a:pt x="729" y="105"/>
                  </a:lnTo>
                  <a:lnTo>
                    <a:pt x="729" y="105"/>
                  </a:lnTo>
                  <a:lnTo>
                    <a:pt x="661" y="97"/>
                  </a:lnTo>
                  <a:lnTo>
                    <a:pt x="594" y="105"/>
                  </a:lnTo>
                  <a:lnTo>
                    <a:pt x="526" y="120"/>
                  </a:lnTo>
                  <a:lnTo>
                    <a:pt x="459" y="143"/>
                  </a:lnTo>
                  <a:lnTo>
                    <a:pt x="399" y="165"/>
                  </a:lnTo>
                  <a:lnTo>
                    <a:pt x="338" y="195"/>
                  </a:lnTo>
                  <a:lnTo>
                    <a:pt x="286" y="233"/>
                  </a:lnTo>
                  <a:lnTo>
                    <a:pt x="233" y="270"/>
                  </a:lnTo>
                  <a:lnTo>
                    <a:pt x="188" y="315"/>
                  </a:lnTo>
                  <a:lnTo>
                    <a:pt x="143" y="368"/>
                  </a:lnTo>
                  <a:lnTo>
                    <a:pt x="106" y="420"/>
                  </a:lnTo>
                  <a:lnTo>
                    <a:pt x="76" y="481"/>
                  </a:lnTo>
                  <a:lnTo>
                    <a:pt x="53" y="541"/>
                  </a:lnTo>
                  <a:lnTo>
                    <a:pt x="31" y="608"/>
                  </a:lnTo>
                  <a:lnTo>
                    <a:pt x="16" y="676"/>
                  </a:lnTo>
                  <a:lnTo>
                    <a:pt x="8" y="743"/>
                  </a:lnTo>
                  <a:lnTo>
                    <a:pt x="8" y="743"/>
                  </a:lnTo>
                  <a:lnTo>
                    <a:pt x="8" y="841"/>
                  </a:lnTo>
                  <a:lnTo>
                    <a:pt x="23" y="939"/>
                  </a:lnTo>
                  <a:lnTo>
                    <a:pt x="23" y="939"/>
                  </a:lnTo>
                  <a:lnTo>
                    <a:pt x="0" y="819"/>
                  </a:lnTo>
                  <a:lnTo>
                    <a:pt x="0" y="758"/>
                  </a:lnTo>
                  <a:lnTo>
                    <a:pt x="0" y="698"/>
                  </a:lnTo>
                  <a:lnTo>
                    <a:pt x="0" y="69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89" name="Google Shape;3789;p72"/>
            <p:cNvSpPr/>
            <p:nvPr/>
          </p:nvSpPr>
          <p:spPr>
            <a:xfrm>
              <a:off x="1751013" y="3810000"/>
              <a:ext cx="1263650" cy="1001713"/>
            </a:xfrm>
            <a:custGeom>
              <a:avLst/>
              <a:gdLst/>
              <a:ahLst/>
              <a:cxnLst/>
              <a:rect l="l" t="t" r="r" b="b"/>
              <a:pathLst>
                <a:path w="796" h="631" extrusionOk="0">
                  <a:moveTo>
                    <a:pt x="360" y="631"/>
                  </a:moveTo>
                  <a:lnTo>
                    <a:pt x="360" y="631"/>
                  </a:lnTo>
                  <a:lnTo>
                    <a:pt x="293" y="615"/>
                  </a:lnTo>
                  <a:lnTo>
                    <a:pt x="225" y="585"/>
                  </a:lnTo>
                  <a:lnTo>
                    <a:pt x="157" y="548"/>
                  </a:lnTo>
                  <a:lnTo>
                    <a:pt x="97" y="495"/>
                  </a:lnTo>
                  <a:lnTo>
                    <a:pt x="52" y="435"/>
                  </a:lnTo>
                  <a:lnTo>
                    <a:pt x="37" y="398"/>
                  </a:lnTo>
                  <a:lnTo>
                    <a:pt x="22" y="360"/>
                  </a:lnTo>
                  <a:lnTo>
                    <a:pt x="7" y="323"/>
                  </a:lnTo>
                  <a:lnTo>
                    <a:pt x="0" y="277"/>
                  </a:lnTo>
                  <a:lnTo>
                    <a:pt x="0" y="240"/>
                  </a:lnTo>
                  <a:lnTo>
                    <a:pt x="7" y="195"/>
                  </a:lnTo>
                  <a:lnTo>
                    <a:pt x="7" y="195"/>
                  </a:lnTo>
                  <a:lnTo>
                    <a:pt x="22" y="142"/>
                  </a:lnTo>
                  <a:lnTo>
                    <a:pt x="37" y="105"/>
                  </a:lnTo>
                  <a:lnTo>
                    <a:pt x="60" y="82"/>
                  </a:lnTo>
                  <a:lnTo>
                    <a:pt x="82" y="67"/>
                  </a:lnTo>
                  <a:lnTo>
                    <a:pt x="105" y="67"/>
                  </a:lnTo>
                  <a:lnTo>
                    <a:pt x="127" y="67"/>
                  </a:lnTo>
                  <a:lnTo>
                    <a:pt x="142" y="75"/>
                  </a:lnTo>
                  <a:lnTo>
                    <a:pt x="165" y="82"/>
                  </a:lnTo>
                  <a:lnTo>
                    <a:pt x="165" y="82"/>
                  </a:lnTo>
                  <a:lnTo>
                    <a:pt x="187" y="112"/>
                  </a:lnTo>
                  <a:lnTo>
                    <a:pt x="195" y="135"/>
                  </a:lnTo>
                  <a:lnTo>
                    <a:pt x="202" y="157"/>
                  </a:lnTo>
                  <a:lnTo>
                    <a:pt x="195" y="180"/>
                  </a:lnTo>
                  <a:lnTo>
                    <a:pt x="187" y="202"/>
                  </a:lnTo>
                  <a:lnTo>
                    <a:pt x="172" y="225"/>
                  </a:lnTo>
                  <a:lnTo>
                    <a:pt x="150" y="255"/>
                  </a:lnTo>
                  <a:lnTo>
                    <a:pt x="150" y="255"/>
                  </a:lnTo>
                  <a:lnTo>
                    <a:pt x="127" y="285"/>
                  </a:lnTo>
                  <a:lnTo>
                    <a:pt x="105" y="308"/>
                  </a:lnTo>
                  <a:lnTo>
                    <a:pt x="90" y="360"/>
                  </a:lnTo>
                  <a:lnTo>
                    <a:pt x="82" y="405"/>
                  </a:lnTo>
                  <a:lnTo>
                    <a:pt x="90" y="420"/>
                  </a:lnTo>
                  <a:lnTo>
                    <a:pt x="97" y="435"/>
                  </a:lnTo>
                  <a:lnTo>
                    <a:pt x="97" y="435"/>
                  </a:lnTo>
                  <a:lnTo>
                    <a:pt x="142" y="480"/>
                  </a:lnTo>
                  <a:lnTo>
                    <a:pt x="195" y="510"/>
                  </a:lnTo>
                  <a:lnTo>
                    <a:pt x="255" y="525"/>
                  </a:lnTo>
                  <a:lnTo>
                    <a:pt x="323" y="533"/>
                  </a:lnTo>
                  <a:lnTo>
                    <a:pt x="323" y="533"/>
                  </a:lnTo>
                  <a:lnTo>
                    <a:pt x="368" y="540"/>
                  </a:lnTo>
                  <a:lnTo>
                    <a:pt x="413" y="533"/>
                  </a:lnTo>
                  <a:lnTo>
                    <a:pt x="495" y="510"/>
                  </a:lnTo>
                  <a:lnTo>
                    <a:pt x="571" y="480"/>
                  </a:lnTo>
                  <a:lnTo>
                    <a:pt x="638" y="428"/>
                  </a:lnTo>
                  <a:lnTo>
                    <a:pt x="698" y="368"/>
                  </a:lnTo>
                  <a:lnTo>
                    <a:pt x="736" y="293"/>
                  </a:lnTo>
                  <a:lnTo>
                    <a:pt x="766" y="210"/>
                  </a:lnTo>
                  <a:lnTo>
                    <a:pt x="781" y="172"/>
                  </a:lnTo>
                  <a:lnTo>
                    <a:pt x="781" y="127"/>
                  </a:lnTo>
                  <a:lnTo>
                    <a:pt x="781" y="127"/>
                  </a:lnTo>
                  <a:lnTo>
                    <a:pt x="781" y="60"/>
                  </a:lnTo>
                  <a:lnTo>
                    <a:pt x="773" y="0"/>
                  </a:lnTo>
                  <a:lnTo>
                    <a:pt x="773" y="0"/>
                  </a:lnTo>
                  <a:lnTo>
                    <a:pt x="788" y="82"/>
                  </a:lnTo>
                  <a:lnTo>
                    <a:pt x="796" y="172"/>
                  </a:lnTo>
                  <a:lnTo>
                    <a:pt x="796" y="172"/>
                  </a:lnTo>
                  <a:lnTo>
                    <a:pt x="781" y="262"/>
                  </a:lnTo>
                  <a:lnTo>
                    <a:pt x="751" y="353"/>
                  </a:lnTo>
                  <a:lnTo>
                    <a:pt x="713" y="428"/>
                  </a:lnTo>
                  <a:lnTo>
                    <a:pt x="661" y="495"/>
                  </a:lnTo>
                  <a:lnTo>
                    <a:pt x="601" y="555"/>
                  </a:lnTo>
                  <a:lnTo>
                    <a:pt x="563" y="578"/>
                  </a:lnTo>
                  <a:lnTo>
                    <a:pt x="533" y="600"/>
                  </a:lnTo>
                  <a:lnTo>
                    <a:pt x="488" y="615"/>
                  </a:lnTo>
                  <a:lnTo>
                    <a:pt x="450" y="623"/>
                  </a:lnTo>
                  <a:lnTo>
                    <a:pt x="405" y="631"/>
                  </a:lnTo>
                  <a:lnTo>
                    <a:pt x="360" y="631"/>
                  </a:lnTo>
                  <a:lnTo>
                    <a:pt x="360" y="63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90" name="Google Shape;3790;p72"/>
            <p:cNvSpPr/>
            <p:nvPr/>
          </p:nvSpPr>
          <p:spPr>
            <a:xfrm>
              <a:off x="1058863" y="3440113"/>
              <a:ext cx="3063875" cy="2276475"/>
            </a:xfrm>
            <a:custGeom>
              <a:avLst/>
              <a:gdLst/>
              <a:ahLst/>
              <a:cxnLst/>
              <a:rect l="l" t="t" r="r" b="b"/>
              <a:pathLst>
                <a:path w="1930" h="1434" extrusionOk="0">
                  <a:moveTo>
                    <a:pt x="819" y="1434"/>
                  </a:moveTo>
                  <a:lnTo>
                    <a:pt x="819" y="1434"/>
                  </a:lnTo>
                  <a:lnTo>
                    <a:pt x="744" y="1427"/>
                  </a:lnTo>
                  <a:lnTo>
                    <a:pt x="669" y="1412"/>
                  </a:lnTo>
                  <a:lnTo>
                    <a:pt x="601" y="1389"/>
                  </a:lnTo>
                  <a:lnTo>
                    <a:pt x="526" y="1359"/>
                  </a:lnTo>
                  <a:lnTo>
                    <a:pt x="466" y="1322"/>
                  </a:lnTo>
                  <a:lnTo>
                    <a:pt x="398" y="1284"/>
                  </a:lnTo>
                  <a:lnTo>
                    <a:pt x="338" y="1239"/>
                  </a:lnTo>
                  <a:lnTo>
                    <a:pt x="285" y="1186"/>
                  </a:lnTo>
                  <a:lnTo>
                    <a:pt x="233" y="1134"/>
                  </a:lnTo>
                  <a:lnTo>
                    <a:pt x="180" y="1074"/>
                  </a:lnTo>
                  <a:lnTo>
                    <a:pt x="135" y="1006"/>
                  </a:lnTo>
                  <a:lnTo>
                    <a:pt x="98" y="946"/>
                  </a:lnTo>
                  <a:lnTo>
                    <a:pt x="68" y="879"/>
                  </a:lnTo>
                  <a:lnTo>
                    <a:pt x="38" y="803"/>
                  </a:lnTo>
                  <a:lnTo>
                    <a:pt x="15" y="736"/>
                  </a:lnTo>
                  <a:lnTo>
                    <a:pt x="0" y="661"/>
                  </a:lnTo>
                  <a:lnTo>
                    <a:pt x="0" y="661"/>
                  </a:lnTo>
                  <a:lnTo>
                    <a:pt x="15" y="728"/>
                  </a:lnTo>
                  <a:lnTo>
                    <a:pt x="45" y="796"/>
                  </a:lnTo>
                  <a:lnTo>
                    <a:pt x="68" y="856"/>
                  </a:lnTo>
                  <a:lnTo>
                    <a:pt x="105" y="916"/>
                  </a:lnTo>
                  <a:lnTo>
                    <a:pt x="143" y="969"/>
                  </a:lnTo>
                  <a:lnTo>
                    <a:pt x="188" y="1029"/>
                  </a:lnTo>
                  <a:lnTo>
                    <a:pt x="233" y="1074"/>
                  </a:lnTo>
                  <a:lnTo>
                    <a:pt x="278" y="1119"/>
                  </a:lnTo>
                  <a:lnTo>
                    <a:pt x="338" y="1164"/>
                  </a:lnTo>
                  <a:lnTo>
                    <a:pt x="391" y="1202"/>
                  </a:lnTo>
                  <a:lnTo>
                    <a:pt x="451" y="1239"/>
                  </a:lnTo>
                  <a:lnTo>
                    <a:pt x="518" y="1262"/>
                  </a:lnTo>
                  <a:lnTo>
                    <a:pt x="578" y="1292"/>
                  </a:lnTo>
                  <a:lnTo>
                    <a:pt x="646" y="1307"/>
                  </a:lnTo>
                  <a:lnTo>
                    <a:pt x="721" y="1322"/>
                  </a:lnTo>
                  <a:lnTo>
                    <a:pt x="789" y="1329"/>
                  </a:lnTo>
                  <a:lnTo>
                    <a:pt x="789" y="1329"/>
                  </a:lnTo>
                  <a:lnTo>
                    <a:pt x="901" y="1329"/>
                  </a:lnTo>
                  <a:lnTo>
                    <a:pt x="1007" y="1322"/>
                  </a:lnTo>
                  <a:lnTo>
                    <a:pt x="1112" y="1299"/>
                  </a:lnTo>
                  <a:lnTo>
                    <a:pt x="1217" y="1269"/>
                  </a:lnTo>
                  <a:lnTo>
                    <a:pt x="1307" y="1232"/>
                  </a:lnTo>
                  <a:lnTo>
                    <a:pt x="1397" y="1179"/>
                  </a:lnTo>
                  <a:lnTo>
                    <a:pt x="1487" y="1126"/>
                  </a:lnTo>
                  <a:lnTo>
                    <a:pt x="1562" y="1059"/>
                  </a:lnTo>
                  <a:lnTo>
                    <a:pt x="1637" y="991"/>
                  </a:lnTo>
                  <a:lnTo>
                    <a:pt x="1705" y="909"/>
                  </a:lnTo>
                  <a:lnTo>
                    <a:pt x="1765" y="826"/>
                  </a:lnTo>
                  <a:lnTo>
                    <a:pt x="1810" y="736"/>
                  </a:lnTo>
                  <a:lnTo>
                    <a:pt x="1855" y="638"/>
                  </a:lnTo>
                  <a:lnTo>
                    <a:pt x="1885" y="541"/>
                  </a:lnTo>
                  <a:lnTo>
                    <a:pt x="1908" y="435"/>
                  </a:lnTo>
                  <a:lnTo>
                    <a:pt x="1915" y="323"/>
                  </a:lnTo>
                  <a:lnTo>
                    <a:pt x="1915" y="323"/>
                  </a:lnTo>
                  <a:lnTo>
                    <a:pt x="1915" y="240"/>
                  </a:lnTo>
                  <a:lnTo>
                    <a:pt x="1915" y="157"/>
                  </a:lnTo>
                  <a:lnTo>
                    <a:pt x="1908" y="82"/>
                  </a:lnTo>
                  <a:lnTo>
                    <a:pt x="1893" y="0"/>
                  </a:lnTo>
                  <a:lnTo>
                    <a:pt x="1893" y="0"/>
                  </a:lnTo>
                  <a:lnTo>
                    <a:pt x="1915" y="90"/>
                  </a:lnTo>
                  <a:lnTo>
                    <a:pt x="1923" y="180"/>
                  </a:lnTo>
                  <a:lnTo>
                    <a:pt x="1930" y="278"/>
                  </a:lnTo>
                  <a:lnTo>
                    <a:pt x="1930" y="375"/>
                  </a:lnTo>
                  <a:lnTo>
                    <a:pt x="1930" y="375"/>
                  </a:lnTo>
                  <a:lnTo>
                    <a:pt x="1915" y="480"/>
                  </a:lnTo>
                  <a:lnTo>
                    <a:pt x="1893" y="586"/>
                  </a:lnTo>
                  <a:lnTo>
                    <a:pt x="1863" y="691"/>
                  </a:lnTo>
                  <a:lnTo>
                    <a:pt x="1818" y="796"/>
                  </a:lnTo>
                  <a:lnTo>
                    <a:pt x="1773" y="886"/>
                  </a:lnTo>
                  <a:lnTo>
                    <a:pt x="1713" y="976"/>
                  </a:lnTo>
                  <a:lnTo>
                    <a:pt x="1653" y="1059"/>
                  </a:lnTo>
                  <a:lnTo>
                    <a:pt x="1577" y="1141"/>
                  </a:lnTo>
                  <a:lnTo>
                    <a:pt x="1502" y="1209"/>
                  </a:lnTo>
                  <a:lnTo>
                    <a:pt x="1420" y="1269"/>
                  </a:lnTo>
                  <a:lnTo>
                    <a:pt x="1330" y="1322"/>
                  </a:lnTo>
                  <a:lnTo>
                    <a:pt x="1239" y="1367"/>
                  </a:lnTo>
                  <a:lnTo>
                    <a:pt x="1142" y="1397"/>
                  </a:lnTo>
                  <a:lnTo>
                    <a:pt x="1037" y="1419"/>
                  </a:lnTo>
                  <a:lnTo>
                    <a:pt x="931" y="1434"/>
                  </a:lnTo>
                  <a:lnTo>
                    <a:pt x="819" y="1434"/>
                  </a:lnTo>
                  <a:lnTo>
                    <a:pt x="819" y="1434"/>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91" name="Google Shape;3791;p72"/>
            <p:cNvSpPr/>
            <p:nvPr/>
          </p:nvSpPr>
          <p:spPr>
            <a:xfrm>
              <a:off x="2000250" y="3749675"/>
              <a:ext cx="311150" cy="298450"/>
            </a:xfrm>
            <a:custGeom>
              <a:avLst/>
              <a:gdLst/>
              <a:ahLst/>
              <a:cxnLst/>
              <a:rect l="l" t="t" r="r" b="b"/>
              <a:pathLst>
                <a:path w="196" h="188" extrusionOk="0">
                  <a:moveTo>
                    <a:pt x="166" y="38"/>
                  </a:moveTo>
                  <a:lnTo>
                    <a:pt x="166" y="38"/>
                  </a:lnTo>
                  <a:lnTo>
                    <a:pt x="188" y="60"/>
                  </a:lnTo>
                  <a:lnTo>
                    <a:pt x="196" y="90"/>
                  </a:lnTo>
                  <a:lnTo>
                    <a:pt x="188" y="113"/>
                  </a:lnTo>
                  <a:lnTo>
                    <a:pt x="181" y="143"/>
                  </a:lnTo>
                  <a:lnTo>
                    <a:pt x="166" y="165"/>
                  </a:lnTo>
                  <a:lnTo>
                    <a:pt x="151" y="180"/>
                  </a:lnTo>
                  <a:lnTo>
                    <a:pt x="128" y="188"/>
                  </a:lnTo>
                  <a:lnTo>
                    <a:pt x="98" y="188"/>
                  </a:lnTo>
                  <a:lnTo>
                    <a:pt x="98" y="188"/>
                  </a:lnTo>
                  <a:lnTo>
                    <a:pt x="128" y="165"/>
                  </a:lnTo>
                  <a:lnTo>
                    <a:pt x="143" y="128"/>
                  </a:lnTo>
                  <a:lnTo>
                    <a:pt x="143" y="105"/>
                  </a:lnTo>
                  <a:lnTo>
                    <a:pt x="143" y="90"/>
                  </a:lnTo>
                  <a:lnTo>
                    <a:pt x="136" y="68"/>
                  </a:lnTo>
                  <a:lnTo>
                    <a:pt x="121" y="45"/>
                  </a:lnTo>
                  <a:lnTo>
                    <a:pt x="121" y="45"/>
                  </a:lnTo>
                  <a:lnTo>
                    <a:pt x="98" y="30"/>
                  </a:lnTo>
                  <a:lnTo>
                    <a:pt x="68" y="23"/>
                  </a:lnTo>
                  <a:lnTo>
                    <a:pt x="38" y="15"/>
                  </a:lnTo>
                  <a:lnTo>
                    <a:pt x="0" y="15"/>
                  </a:lnTo>
                  <a:lnTo>
                    <a:pt x="0" y="15"/>
                  </a:lnTo>
                  <a:lnTo>
                    <a:pt x="53" y="0"/>
                  </a:lnTo>
                  <a:lnTo>
                    <a:pt x="98" y="0"/>
                  </a:lnTo>
                  <a:lnTo>
                    <a:pt x="136" y="15"/>
                  </a:lnTo>
                  <a:lnTo>
                    <a:pt x="166" y="38"/>
                  </a:lnTo>
                  <a:lnTo>
                    <a:pt x="166" y="3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92" name="Google Shape;3792;p72"/>
            <p:cNvSpPr/>
            <p:nvPr/>
          </p:nvSpPr>
          <p:spPr>
            <a:xfrm>
              <a:off x="3194050" y="5848350"/>
              <a:ext cx="249238" cy="238125"/>
            </a:xfrm>
            <a:custGeom>
              <a:avLst/>
              <a:gdLst/>
              <a:ahLst/>
              <a:cxnLst/>
              <a:rect l="l" t="t" r="r" b="b"/>
              <a:pathLst>
                <a:path w="157" h="150" extrusionOk="0">
                  <a:moveTo>
                    <a:pt x="22" y="23"/>
                  </a:moveTo>
                  <a:lnTo>
                    <a:pt x="22" y="23"/>
                  </a:lnTo>
                  <a:lnTo>
                    <a:pt x="7" y="45"/>
                  </a:lnTo>
                  <a:lnTo>
                    <a:pt x="0" y="68"/>
                  </a:lnTo>
                  <a:lnTo>
                    <a:pt x="0" y="90"/>
                  </a:lnTo>
                  <a:lnTo>
                    <a:pt x="7" y="113"/>
                  </a:lnTo>
                  <a:lnTo>
                    <a:pt x="15" y="128"/>
                  </a:lnTo>
                  <a:lnTo>
                    <a:pt x="30" y="143"/>
                  </a:lnTo>
                  <a:lnTo>
                    <a:pt x="52" y="150"/>
                  </a:lnTo>
                  <a:lnTo>
                    <a:pt x="67" y="150"/>
                  </a:lnTo>
                  <a:lnTo>
                    <a:pt x="67" y="150"/>
                  </a:lnTo>
                  <a:lnTo>
                    <a:pt x="45" y="128"/>
                  </a:lnTo>
                  <a:lnTo>
                    <a:pt x="37" y="98"/>
                  </a:lnTo>
                  <a:lnTo>
                    <a:pt x="45" y="68"/>
                  </a:lnTo>
                  <a:lnTo>
                    <a:pt x="52" y="53"/>
                  </a:lnTo>
                  <a:lnTo>
                    <a:pt x="60" y="38"/>
                  </a:lnTo>
                  <a:lnTo>
                    <a:pt x="60" y="38"/>
                  </a:lnTo>
                  <a:lnTo>
                    <a:pt x="82" y="23"/>
                  </a:lnTo>
                  <a:lnTo>
                    <a:pt x="105" y="15"/>
                  </a:lnTo>
                  <a:lnTo>
                    <a:pt x="127" y="8"/>
                  </a:lnTo>
                  <a:lnTo>
                    <a:pt x="157" y="15"/>
                  </a:lnTo>
                  <a:lnTo>
                    <a:pt x="157" y="15"/>
                  </a:lnTo>
                  <a:lnTo>
                    <a:pt x="120" y="0"/>
                  </a:lnTo>
                  <a:lnTo>
                    <a:pt x="82" y="0"/>
                  </a:lnTo>
                  <a:lnTo>
                    <a:pt x="45" y="8"/>
                  </a:lnTo>
                  <a:lnTo>
                    <a:pt x="22" y="23"/>
                  </a:lnTo>
                  <a:lnTo>
                    <a:pt x="22" y="2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93" name="Google Shape;3793;p72"/>
            <p:cNvSpPr/>
            <p:nvPr/>
          </p:nvSpPr>
          <p:spPr>
            <a:xfrm>
              <a:off x="2859088" y="4762500"/>
              <a:ext cx="238125" cy="274638"/>
            </a:xfrm>
            <a:custGeom>
              <a:avLst/>
              <a:gdLst/>
              <a:ahLst/>
              <a:cxnLst/>
              <a:rect l="l" t="t" r="r" b="b"/>
              <a:pathLst>
                <a:path w="150" h="173" extrusionOk="0">
                  <a:moveTo>
                    <a:pt x="8" y="128"/>
                  </a:moveTo>
                  <a:lnTo>
                    <a:pt x="8" y="128"/>
                  </a:lnTo>
                  <a:lnTo>
                    <a:pt x="23" y="151"/>
                  </a:lnTo>
                  <a:lnTo>
                    <a:pt x="38" y="166"/>
                  </a:lnTo>
                  <a:lnTo>
                    <a:pt x="60" y="173"/>
                  </a:lnTo>
                  <a:lnTo>
                    <a:pt x="83" y="173"/>
                  </a:lnTo>
                  <a:lnTo>
                    <a:pt x="105" y="173"/>
                  </a:lnTo>
                  <a:lnTo>
                    <a:pt x="128" y="166"/>
                  </a:lnTo>
                  <a:lnTo>
                    <a:pt x="143" y="151"/>
                  </a:lnTo>
                  <a:lnTo>
                    <a:pt x="150" y="128"/>
                  </a:lnTo>
                  <a:lnTo>
                    <a:pt x="150" y="128"/>
                  </a:lnTo>
                  <a:lnTo>
                    <a:pt x="120" y="143"/>
                  </a:lnTo>
                  <a:lnTo>
                    <a:pt x="83" y="143"/>
                  </a:lnTo>
                  <a:lnTo>
                    <a:pt x="53" y="128"/>
                  </a:lnTo>
                  <a:lnTo>
                    <a:pt x="45" y="113"/>
                  </a:lnTo>
                  <a:lnTo>
                    <a:pt x="38" y="98"/>
                  </a:lnTo>
                  <a:lnTo>
                    <a:pt x="38" y="98"/>
                  </a:lnTo>
                  <a:lnTo>
                    <a:pt x="30" y="76"/>
                  </a:lnTo>
                  <a:lnTo>
                    <a:pt x="30" y="53"/>
                  </a:lnTo>
                  <a:lnTo>
                    <a:pt x="38" y="23"/>
                  </a:lnTo>
                  <a:lnTo>
                    <a:pt x="45" y="0"/>
                  </a:lnTo>
                  <a:lnTo>
                    <a:pt x="45" y="0"/>
                  </a:lnTo>
                  <a:lnTo>
                    <a:pt x="23" y="31"/>
                  </a:lnTo>
                  <a:lnTo>
                    <a:pt x="8" y="68"/>
                  </a:lnTo>
                  <a:lnTo>
                    <a:pt x="0" y="98"/>
                  </a:lnTo>
                  <a:lnTo>
                    <a:pt x="8" y="128"/>
                  </a:lnTo>
                  <a:lnTo>
                    <a:pt x="8" y="12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94" name="Google Shape;3794;p72"/>
            <p:cNvSpPr/>
            <p:nvPr/>
          </p:nvSpPr>
          <p:spPr>
            <a:xfrm>
              <a:off x="3038475" y="4703763"/>
              <a:ext cx="119063" cy="166688"/>
            </a:xfrm>
            <a:custGeom>
              <a:avLst/>
              <a:gdLst/>
              <a:ahLst/>
              <a:cxnLst/>
              <a:rect l="l" t="t" r="r" b="b"/>
              <a:pathLst>
                <a:path w="75" h="105" extrusionOk="0">
                  <a:moveTo>
                    <a:pt x="75" y="83"/>
                  </a:moveTo>
                  <a:lnTo>
                    <a:pt x="75" y="83"/>
                  </a:lnTo>
                  <a:lnTo>
                    <a:pt x="67" y="75"/>
                  </a:lnTo>
                  <a:lnTo>
                    <a:pt x="60" y="68"/>
                  </a:lnTo>
                  <a:lnTo>
                    <a:pt x="37" y="68"/>
                  </a:lnTo>
                  <a:lnTo>
                    <a:pt x="37" y="68"/>
                  </a:lnTo>
                  <a:lnTo>
                    <a:pt x="30" y="75"/>
                  </a:lnTo>
                  <a:lnTo>
                    <a:pt x="30" y="75"/>
                  </a:lnTo>
                  <a:lnTo>
                    <a:pt x="22" y="60"/>
                  </a:lnTo>
                  <a:lnTo>
                    <a:pt x="22" y="37"/>
                  </a:lnTo>
                  <a:lnTo>
                    <a:pt x="30" y="15"/>
                  </a:lnTo>
                  <a:lnTo>
                    <a:pt x="45" y="0"/>
                  </a:lnTo>
                  <a:lnTo>
                    <a:pt x="45" y="0"/>
                  </a:lnTo>
                  <a:lnTo>
                    <a:pt x="15" y="22"/>
                  </a:lnTo>
                  <a:lnTo>
                    <a:pt x="0" y="52"/>
                  </a:lnTo>
                  <a:lnTo>
                    <a:pt x="7" y="75"/>
                  </a:lnTo>
                  <a:lnTo>
                    <a:pt x="7" y="90"/>
                  </a:lnTo>
                  <a:lnTo>
                    <a:pt x="15" y="98"/>
                  </a:lnTo>
                  <a:lnTo>
                    <a:pt x="15" y="98"/>
                  </a:lnTo>
                  <a:lnTo>
                    <a:pt x="22" y="98"/>
                  </a:lnTo>
                  <a:lnTo>
                    <a:pt x="22" y="98"/>
                  </a:lnTo>
                  <a:lnTo>
                    <a:pt x="37" y="105"/>
                  </a:lnTo>
                  <a:lnTo>
                    <a:pt x="37" y="105"/>
                  </a:lnTo>
                  <a:lnTo>
                    <a:pt x="52" y="105"/>
                  </a:lnTo>
                  <a:lnTo>
                    <a:pt x="67" y="98"/>
                  </a:lnTo>
                  <a:lnTo>
                    <a:pt x="75" y="83"/>
                  </a:lnTo>
                  <a:lnTo>
                    <a:pt x="75" y="8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95" name="Google Shape;3795;p72"/>
            <p:cNvSpPr/>
            <p:nvPr/>
          </p:nvSpPr>
          <p:spPr>
            <a:xfrm>
              <a:off x="2895600" y="4679950"/>
              <a:ext cx="417513" cy="858838"/>
            </a:xfrm>
            <a:custGeom>
              <a:avLst/>
              <a:gdLst/>
              <a:ahLst/>
              <a:cxnLst/>
              <a:rect l="l" t="t" r="r" b="b"/>
              <a:pathLst>
                <a:path w="263" h="541" extrusionOk="0">
                  <a:moveTo>
                    <a:pt x="188" y="345"/>
                  </a:moveTo>
                  <a:lnTo>
                    <a:pt x="188" y="345"/>
                  </a:lnTo>
                  <a:lnTo>
                    <a:pt x="233" y="255"/>
                  </a:lnTo>
                  <a:lnTo>
                    <a:pt x="255" y="188"/>
                  </a:lnTo>
                  <a:lnTo>
                    <a:pt x="263" y="128"/>
                  </a:lnTo>
                  <a:lnTo>
                    <a:pt x="255" y="75"/>
                  </a:lnTo>
                  <a:lnTo>
                    <a:pt x="240" y="37"/>
                  </a:lnTo>
                  <a:lnTo>
                    <a:pt x="225" y="15"/>
                  </a:lnTo>
                  <a:lnTo>
                    <a:pt x="195" y="0"/>
                  </a:lnTo>
                  <a:lnTo>
                    <a:pt x="173" y="0"/>
                  </a:lnTo>
                  <a:lnTo>
                    <a:pt x="173" y="0"/>
                  </a:lnTo>
                  <a:lnTo>
                    <a:pt x="150" y="0"/>
                  </a:lnTo>
                  <a:lnTo>
                    <a:pt x="135" y="15"/>
                  </a:lnTo>
                  <a:lnTo>
                    <a:pt x="135" y="15"/>
                  </a:lnTo>
                  <a:lnTo>
                    <a:pt x="150" y="7"/>
                  </a:lnTo>
                  <a:lnTo>
                    <a:pt x="150" y="7"/>
                  </a:lnTo>
                  <a:lnTo>
                    <a:pt x="180" y="15"/>
                  </a:lnTo>
                  <a:lnTo>
                    <a:pt x="203" y="30"/>
                  </a:lnTo>
                  <a:lnTo>
                    <a:pt x="225" y="52"/>
                  </a:lnTo>
                  <a:lnTo>
                    <a:pt x="240" y="90"/>
                  </a:lnTo>
                  <a:lnTo>
                    <a:pt x="240" y="143"/>
                  </a:lnTo>
                  <a:lnTo>
                    <a:pt x="233" y="203"/>
                  </a:lnTo>
                  <a:lnTo>
                    <a:pt x="210" y="270"/>
                  </a:lnTo>
                  <a:lnTo>
                    <a:pt x="165" y="353"/>
                  </a:lnTo>
                  <a:lnTo>
                    <a:pt x="165" y="353"/>
                  </a:lnTo>
                  <a:lnTo>
                    <a:pt x="127" y="413"/>
                  </a:lnTo>
                  <a:lnTo>
                    <a:pt x="90" y="458"/>
                  </a:lnTo>
                  <a:lnTo>
                    <a:pt x="45" y="503"/>
                  </a:lnTo>
                  <a:lnTo>
                    <a:pt x="0" y="541"/>
                  </a:lnTo>
                  <a:lnTo>
                    <a:pt x="15" y="526"/>
                  </a:lnTo>
                  <a:lnTo>
                    <a:pt x="15" y="526"/>
                  </a:lnTo>
                  <a:lnTo>
                    <a:pt x="67" y="488"/>
                  </a:lnTo>
                  <a:lnTo>
                    <a:pt x="112" y="443"/>
                  </a:lnTo>
                  <a:lnTo>
                    <a:pt x="150" y="398"/>
                  </a:lnTo>
                  <a:lnTo>
                    <a:pt x="188" y="345"/>
                  </a:lnTo>
                  <a:lnTo>
                    <a:pt x="188" y="34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96" name="Google Shape;3796;p72"/>
            <p:cNvSpPr/>
            <p:nvPr/>
          </p:nvSpPr>
          <p:spPr>
            <a:xfrm>
              <a:off x="3348038" y="4178300"/>
              <a:ext cx="155575" cy="239713"/>
            </a:xfrm>
            <a:custGeom>
              <a:avLst/>
              <a:gdLst/>
              <a:ahLst/>
              <a:cxnLst/>
              <a:rect l="l" t="t" r="r" b="b"/>
              <a:pathLst>
                <a:path w="98" h="151" extrusionOk="0">
                  <a:moveTo>
                    <a:pt x="98" y="121"/>
                  </a:moveTo>
                  <a:lnTo>
                    <a:pt x="98" y="121"/>
                  </a:lnTo>
                  <a:lnTo>
                    <a:pt x="98" y="113"/>
                  </a:lnTo>
                  <a:lnTo>
                    <a:pt x="90" y="106"/>
                  </a:lnTo>
                  <a:lnTo>
                    <a:pt x="75" y="106"/>
                  </a:lnTo>
                  <a:lnTo>
                    <a:pt x="53" y="106"/>
                  </a:lnTo>
                  <a:lnTo>
                    <a:pt x="53" y="106"/>
                  </a:lnTo>
                  <a:lnTo>
                    <a:pt x="38" y="106"/>
                  </a:lnTo>
                  <a:lnTo>
                    <a:pt x="38" y="106"/>
                  </a:lnTo>
                  <a:lnTo>
                    <a:pt x="30" y="83"/>
                  </a:lnTo>
                  <a:lnTo>
                    <a:pt x="30" y="61"/>
                  </a:lnTo>
                  <a:lnTo>
                    <a:pt x="38" y="30"/>
                  </a:lnTo>
                  <a:lnTo>
                    <a:pt x="53" y="0"/>
                  </a:lnTo>
                  <a:lnTo>
                    <a:pt x="53" y="0"/>
                  </a:lnTo>
                  <a:lnTo>
                    <a:pt x="38" y="15"/>
                  </a:lnTo>
                  <a:lnTo>
                    <a:pt x="15" y="30"/>
                  </a:lnTo>
                  <a:lnTo>
                    <a:pt x="8" y="53"/>
                  </a:lnTo>
                  <a:lnTo>
                    <a:pt x="0" y="76"/>
                  </a:lnTo>
                  <a:lnTo>
                    <a:pt x="0" y="98"/>
                  </a:lnTo>
                  <a:lnTo>
                    <a:pt x="0" y="113"/>
                  </a:lnTo>
                  <a:lnTo>
                    <a:pt x="8" y="128"/>
                  </a:lnTo>
                  <a:lnTo>
                    <a:pt x="23" y="143"/>
                  </a:lnTo>
                  <a:lnTo>
                    <a:pt x="23" y="143"/>
                  </a:lnTo>
                  <a:lnTo>
                    <a:pt x="23" y="143"/>
                  </a:lnTo>
                  <a:lnTo>
                    <a:pt x="23" y="143"/>
                  </a:lnTo>
                  <a:lnTo>
                    <a:pt x="45" y="151"/>
                  </a:lnTo>
                  <a:lnTo>
                    <a:pt x="45" y="151"/>
                  </a:lnTo>
                  <a:lnTo>
                    <a:pt x="75" y="151"/>
                  </a:lnTo>
                  <a:lnTo>
                    <a:pt x="90" y="143"/>
                  </a:lnTo>
                  <a:lnTo>
                    <a:pt x="98" y="136"/>
                  </a:lnTo>
                  <a:lnTo>
                    <a:pt x="98" y="121"/>
                  </a:lnTo>
                  <a:lnTo>
                    <a:pt x="98" y="12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97" name="Google Shape;3797;p72"/>
            <p:cNvSpPr/>
            <p:nvPr/>
          </p:nvSpPr>
          <p:spPr>
            <a:xfrm>
              <a:off x="3144838" y="4130675"/>
              <a:ext cx="596900" cy="1289050"/>
            </a:xfrm>
            <a:custGeom>
              <a:avLst/>
              <a:gdLst/>
              <a:ahLst/>
              <a:cxnLst/>
              <a:rect l="l" t="t" r="r" b="b"/>
              <a:pathLst>
                <a:path w="376" h="812" extrusionOk="0">
                  <a:moveTo>
                    <a:pt x="271" y="511"/>
                  </a:moveTo>
                  <a:lnTo>
                    <a:pt x="271" y="511"/>
                  </a:lnTo>
                  <a:lnTo>
                    <a:pt x="308" y="444"/>
                  </a:lnTo>
                  <a:lnTo>
                    <a:pt x="331" y="383"/>
                  </a:lnTo>
                  <a:lnTo>
                    <a:pt x="354" y="331"/>
                  </a:lnTo>
                  <a:lnTo>
                    <a:pt x="369" y="278"/>
                  </a:lnTo>
                  <a:lnTo>
                    <a:pt x="376" y="233"/>
                  </a:lnTo>
                  <a:lnTo>
                    <a:pt x="376" y="188"/>
                  </a:lnTo>
                  <a:lnTo>
                    <a:pt x="376" y="151"/>
                  </a:lnTo>
                  <a:lnTo>
                    <a:pt x="369" y="121"/>
                  </a:lnTo>
                  <a:lnTo>
                    <a:pt x="361" y="91"/>
                  </a:lnTo>
                  <a:lnTo>
                    <a:pt x="346" y="60"/>
                  </a:lnTo>
                  <a:lnTo>
                    <a:pt x="331" y="45"/>
                  </a:lnTo>
                  <a:lnTo>
                    <a:pt x="316" y="23"/>
                  </a:lnTo>
                  <a:lnTo>
                    <a:pt x="278" y="8"/>
                  </a:lnTo>
                  <a:lnTo>
                    <a:pt x="241" y="0"/>
                  </a:lnTo>
                  <a:lnTo>
                    <a:pt x="241" y="0"/>
                  </a:lnTo>
                  <a:lnTo>
                    <a:pt x="203" y="15"/>
                  </a:lnTo>
                  <a:lnTo>
                    <a:pt x="181" y="30"/>
                  </a:lnTo>
                  <a:lnTo>
                    <a:pt x="181" y="30"/>
                  </a:lnTo>
                  <a:lnTo>
                    <a:pt x="211" y="23"/>
                  </a:lnTo>
                  <a:lnTo>
                    <a:pt x="211" y="23"/>
                  </a:lnTo>
                  <a:lnTo>
                    <a:pt x="248" y="30"/>
                  </a:lnTo>
                  <a:lnTo>
                    <a:pt x="286" y="45"/>
                  </a:lnTo>
                  <a:lnTo>
                    <a:pt x="301" y="60"/>
                  </a:lnTo>
                  <a:lnTo>
                    <a:pt x="316" y="83"/>
                  </a:lnTo>
                  <a:lnTo>
                    <a:pt x="331" y="113"/>
                  </a:lnTo>
                  <a:lnTo>
                    <a:pt x="339" y="136"/>
                  </a:lnTo>
                  <a:lnTo>
                    <a:pt x="346" y="173"/>
                  </a:lnTo>
                  <a:lnTo>
                    <a:pt x="346" y="211"/>
                  </a:lnTo>
                  <a:lnTo>
                    <a:pt x="346" y="256"/>
                  </a:lnTo>
                  <a:lnTo>
                    <a:pt x="339" y="301"/>
                  </a:lnTo>
                  <a:lnTo>
                    <a:pt x="323" y="353"/>
                  </a:lnTo>
                  <a:lnTo>
                    <a:pt x="301" y="406"/>
                  </a:lnTo>
                  <a:lnTo>
                    <a:pt x="278" y="466"/>
                  </a:lnTo>
                  <a:lnTo>
                    <a:pt x="241" y="534"/>
                  </a:lnTo>
                  <a:lnTo>
                    <a:pt x="241" y="534"/>
                  </a:lnTo>
                  <a:lnTo>
                    <a:pt x="188" y="609"/>
                  </a:lnTo>
                  <a:lnTo>
                    <a:pt x="136" y="684"/>
                  </a:lnTo>
                  <a:lnTo>
                    <a:pt x="68" y="751"/>
                  </a:lnTo>
                  <a:lnTo>
                    <a:pt x="0" y="812"/>
                  </a:lnTo>
                  <a:lnTo>
                    <a:pt x="31" y="789"/>
                  </a:lnTo>
                  <a:lnTo>
                    <a:pt x="31" y="789"/>
                  </a:lnTo>
                  <a:lnTo>
                    <a:pt x="98" y="729"/>
                  </a:lnTo>
                  <a:lnTo>
                    <a:pt x="158" y="661"/>
                  </a:lnTo>
                  <a:lnTo>
                    <a:pt x="218" y="594"/>
                  </a:lnTo>
                  <a:lnTo>
                    <a:pt x="271" y="511"/>
                  </a:lnTo>
                  <a:lnTo>
                    <a:pt x="271" y="51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98" name="Google Shape;3798;p72"/>
            <p:cNvSpPr/>
            <p:nvPr/>
          </p:nvSpPr>
          <p:spPr>
            <a:xfrm>
              <a:off x="3265488" y="3321050"/>
              <a:ext cx="201613" cy="190500"/>
            </a:xfrm>
            <a:custGeom>
              <a:avLst/>
              <a:gdLst/>
              <a:ahLst/>
              <a:cxnLst/>
              <a:rect l="l" t="t" r="r" b="b"/>
              <a:pathLst>
                <a:path w="127" h="120" extrusionOk="0">
                  <a:moveTo>
                    <a:pt x="120" y="60"/>
                  </a:moveTo>
                  <a:lnTo>
                    <a:pt x="120" y="60"/>
                  </a:lnTo>
                  <a:lnTo>
                    <a:pt x="112" y="52"/>
                  </a:lnTo>
                  <a:lnTo>
                    <a:pt x="97" y="52"/>
                  </a:lnTo>
                  <a:lnTo>
                    <a:pt x="90" y="60"/>
                  </a:lnTo>
                  <a:lnTo>
                    <a:pt x="75" y="75"/>
                  </a:lnTo>
                  <a:lnTo>
                    <a:pt x="75" y="75"/>
                  </a:lnTo>
                  <a:lnTo>
                    <a:pt x="67" y="90"/>
                  </a:lnTo>
                  <a:lnTo>
                    <a:pt x="67" y="90"/>
                  </a:lnTo>
                  <a:lnTo>
                    <a:pt x="45" y="75"/>
                  </a:lnTo>
                  <a:lnTo>
                    <a:pt x="22" y="60"/>
                  </a:lnTo>
                  <a:lnTo>
                    <a:pt x="7" y="30"/>
                  </a:lnTo>
                  <a:lnTo>
                    <a:pt x="7" y="0"/>
                  </a:lnTo>
                  <a:lnTo>
                    <a:pt x="7" y="0"/>
                  </a:lnTo>
                  <a:lnTo>
                    <a:pt x="0" y="22"/>
                  </a:lnTo>
                  <a:lnTo>
                    <a:pt x="0" y="45"/>
                  </a:lnTo>
                  <a:lnTo>
                    <a:pt x="7" y="67"/>
                  </a:lnTo>
                  <a:lnTo>
                    <a:pt x="15" y="90"/>
                  </a:lnTo>
                  <a:lnTo>
                    <a:pt x="30" y="105"/>
                  </a:lnTo>
                  <a:lnTo>
                    <a:pt x="45" y="120"/>
                  </a:lnTo>
                  <a:lnTo>
                    <a:pt x="60" y="120"/>
                  </a:lnTo>
                  <a:lnTo>
                    <a:pt x="75" y="120"/>
                  </a:lnTo>
                  <a:lnTo>
                    <a:pt x="75" y="120"/>
                  </a:lnTo>
                  <a:lnTo>
                    <a:pt x="75" y="120"/>
                  </a:lnTo>
                  <a:lnTo>
                    <a:pt x="75" y="120"/>
                  </a:lnTo>
                  <a:lnTo>
                    <a:pt x="105" y="112"/>
                  </a:lnTo>
                  <a:lnTo>
                    <a:pt x="105" y="112"/>
                  </a:lnTo>
                  <a:lnTo>
                    <a:pt x="120" y="97"/>
                  </a:lnTo>
                  <a:lnTo>
                    <a:pt x="127" y="82"/>
                  </a:lnTo>
                  <a:lnTo>
                    <a:pt x="127" y="67"/>
                  </a:lnTo>
                  <a:lnTo>
                    <a:pt x="120" y="60"/>
                  </a:lnTo>
                  <a:lnTo>
                    <a:pt x="120" y="6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799" name="Google Shape;3799;p72"/>
            <p:cNvSpPr/>
            <p:nvPr/>
          </p:nvSpPr>
          <p:spPr>
            <a:xfrm>
              <a:off x="3276600" y="3165475"/>
              <a:ext cx="644525" cy="1263650"/>
            </a:xfrm>
            <a:custGeom>
              <a:avLst/>
              <a:gdLst/>
              <a:ahLst/>
              <a:cxnLst/>
              <a:rect l="l" t="t" r="r" b="b"/>
              <a:pathLst>
                <a:path w="406" h="796" extrusionOk="0">
                  <a:moveTo>
                    <a:pt x="383" y="391"/>
                  </a:moveTo>
                  <a:lnTo>
                    <a:pt x="383" y="391"/>
                  </a:lnTo>
                  <a:lnTo>
                    <a:pt x="368" y="323"/>
                  </a:lnTo>
                  <a:lnTo>
                    <a:pt x="346" y="263"/>
                  </a:lnTo>
                  <a:lnTo>
                    <a:pt x="323" y="203"/>
                  </a:lnTo>
                  <a:lnTo>
                    <a:pt x="301" y="158"/>
                  </a:lnTo>
                  <a:lnTo>
                    <a:pt x="278" y="120"/>
                  </a:lnTo>
                  <a:lnTo>
                    <a:pt x="248" y="83"/>
                  </a:lnTo>
                  <a:lnTo>
                    <a:pt x="225" y="53"/>
                  </a:lnTo>
                  <a:lnTo>
                    <a:pt x="195" y="38"/>
                  </a:lnTo>
                  <a:lnTo>
                    <a:pt x="165" y="23"/>
                  </a:lnTo>
                  <a:lnTo>
                    <a:pt x="143" y="7"/>
                  </a:lnTo>
                  <a:lnTo>
                    <a:pt x="120" y="0"/>
                  </a:lnTo>
                  <a:lnTo>
                    <a:pt x="90" y="0"/>
                  </a:lnTo>
                  <a:lnTo>
                    <a:pt x="53" y="15"/>
                  </a:lnTo>
                  <a:lnTo>
                    <a:pt x="23" y="38"/>
                  </a:lnTo>
                  <a:lnTo>
                    <a:pt x="23" y="38"/>
                  </a:lnTo>
                  <a:lnTo>
                    <a:pt x="8" y="68"/>
                  </a:lnTo>
                  <a:lnTo>
                    <a:pt x="0" y="98"/>
                  </a:lnTo>
                  <a:lnTo>
                    <a:pt x="0" y="98"/>
                  </a:lnTo>
                  <a:lnTo>
                    <a:pt x="15" y="75"/>
                  </a:lnTo>
                  <a:lnTo>
                    <a:pt x="15" y="75"/>
                  </a:lnTo>
                  <a:lnTo>
                    <a:pt x="45" y="45"/>
                  </a:lnTo>
                  <a:lnTo>
                    <a:pt x="83" y="38"/>
                  </a:lnTo>
                  <a:lnTo>
                    <a:pt x="113" y="38"/>
                  </a:lnTo>
                  <a:lnTo>
                    <a:pt x="135" y="45"/>
                  </a:lnTo>
                  <a:lnTo>
                    <a:pt x="158" y="53"/>
                  </a:lnTo>
                  <a:lnTo>
                    <a:pt x="188" y="68"/>
                  </a:lnTo>
                  <a:lnTo>
                    <a:pt x="218" y="90"/>
                  </a:lnTo>
                  <a:lnTo>
                    <a:pt x="240" y="120"/>
                  </a:lnTo>
                  <a:lnTo>
                    <a:pt x="271" y="150"/>
                  </a:lnTo>
                  <a:lnTo>
                    <a:pt x="293" y="195"/>
                  </a:lnTo>
                  <a:lnTo>
                    <a:pt x="316" y="240"/>
                  </a:lnTo>
                  <a:lnTo>
                    <a:pt x="338" y="293"/>
                  </a:lnTo>
                  <a:lnTo>
                    <a:pt x="361" y="361"/>
                  </a:lnTo>
                  <a:lnTo>
                    <a:pt x="376" y="428"/>
                  </a:lnTo>
                  <a:lnTo>
                    <a:pt x="376" y="428"/>
                  </a:lnTo>
                  <a:lnTo>
                    <a:pt x="391" y="518"/>
                  </a:lnTo>
                  <a:lnTo>
                    <a:pt x="398" y="616"/>
                  </a:lnTo>
                  <a:lnTo>
                    <a:pt x="398" y="706"/>
                  </a:lnTo>
                  <a:lnTo>
                    <a:pt x="383" y="796"/>
                  </a:lnTo>
                  <a:lnTo>
                    <a:pt x="391" y="766"/>
                  </a:lnTo>
                  <a:lnTo>
                    <a:pt x="391" y="766"/>
                  </a:lnTo>
                  <a:lnTo>
                    <a:pt x="406" y="668"/>
                  </a:lnTo>
                  <a:lnTo>
                    <a:pt x="406" y="578"/>
                  </a:lnTo>
                  <a:lnTo>
                    <a:pt x="398" y="488"/>
                  </a:lnTo>
                  <a:lnTo>
                    <a:pt x="383" y="391"/>
                  </a:lnTo>
                  <a:lnTo>
                    <a:pt x="383" y="39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800" name="Google Shape;3800;p72"/>
            <p:cNvSpPr/>
            <p:nvPr/>
          </p:nvSpPr>
          <p:spPr>
            <a:xfrm>
              <a:off x="3408363" y="5932488"/>
              <a:ext cx="130175" cy="142875"/>
            </a:xfrm>
            <a:custGeom>
              <a:avLst/>
              <a:gdLst/>
              <a:ahLst/>
              <a:cxnLst/>
              <a:rect l="l" t="t" r="r" b="b"/>
              <a:pathLst>
                <a:path w="82" h="90" extrusionOk="0">
                  <a:moveTo>
                    <a:pt x="52" y="7"/>
                  </a:moveTo>
                  <a:lnTo>
                    <a:pt x="52" y="7"/>
                  </a:lnTo>
                  <a:lnTo>
                    <a:pt x="52" y="15"/>
                  </a:lnTo>
                  <a:lnTo>
                    <a:pt x="52" y="22"/>
                  </a:lnTo>
                  <a:lnTo>
                    <a:pt x="37" y="37"/>
                  </a:lnTo>
                  <a:lnTo>
                    <a:pt x="37" y="37"/>
                  </a:lnTo>
                  <a:lnTo>
                    <a:pt x="30" y="45"/>
                  </a:lnTo>
                  <a:lnTo>
                    <a:pt x="30" y="45"/>
                  </a:lnTo>
                  <a:lnTo>
                    <a:pt x="30" y="60"/>
                  </a:lnTo>
                  <a:lnTo>
                    <a:pt x="45" y="75"/>
                  </a:lnTo>
                  <a:lnTo>
                    <a:pt x="60" y="82"/>
                  </a:lnTo>
                  <a:lnTo>
                    <a:pt x="82" y="90"/>
                  </a:lnTo>
                  <a:lnTo>
                    <a:pt x="82" y="90"/>
                  </a:lnTo>
                  <a:lnTo>
                    <a:pt x="52" y="90"/>
                  </a:lnTo>
                  <a:lnTo>
                    <a:pt x="22" y="75"/>
                  </a:lnTo>
                  <a:lnTo>
                    <a:pt x="7" y="52"/>
                  </a:lnTo>
                  <a:lnTo>
                    <a:pt x="0" y="45"/>
                  </a:lnTo>
                  <a:lnTo>
                    <a:pt x="7" y="30"/>
                  </a:lnTo>
                  <a:lnTo>
                    <a:pt x="7" y="30"/>
                  </a:lnTo>
                  <a:lnTo>
                    <a:pt x="7" y="30"/>
                  </a:lnTo>
                  <a:lnTo>
                    <a:pt x="7" y="30"/>
                  </a:lnTo>
                  <a:lnTo>
                    <a:pt x="15" y="15"/>
                  </a:lnTo>
                  <a:lnTo>
                    <a:pt x="15" y="15"/>
                  </a:lnTo>
                  <a:lnTo>
                    <a:pt x="30" y="7"/>
                  </a:lnTo>
                  <a:lnTo>
                    <a:pt x="37" y="0"/>
                  </a:lnTo>
                  <a:lnTo>
                    <a:pt x="52" y="7"/>
                  </a:lnTo>
                  <a:lnTo>
                    <a:pt x="52" y="7"/>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801" name="Google Shape;3801;p72"/>
            <p:cNvSpPr/>
            <p:nvPr/>
          </p:nvSpPr>
          <p:spPr>
            <a:xfrm>
              <a:off x="2835275" y="5573713"/>
              <a:ext cx="811213" cy="501650"/>
            </a:xfrm>
            <a:custGeom>
              <a:avLst/>
              <a:gdLst/>
              <a:ahLst/>
              <a:cxnLst/>
              <a:rect l="l" t="t" r="r" b="b"/>
              <a:pathLst>
                <a:path w="511" h="316" extrusionOk="0">
                  <a:moveTo>
                    <a:pt x="271" y="30"/>
                  </a:moveTo>
                  <a:lnTo>
                    <a:pt x="271" y="30"/>
                  </a:lnTo>
                  <a:lnTo>
                    <a:pt x="361" y="68"/>
                  </a:lnTo>
                  <a:lnTo>
                    <a:pt x="428" y="105"/>
                  </a:lnTo>
                  <a:lnTo>
                    <a:pt x="473" y="150"/>
                  </a:lnTo>
                  <a:lnTo>
                    <a:pt x="503" y="188"/>
                  </a:lnTo>
                  <a:lnTo>
                    <a:pt x="511" y="226"/>
                  </a:lnTo>
                  <a:lnTo>
                    <a:pt x="511" y="256"/>
                  </a:lnTo>
                  <a:lnTo>
                    <a:pt x="503" y="286"/>
                  </a:lnTo>
                  <a:lnTo>
                    <a:pt x="481" y="308"/>
                  </a:lnTo>
                  <a:lnTo>
                    <a:pt x="481" y="308"/>
                  </a:lnTo>
                  <a:lnTo>
                    <a:pt x="466" y="316"/>
                  </a:lnTo>
                  <a:lnTo>
                    <a:pt x="443" y="316"/>
                  </a:lnTo>
                  <a:lnTo>
                    <a:pt x="443" y="316"/>
                  </a:lnTo>
                  <a:lnTo>
                    <a:pt x="458" y="308"/>
                  </a:lnTo>
                  <a:lnTo>
                    <a:pt x="458" y="308"/>
                  </a:lnTo>
                  <a:lnTo>
                    <a:pt x="481" y="286"/>
                  </a:lnTo>
                  <a:lnTo>
                    <a:pt x="488" y="263"/>
                  </a:lnTo>
                  <a:lnTo>
                    <a:pt x="488" y="226"/>
                  </a:lnTo>
                  <a:lnTo>
                    <a:pt x="473" y="188"/>
                  </a:lnTo>
                  <a:lnTo>
                    <a:pt x="443" y="150"/>
                  </a:lnTo>
                  <a:lnTo>
                    <a:pt x="398" y="105"/>
                  </a:lnTo>
                  <a:lnTo>
                    <a:pt x="338" y="68"/>
                  </a:lnTo>
                  <a:lnTo>
                    <a:pt x="248" y="30"/>
                  </a:lnTo>
                  <a:lnTo>
                    <a:pt x="248" y="30"/>
                  </a:lnTo>
                  <a:lnTo>
                    <a:pt x="188" y="15"/>
                  </a:lnTo>
                  <a:lnTo>
                    <a:pt x="120" y="8"/>
                  </a:lnTo>
                  <a:lnTo>
                    <a:pt x="60" y="0"/>
                  </a:lnTo>
                  <a:lnTo>
                    <a:pt x="0" y="0"/>
                  </a:lnTo>
                  <a:lnTo>
                    <a:pt x="23" y="0"/>
                  </a:lnTo>
                  <a:lnTo>
                    <a:pt x="23" y="0"/>
                  </a:lnTo>
                  <a:lnTo>
                    <a:pt x="83" y="0"/>
                  </a:lnTo>
                  <a:lnTo>
                    <a:pt x="150" y="0"/>
                  </a:lnTo>
                  <a:lnTo>
                    <a:pt x="211" y="15"/>
                  </a:lnTo>
                  <a:lnTo>
                    <a:pt x="271" y="30"/>
                  </a:lnTo>
                  <a:lnTo>
                    <a:pt x="271" y="3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802" name="Google Shape;3802;p72"/>
            <p:cNvSpPr/>
            <p:nvPr/>
          </p:nvSpPr>
          <p:spPr>
            <a:xfrm>
              <a:off x="4027488" y="5956300"/>
              <a:ext cx="192088" cy="201613"/>
            </a:xfrm>
            <a:custGeom>
              <a:avLst/>
              <a:gdLst/>
              <a:ahLst/>
              <a:cxnLst/>
              <a:rect l="l" t="t" r="r" b="b"/>
              <a:pathLst>
                <a:path w="121" h="127" extrusionOk="0">
                  <a:moveTo>
                    <a:pt x="68" y="7"/>
                  </a:moveTo>
                  <a:lnTo>
                    <a:pt x="68" y="7"/>
                  </a:lnTo>
                  <a:lnTo>
                    <a:pt x="75" y="15"/>
                  </a:lnTo>
                  <a:lnTo>
                    <a:pt x="75" y="30"/>
                  </a:lnTo>
                  <a:lnTo>
                    <a:pt x="60" y="37"/>
                  </a:lnTo>
                  <a:lnTo>
                    <a:pt x="45" y="52"/>
                  </a:lnTo>
                  <a:lnTo>
                    <a:pt x="45" y="52"/>
                  </a:lnTo>
                  <a:lnTo>
                    <a:pt x="38" y="60"/>
                  </a:lnTo>
                  <a:lnTo>
                    <a:pt x="38" y="60"/>
                  </a:lnTo>
                  <a:lnTo>
                    <a:pt x="45" y="82"/>
                  </a:lnTo>
                  <a:lnTo>
                    <a:pt x="68" y="105"/>
                  </a:lnTo>
                  <a:lnTo>
                    <a:pt x="90" y="120"/>
                  </a:lnTo>
                  <a:lnTo>
                    <a:pt x="121" y="120"/>
                  </a:lnTo>
                  <a:lnTo>
                    <a:pt x="121" y="120"/>
                  </a:lnTo>
                  <a:lnTo>
                    <a:pt x="98" y="127"/>
                  </a:lnTo>
                  <a:lnTo>
                    <a:pt x="75" y="127"/>
                  </a:lnTo>
                  <a:lnTo>
                    <a:pt x="53" y="120"/>
                  </a:lnTo>
                  <a:lnTo>
                    <a:pt x="30" y="112"/>
                  </a:lnTo>
                  <a:lnTo>
                    <a:pt x="15" y="97"/>
                  </a:lnTo>
                  <a:lnTo>
                    <a:pt x="8" y="82"/>
                  </a:lnTo>
                  <a:lnTo>
                    <a:pt x="0" y="67"/>
                  </a:lnTo>
                  <a:lnTo>
                    <a:pt x="0" y="52"/>
                  </a:lnTo>
                  <a:lnTo>
                    <a:pt x="0" y="52"/>
                  </a:lnTo>
                  <a:lnTo>
                    <a:pt x="0" y="45"/>
                  </a:lnTo>
                  <a:lnTo>
                    <a:pt x="0" y="45"/>
                  </a:lnTo>
                  <a:lnTo>
                    <a:pt x="15" y="22"/>
                  </a:lnTo>
                  <a:lnTo>
                    <a:pt x="15" y="22"/>
                  </a:lnTo>
                  <a:lnTo>
                    <a:pt x="30" y="7"/>
                  </a:lnTo>
                  <a:lnTo>
                    <a:pt x="45" y="0"/>
                  </a:lnTo>
                  <a:lnTo>
                    <a:pt x="60" y="0"/>
                  </a:lnTo>
                  <a:lnTo>
                    <a:pt x="68" y="7"/>
                  </a:lnTo>
                  <a:lnTo>
                    <a:pt x="68" y="7"/>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803" name="Google Shape;3803;p72"/>
            <p:cNvSpPr/>
            <p:nvPr/>
          </p:nvSpPr>
          <p:spPr>
            <a:xfrm>
              <a:off x="3133725" y="5478463"/>
              <a:ext cx="1239838" cy="668338"/>
            </a:xfrm>
            <a:custGeom>
              <a:avLst/>
              <a:gdLst/>
              <a:ahLst/>
              <a:cxnLst/>
              <a:rect l="l" t="t" r="r" b="b"/>
              <a:pathLst>
                <a:path w="781" h="421" extrusionOk="0">
                  <a:moveTo>
                    <a:pt x="406" y="30"/>
                  </a:moveTo>
                  <a:lnTo>
                    <a:pt x="406" y="30"/>
                  </a:lnTo>
                  <a:lnTo>
                    <a:pt x="473" y="45"/>
                  </a:lnTo>
                  <a:lnTo>
                    <a:pt x="533" y="68"/>
                  </a:lnTo>
                  <a:lnTo>
                    <a:pt x="593" y="98"/>
                  </a:lnTo>
                  <a:lnTo>
                    <a:pt x="638" y="120"/>
                  </a:lnTo>
                  <a:lnTo>
                    <a:pt x="676" y="150"/>
                  </a:lnTo>
                  <a:lnTo>
                    <a:pt x="706" y="173"/>
                  </a:lnTo>
                  <a:lnTo>
                    <a:pt x="736" y="203"/>
                  </a:lnTo>
                  <a:lnTo>
                    <a:pt x="759" y="233"/>
                  </a:lnTo>
                  <a:lnTo>
                    <a:pt x="766" y="256"/>
                  </a:lnTo>
                  <a:lnTo>
                    <a:pt x="781" y="286"/>
                  </a:lnTo>
                  <a:lnTo>
                    <a:pt x="781" y="308"/>
                  </a:lnTo>
                  <a:lnTo>
                    <a:pt x="781" y="331"/>
                  </a:lnTo>
                  <a:lnTo>
                    <a:pt x="774" y="376"/>
                  </a:lnTo>
                  <a:lnTo>
                    <a:pt x="744" y="406"/>
                  </a:lnTo>
                  <a:lnTo>
                    <a:pt x="744" y="406"/>
                  </a:lnTo>
                  <a:lnTo>
                    <a:pt x="714" y="421"/>
                  </a:lnTo>
                  <a:lnTo>
                    <a:pt x="684" y="421"/>
                  </a:lnTo>
                  <a:lnTo>
                    <a:pt x="684" y="421"/>
                  </a:lnTo>
                  <a:lnTo>
                    <a:pt x="706" y="413"/>
                  </a:lnTo>
                  <a:lnTo>
                    <a:pt x="706" y="413"/>
                  </a:lnTo>
                  <a:lnTo>
                    <a:pt x="736" y="383"/>
                  </a:lnTo>
                  <a:lnTo>
                    <a:pt x="751" y="338"/>
                  </a:lnTo>
                  <a:lnTo>
                    <a:pt x="751" y="316"/>
                  </a:lnTo>
                  <a:lnTo>
                    <a:pt x="744" y="293"/>
                  </a:lnTo>
                  <a:lnTo>
                    <a:pt x="736" y="263"/>
                  </a:lnTo>
                  <a:lnTo>
                    <a:pt x="721" y="233"/>
                  </a:lnTo>
                  <a:lnTo>
                    <a:pt x="699" y="210"/>
                  </a:lnTo>
                  <a:lnTo>
                    <a:pt x="676" y="180"/>
                  </a:lnTo>
                  <a:lnTo>
                    <a:pt x="638" y="150"/>
                  </a:lnTo>
                  <a:lnTo>
                    <a:pt x="601" y="128"/>
                  </a:lnTo>
                  <a:lnTo>
                    <a:pt x="556" y="98"/>
                  </a:lnTo>
                  <a:lnTo>
                    <a:pt x="503" y="75"/>
                  </a:lnTo>
                  <a:lnTo>
                    <a:pt x="436" y="53"/>
                  </a:lnTo>
                  <a:lnTo>
                    <a:pt x="368" y="30"/>
                  </a:lnTo>
                  <a:lnTo>
                    <a:pt x="368" y="30"/>
                  </a:lnTo>
                  <a:lnTo>
                    <a:pt x="278" y="15"/>
                  </a:lnTo>
                  <a:lnTo>
                    <a:pt x="180" y="8"/>
                  </a:lnTo>
                  <a:lnTo>
                    <a:pt x="90" y="8"/>
                  </a:lnTo>
                  <a:lnTo>
                    <a:pt x="0" y="15"/>
                  </a:lnTo>
                  <a:lnTo>
                    <a:pt x="38" y="8"/>
                  </a:lnTo>
                  <a:lnTo>
                    <a:pt x="38" y="8"/>
                  </a:lnTo>
                  <a:lnTo>
                    <a:pt x="128" y="0"/>
                  </a:lnTo>
                  <a:lnTo>
                    <a:pt x="218" y="0"/>
                  </a:lnTo>
                  <a:lnTo>
                    <a:pt x="315" y="8"/>
                  </a:lnTo>
                  <a:lnTo>
                    <a:pt x="406" y="30"/>
                  </a:lnTo>
                  <a:lnTo>
                    <a:pt x="406" y="3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804" name="Google Shape;3804;p72"/>
            <p:cNvSpPr/>
            <p:nvPr/>
          </p:nvSpPr>
          <p:spPr>
            <a:xfrm>
              <a:off x="-2381" y="2092325"/>
              <a:ext cx="643732" cy="1728788"/>
            </a:xfrm>
            <a:custGeom>
              <a:avLst/>
              <a:gdLst/>
              <a:ahLst/>
              <a:cxnLst/>
              <a:rect l="l" t="t" r="r" b="b"/>
              <a:pathLst>
                <a:path w="643732" h="1728788" extrusionOk="0">
                  <a:moveTo>
                    <a:pt x="24607" y="0"/>
                  </a:moveTo>
                  <a:lnTo>
                    <a:pt x="72232" y="11113"/>
                  </a:lnTo>
                  <a:lnTo>
                    <a:pt x="143669" y="47625"/>
                  </a:lnTo>
                  <a:lnTo>
                    <a:pt x="215107" y="95250"/>
                  </a:lnTo>
                  <a:lnTo>
                    <a:pt x="310357" y="179388"/>
                  </a:lnTo>
                  <a:lnTo>
                    <a:pt x="405607" y="285750"/>
                  </a:lnTo>
                  <a:lnTo>
                    <a:pt x="488157" y="428625"/>
                  </a:lnTo>
                  <a:lnTo>
                    <a:pt x="537369" y="523875"/>
                  </a:lnTo>
                  <a:lnTo>
                    <a:pt x="572294" y="620713"/>
                  </a:lnTo>
                  <a:lnTo>
                    <a:pt x="596107" y="715963"/>
                  </a:lnTo>
                  <a:lnTo>
                    <a:pt x="619920" y="811213"/>
                  </a:lnTo>
                  <a:lnTo>
                    <a:pt x="643732" y="1001713"/>
                  </a:lnTo>
                  <a:lnTo>
                    <a:pt x="643732" y="1181101"/>
                  </a:lnTo>
                  <a:lnTo>
                    <a:pt x="632620" y="1358901"/>
                  </a:lnTo>
                  <a:lnTo>
                    <a:pt x="619920" y="1514476"/>
                  </a:lnTo>
                  <a:lnTo>
                    <a:pt x="596107" y="1633538"/>
                  </a:lnTo>
                  <a:lnTo>
                    <a:pt x="572294" y="1728788"/>
                  </a:lnTo>
                  <a:lnTo>
                    <a:pt x="584995" y="1443038"/>
                  </a:lnTo>
                  <a:lnTo>
                    <a:pt x="572294" y="1204913"/>
                  </a:lnTo>
                  <a:lnTo>
                    <a:pt x="561182" y="1096963"/>
                  </a:lnTo>
                  <a:lnTo>
                    <a:pt x="537369" y="1025525"/>
                  </a:lnTo>
                  <a:lnTo>
                    <a:pt x="488157" y="954088"/>
                  </a:lnTo>
                  <a:lnTo>
                    <a:pt x="440532" y="906463"/>
                  </a:lnTo>
                  <a:lnTo>
                    <a:pt x="392907" y="882650"/>
                  </a:lnTo>
                  <a:lnTo>
                    <a:pt x="334169" y="882650"/>
                  </a:lnTo>
                  <a:lnTo>
                    <a:pt x="310357" y="882650"/>
                  </a:lnTo>
                  <a:lnTo>
                    <a:pt x="286544" y="893763"/>
                  </a:lnTo>
                  <a:lnTo>
                    <a:pt x="238919" y="930275"/>
                  </a:lnTo>
                  <a:lnTo>
                    <a:pt x="191294" y="965200"/>
                  </a:lnTo>
                  <a:lnTo>
                    <a:pt x="167482" y="977900"/>
                  </a:lnTo>
                  <a:lnTo>
                    <a:pt x="83344" y="954088"/>
                  </a:lnTo>
                  <a:lnTo>
                    <a:pt x="794" y="930275"/>
                  </a:lnTo>
                  <a:lnTo>
                    <a:pt x="0" y="929758"/>
                  </a:lnTo>
                  <a:lnTo>
                    <a:pt x="0" y="735358"/>
                  </a:lnTo>
                  <a:lnTo>
                    <a:pt x="24607" y="703263"/>
                  </a:lnTo>
                  <a:lnTo>
                    <a:pt x="72232" y="668338"/>
                  </a:lnTo>
                  <a:lnTo>
                    <a:pt x="119857" y="631825"/>
                  </a:lnTo>
                  <a:lnTo>
                    <a:pt x="178594" y="620713"/>
                  </a:lnTo>
                  <a:lnTo>
                    <a:pt x="250032" y="631825"/>
                  </a:lnTo>
                  <a:lnTo>
                    <a:pt x="310357" y="655638"/>
                  </a:lnTo>
                  <a:lnTo>
                    <a:pt x="357982" y="692150"/>
                  </a:lnTo>
                  <a:lnTo>
                    <a:pt x="405607" y="727075"/>
                  </a:lnTo>
                  <a:lnTo>
                    <a:pt x="488157" y="811213"/>
                  </a:lnTo>
                  <a:lnTo>
                    <a:pt x="537369" y="882650"/>
                  </a:lnTo>
                  <a:lnTo>
                    <a:pt x="561182" y="893763"/>
                  </a:lnTo>
                  <a:lnTo>
                    <a:pt x="561182" y="882650"/>
                  </a:lnTo>
                  <a:lnTo>
                    <a:pt x="561182" y="822325"/>
                  </a:lnTo>
                  <a:lnTo>
                    <a:pt x="524670" y="739775"/>
                  </a:lnTo>
                  <a:lnTo>
                    <a:pt x="500857" y="655638"/>
                  </a:lnTo>
                  <a:lnTo>
                    <a:pt x="453232" y="584200"/>
                  </a:lnTo>
                  <a:lnTo>
                    <a:pt x="405607" y="536575"/>
                  </a:lnTo>
                  <a:lnTo>
                    <a:pt x="357982" y="512763"/>
                  </a:lnTo>
                  <a:lnTo>
                    <a:pt x="310357" y="488950"/>
                  </a:lnTo>
                  <a:lnTo>
                    <a:pt x="273844" y="488950"/>
                  </a:lnTo>
                  <a:lnTo>
                    <a:pt x="250032" y="500063"/>
                  </a:lnTo>
                  <a:lnTo>
                    <a:pt x="215107" y="512763"/>
                  </a:lnTo>
                  <a:lnTo>
                    <a:pt x="226219" y="417513"/>
                  </a:lnTo>
                  <a:lnTo>
                    <a:pt x="226219" y="333375"/>
                  </a:lnTo>
                  <a:lnTo>
                    <a:pt x="215107" y="238125"/>
                  </a:lnTo>
                  <a:lnTo>
                    <a:pt x="202407" y="190500"/>
                  </a:lnTo>
                  <a:lnTo>
                    <a:pt x="167482" y="142875"/>
                  </a:lnTo>
                  <a:lnTo>
                    <a:pt x="107157" y="71438"/>
                  </a:lnTo>
                  <a:lnTo>
                    <a:pt x="48419" y="1111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805" name="Google Shape;3805;p72"/>
            <p:cNvSpPr/>
            <p:nvPr/>
          </p:nvSpPr>
          <p:spPr>
            <a:xfrm>
              <a:off x="2000250" y="5740400"/>
              <a:ext cx="573088" cy="739775"/>
            </a:xfrm>
            <a:custGeom>
              <a:avLst/>
              <a:gdLst/>
              <a:ahLst/>
              <a:cxnLst/>
              <a:rect l="l" t="t" r="r" b="b"/>
              <a:pathLst>
                <a:path w="361" h="466" extrusionOk="0">
                  <a:moveTo>
                    <a:pt x="0" y="0"/>
                  </a:moveTo>
                  <a:lnTo>
                    <a:pt x="0" y="0"/>
                  </a:lnTo>
                  <a:lnTo>
                    <a:pt x="68" y="60"/>
                  </a:lnTo>
                  <a:lnTo>
                    <a:pt x="113" y="113"/>
                  </a:lnTo>
                  <a:lnTo>
                    <a:pt x="136" y="143"/>
                  </a:lnTo>
                  <a:lnTo>
                    <a:pt x="151" y="173"/>
                  </a:lnTo>
                  <a:lnTo>
                    <a:pt x="151" y="173"/>
                  </a:lnTo>
                  <a:lnTo>
                    <a:pt x="158" y="211"/>
                  </a:lnTo>
                  <a:lnTo>
                    <a:pt x="158" y="256"/>
                  </a:lnTo>
                  <a:lnTo>
                    <a:pt x="151" y="293"/>
                  </a:lnTo>
                  <a:lnTo>
                    <a:pt x="151" y="293"/>
                  </a:lnTo>
                  <a:lnTo>
                    <a:pt x="188" y="293"/>
                  </a:lnTo>
                  <a:lnTo>
                    <a:pt x="226" y="301"/>
                  </a:lnTo>
                  <a:lnTo>
                    <a:pt x="248" y="308"/>
                  </a:lnTo>
                  <a:lnTo>
                    <a:pt x="248" y="308"/>
                  </a:lnTo>
                  <a:lnTo>
                    <a:pt x="278" y="331"/>
                  </a:lnTo>
                  <a:lnTo>
                    <a:pt x="301" y="353"/>
                  </a:lnTo>
                  <a:lnTo>
                    <a:pt x="338" y="406"/>
                  </a:lnTo>
                  <a:lnTo>
                    <a:pt x="353" y="444"/>
                  </a:lnTo>
                  <a:lnTo>
                    <a:pt x="361" y="466"/>
                  </a:lnTo>
                  <a:lnTo>
                    <a:pt x="361" y="466"/>
                  </a:lnTo>
                  <a:lnTo>
                    <a:pt x="361" y="263"/>
                  </a:lnTo>
                  <a:lnTo>
                    <a:pt x="361" y="263"/>
                  </a:lnTo>
                  <a:lnTo>
                    <a:pt x="353" y="181"/>
                  </a:lnTo>
                  <a:lnTo>
                    <a:pt x="346" y="151"/>
                  </a:lnTo>
                  <a:lnTo>
                    <a:pt x="346" y="151"/>
                  </a:lnTo>
                  <a:lnTo>
                    <a:pt x="286" y="128"/>
                  </a:lnTo>
                  <a:lnTo>
                    <a:pt x="286" y="128"/>
                  </a:lnTo>
                  <a:lnTo>
                    <a:pt x="248" y="113"/>
                  </a:lnTo>
                  <a:lnTo>
                    <a:pt x="203" y="98"/>
                  </a:lnTo>
                  <a:lnTo>
                    <a:pt x="151" y="68"/>
                  </a:lnTo>
                  <a:lnTo>
                    <a:pt x="151" y="68"/>
                  </a:lnTo>
                  <a:lnTo>
                    <a:pt x="203" y="106"/>
                  </a:lnTo>
                  <a:lnTo>
                    <a:pt x="241" y="143"/>
                  </a:lnTo>
                  <a:lnTo>
                    <a:pt x="271" y="181"/>
                  </a:lnTo>
                  <a:lnTo>
                    <a:pt x="271" y="181"/>
                  </a:lnTo>
                  <a:lnTo>
                    <a:pt x="293" y="218"/>
                  </a:lnTo>
                  <a:lnTo>
                    <a:pt x="308" y="248"/>
                  </a:lnTo>
                  <a:lnTo>
                    <a:pt x="316" y="293"/>
                  </a:lnTo>
                  <a:lnTo>
                    <a:pt x="316" y="293"/>
                  </a:lnTo>
                  <a:lnTo>
                    <a:pt x="293" y="248"/>
                  </a:lnTo>
                  <a:lnTo>
                    <a:pt x="271" y="218"/>
                  </a:lnTo>
                  <a:lnTo>
                    <a:pt x="241" y="173"/>
                  </a:lnTo>
                  <a:lnTo>
                    <a:pt x="241" y="173"/>
                  </a:lnTo>
                  <a:lnTo>
                    <a:pt x="181" y="121"/>
                  </a:lnTo>
                  <a:lnTo>
                    <a:pt x="106" y="68"/>
                  </a:lnTo>
                  <a:lnTo>
                    <a:pt x="0" y="0"/>
                  </a:lnTo>
                  <a:lnTo>
                    <a:pt x="0" y="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806" name="Google Shape;3806;p72"/>
            <p:cNvSpPr/>
            <p:nvPr/>
          </p:nvSpPr>
          <p:spPr>
            <a:xfrm>
              <a:off x="450850" y="6099175"/>
              <a:ext cx="1012825" cy="608013"/>
            </a:xfrm>
            <a:custGeom>
              <a:avLst/>
              <a:gdLst/>
              <a:ahLst/>
              <a:cxnLst/>
              <a:rect l="l" t="t" r="r" b="b"/>
              <a:pathLst>
                <a:path w="638" h="383" extrusionOk="0">
                  <a:moveTo>
                    <a:pt x="218" y="308"/>
                  </a:moveTo>
                  <a:lnTo>
                    <a:pt x="218" y="308"/>
                  </a:lnTo>
                  <a:lnTo>
                    <a:pt x="270" y="330"/>
                  </a:lnTo>
                  <a:lnTo>
                    <a:pt x="330" y="338"/>
                  </a:lnTo>
                  <a:lnTo>
                    <a:pt x="391" y="330"/>
                  </a:lnTo>
                  <a:lnTo>
                    <a:pt x="451" y="315"/>
                  </a:lnTo>
                  <a:lnTo>
                    <a:pt x="503" y="285"/>
                  </a:lnTo>
                  <a:lnTo>
                    <a:pt x="548" y="248"/>
                  </a:lnTo>
                  <a:lnTo>
                    <a:pt x="586" y="203"/>
                  </a:lnTo>
                  <a:lnTo>
                    <a:pt x="616" y="150"/>
                  </a:lnTo>
                  <a:lnTo>
                    <a:pt x="616" y="150"/>
                  </a:lnTo>
                  <a:lnTo>
                    <a:pt x="623" y="112"/>
                  </a:lnTo>
                  <a:lnTo>
                    <a:pt x="631" y="75"/>
                  </a:lnTo>
                  <a:lnTo>
                    <a:pt x="631" y="37"/>
                  </a:lnTo>
                  <a:lnTo>
                    <a:pt x="631" y="0"/>
                  </a:lnTo>
                  <a:lnTo>
                    <a:pt x="631" y="0"/>
                  </a:lnTo>
                  <a:lnTo>
                    <a:pt x="638" y="45"/>
                  </a:lnTo>
                  <a:lnTo>
                    <a:pt x="638" y="90"/>
                  </a:lnTo>
                  <a:lnTo>
                    <a:pt x="638" y="135"/>
                  </a:lnTo>
                  <a:lnTo>
                    <a:pt x="623" y="180"/>
                  </a:lnTo>
                  <a:lnTo>
                    <a:pt x="623" y="180"/>
                  </a:lnTo>
                  <a:lnTo>
                    <a:pt x="593" y="233"/>
                  </a:lnTo>
                  <a:lnTo>
                    <a:pt x="556" y="285"/>
                  </a:lnTo>
                  <a:lnTo>
                    <a:pt x="518" y="323"/>
                  </a:lnTo>
                  <a:lnTo>
                    <a:pt x="466" y="353"/>
                  </a:lnTo>
                  <a:lnTo>
                    <a:pt x="413" y="375"/>
                  </a:lnTo>
                  <a:lnTo>
                    <a:pt x="353" y="383"/>
                  </a:lnTo>
                  <a:lnTo>
                    <a:pt x="293" y="375"/>
                  </a:lnTo>
                  <a:lnTo>
                    <a:pt x="225" y="360"/>
                  </a:lnTo>
                  <a:lnTo>
                    <a:pt x="225" y="360"/>
                  </a:lnTo>
                  <a:lnTo>
                    <a:pt x="180" y="338"/>
                  </a:lnTo>
                  <a:lnTo>
                    <a:pt x="143" y="315"/>
                  </a:lnTo>
                  <a:lnTo>
                    <a:pt x="113" y="285"/>
                  </a:lnTo>
                  <a:lnTo>
                    <a:pt x="83" y="248"/>
                  </a:lnTo>
                  <a:lnTo>
                    <a:pt x="53" y="203"/>
                  </a:lnTo>
                  <a:lnTo>
                    <a:pt x="30" y="165"/>
                  </a:lnTo>
                  <a:lnTo>
                    <a:pt x="15" y="120"/>
                  </a:lnTo>
                  <a:lnTo>
                    <a:pt x="0" y="75"/>
                  </a:lnTo>
                  <a:lnTo>
                    <a:pt x="0" y="75"/>
                  </a:lnTo>
                  <a:lnTo>
                    <a:pt x="38" y="150"/>
                  </a:lnTo>
                  <a:lnTo>
                    <a:pt x="83" y="218"/>
                  </a:lnTo>
                  <a:lnTo>
                    <a:pt x="143" y="270"/>
                  </a:lnTo>
                  <a:lnTo>
                    <a:pt x="180" y="293"/>
                  </a:lnTo>
                  <a:lnTo>
                    <a:pt x="218" y="308"/>
                  </a:lnTo>
                  <a:lnTo>
                    <a:pt x="218" y="30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807" name="Google Shape;3807;p72"/>
            <p:cNvSpPr/>
            <p:nvPr/>
          </p:nvSpPr>
          <p:spPr>
            <a:xfrm>
              <a:off x="773113" y="5788025"/>
              <a:ext cx="679450" cy="525463"/>
            </a:xfrm>
            <a:custGeom>
              <a:avLst/>
              <a:gdLst/>
              <a:ahLst/>
              <a:cxnLst/>
              <a:rect l="l" t="t" r="r" b="b"/>
              <a:pathLst>
                <a:path w="428" h="331" extrusionOk="0">
                  <a:moveTo>
                    <a:pt x="293" y="53"/>
                  </a:moveTo>
                  <a:lnTo>
                    <a:pt x="293" y="53"/>
                  </a:lnTo>
                  <a:lnTo>
                    <a:pt x="255" y="46"/>
                  </a:lnTo>
                  <a:lnTo>
                    <a:pt x="225" y="38"/>
                  </a:lnTo>
                  <a:lnTo>
                    <a:pt x="195" y="46"/>
                  </a:lnTo>
                  <a:lnTo>
                    <a:pt x="165" y="46"/>
                  </a:lnTo>
                  <a:lnTo>
                    <a:pt x="135" y="61"/>
                  </a:lnTo>
                  <a:lnTo>
                    <a:pt x="105" y="76"/>
                  </a:lnTo>
                  <a:lnTo>
                    <a:pt x="82" y="98"/>
                  </a:lnTo>
                  <a:lnTo>
                    <a:pt x="60" y="121"/>
                  </a:lnTo>
                  <a:lnTo>
                    <a:pt x="60" y="121"/>
                  </a:lnTo>
                  <a:lnTo>
                    <a:pt x="45" y="143"/>
                  </a:lnTo>
                  <a:lnTo>
                    <a:pt x="45" y="166"/>
                  </a:lnTo>
                  <a:lnTo>
                    <a:pt x="45" y="181"/>
                  </a:lnTo>
                  <a:lnTo>
                    <a:pt x="45" y="181"/>
                  </a:lnTo>
                  <a:lnTo>
                    <a:pt x="52" y="196"/>
                  </a:lnTo>
                  <a:lnTo>
                    <a:pt x="67" y="203"/>
                  </a:lnTo>
                  <a:lnTo>
                    <a:pt x="90" y="218"/>
                  </a:lnTo>
                  <a:lnTo>
                    <a:pt x="90" y="218"/>
                  </a:lnTo>
                  <a:lnTo>
                    <a:pt x="120" y="248"/>
                  </a:lnTo>
                  <a:lnTo>
                    <a:pt x="127" y="278"/>
                  </a:lnTo>
                  <a:lnTo>
                    <a:pt x="127" y="301"/>
                  </a:lnTo>
                  <a:lnTo>
                    <a:pt x="120" y="316"/>
                  </a:lnTo>
                  <a:lnTo>
                    <a:pt x="120" y="316"/>
                  </a:lnTo>
                  <a:lnTo>
                    <a:pt x="105" y="331"/>
                  </a:lnTo>
                  <a:lnTo>
                    <a:pt x="75" y="331"/>
                  </a:lnTo>
                  <a:lnTo>
                    <a:pt x="60" y="331"/>
                  </a:lnTo>
                  <a:lnTo>
                    <a:pt x="45" y="316"/>
                  </a:lnTo>
                  <a:lnTo>
                    <a:pt x="30" y="301"/>
                  </a:lnTo>
                  <a:lnTo>
                    <a:pt x="15" y="278"/>
                  </a:lnTo>
                  <a:lnTo>
                    <a:pt x="15" y="278"/>
                  </a:lnTo>
                  <a:lnTo>
                    <a:pt x="7" y="256"/>
                  </a:lnTo>
                  <a:lnTo>
                    <a:pt x="0" y="226"/>
                  </a:lnTo>
                  <a:lnTo>
                    <a:pt x="7" y="181"/>
                  </a:lnTo>
                  <a:lnTo>
                    <a:pt x="15" y="143"/>
                  </a:lnTo>
                  <a:lnTo>
                    <a:pt x="22" y="128"/>
                  </a:lnTo>
                  <a:lnTo>
                    <a:pt x="22" y="128"/>
                  </a:lnTo>
                  <a:lnTo>
                    <a:pt x="45" y="91"/>
                  </a:lnTo>
                  <a:lnTo>
                    <a:pt x="67" y="61"/>
                  </a:lnTo>
                  <a:lnTo>
                    <a:pt x="97" y="38"/>
                  </a:lnTo>
                  <a:lnTo>
                    <a:pt x="135" y="23"/>
                  </a:lnTo>
                  <a:lnTo>
                    <a:pt x="165" y="8"/>
                  </a:lnTo>
                  <a:lnTo>
                    <a:pt x="203" y="0"/>
                  </a:lnTo>
                  <a:lnTo>
                    <a:pt x="240" y="0"/>
                  </a:lnTo>
                  <a:lnTo>
                    <a:pt x="285" y="15"/>
                  </a:lnTo>
                  <a:lnTo>
                    <a:pt x="285" y="15"/>
                  </a:lnTo>
                  <a:lnTo>
                    <a:pt x="308" y="30"/>
                  </a:lnTo>
                  <a:lnTo>
                    <a:pt x="330" y="46"/>
                  </a:lnTo>
                  <a:lnTo>
                    <a:pt x="375" y="91"/>
                  </a:lnTo>
                  <a:lnTo>
                    <a:pt x="405" y="143"/>
                  </a:lnTo>
                  <a:lnTo>
                    <a:pt x="428" y="196"/>
                  </a:lnTo>
                  <a:lnTo>
                    <a:pt x="428" y="196"/>
                  </a:lnTo>
                  <a:lnTo>
                    <a:pt x="405" y="158"/>
                  </a:lnTo>
                  <a:lnTo>
                    <a:pt x="375" y="113"/>
                  </a:lnTo>
                  <a:lnTo>
                    <a:pt x="338" y="83"/>
                  </a:lnTo>
                  <a:lnTo>
                    <a:pt x="293" y="53"/>
                  </a:lnTo>
                  <a:lnTo>
                    <a:pt x="293" y="5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808" name="Google Shape;3808;p72"/>
            <p:cNvSpPr/>
            <p:nvPr/>
          </p:nvSpPr>
          <p:spPr>
            <a:xfrm>
              <a:off x="414338" y="5287963"/>
              <a:ext cx="1562100" cy="930275"/>
            </a:xfrm>
            <a:custGeom>
              <a:avLst/>
              <a:gdLst/>
              <a:ahLst/>
              <a:cxnLst/>
              <a:rect l="l" t="t" r="r" b="b"/>
              <a:pathLst>
                <a:path w="984" h="586" extrusionOk="0">
                  <a:moveTo>
                    <a:pt x="669" y="98"/>
                  </a:moveTo>
                  <a:lnTo>
                    <a:pt x="669" y="98"/>
                  </a:lnTo>
                  <a:lnTo>
                    <a:pt x="624" y="83"/>
                  </a:lnTo>
                  <a:lnTo>
                    <a:pt x="571" y="75"/>
                  </a:lnTo>
                  <a:lnTo>
                    <a:pt x="526" y="68"/>
                  </a:lnTo>
                  <a:lnTo>
                    <a:pt x="481" y="60"/>
                  </a:lnTo>
                  <a:lnTo>
                    <a:pt x="391" y="75"/>
                  </a:lnTo>
                  <a:lnTo>
                    <a:pt x="301" y="98"/>
                  </a:lnTo>
                  <a:lnTo>
                    <a:pt x="226" y="143"/>
                  </a:lnTo>
                  <a:lnTo>
                    <a:pt x="151" y="195"/>
                  </a:lnTo>
                  <a:lnTo>
                    <a:pt x="121" y="233"/>
                  </a:lnTo>
                  <a:lnTo>
                    <a:pt x="91" y="270"/>
                  </a:lnTo>
                  <a:lnTo>
                    <a:pt x="68" y="308"/>
                  </a:lnTo>
                  <a:lnTo>
                    <a:pt x="45" y="353"/>
                  </a:lnTo>
                  <a:lnTo>
                    <a:pt x="45" y="353"/>
                  </a:lnTo>
                  <a:lnTo>
                    <a:pt x="23" y="413"/>
                  </a:lnTo>
                  <a:lnTo>
                    <a:pt x="15" y="473"/>
                  </a:lnTo>
                  <a:lnTo>
                    <a:pt x="15" y="533"/>
                  </a:lnTo>
                  <a:lnTo>
                    <a:pt x="23" y="586"/>
                  </a:lnTo>
                  <a:lnTo>
                    <a:pt x="23" y="586"/>
                  </a:lnTo>
                  <a:lnTo>
                    <a:pt x="8" y="518"/>
                  </a:lnTo>
                  <a:lnTo>
                    <a:pt x="0" y="451"/>
                  </a:lnTo>
                  <a:lnTo>
                    <a:pt x="8" y="376"/>
                  </a:lnTo>
                  <a:lnTo>
                    <a:pt x="30" y="300"/>
                  </a:lnTo>
                  <a:lnTo>
                    <a:pt x="30" y="300"/>
                  </a:lnTo>
                  <a:lnTo>
                    <a:pt x="76" y="218"/>
                  </a:lnTo>
                  <a:lnTo>
                    <a:pt x="98" y="180"/>
                  </a:lnTo>
                  <a:lnTo>
                    <a:pt x="128" y="143"/>
                  </a:lnTo>
                  <a:lnTo>
                    <a:pt x="166" y="105"/>
                  </a:lnTo>
                  <a:lnTo>
                    <a:pt x="203" y="75"/>
                  </a:lnTo>
                  <a:lnTo>
                    <a:pt x="248" y="45"/>
                  </a:lnTo>
                  <a:lnTo>
                    <a:pt x="293" y="22"/>
                  </a:lnTo>
                  <a:lnTo>
                    <a:pt x="293" y="22"/>
                  </a:lnTo>
                  <a:lnTo>
                    <a:pt x="338" y="7"/>
                  </a:lnTo>
                  <a:lnTo>
                    <a:pt x="383" y="0"/>
                  </a:lnTo>
                  <a:lnTo>
                    <a:pt x="429" y="0"/>
                  </a:lnTo>
                  <a:lnTo>
                    <a:pt x="481" y="0"/>
                  </a:lnTo>
                  <a:lnTo>
                    <a:pt x="579" y="15"/>
                  </a:lnTo>
                  <a:lnTo>
                    <a:pt x="669" y="53"/>
                  </a:lnTo>
                  <a:lnTo>
                    <a:pt x="669" y="53"/>
                  </a:lnTo>
                  <a:lnTo>
                    <a:pt x="737" y="83"/>
                  </a:lnTo>
                  <a:lnTo>
                    <a:pt x="789" y="120"/>
                  </a:lnTo>
                  <a:lnTo>
                    <a:pt x="834" y="158"/>
                  </a:lnTo>
                  <a:lnTo>
                    <a:pt x="872" y="203"/>
                  </a:lnTo>
                  <a:lnTo>
                    <a:pt x="909" y="255"/>
                  </a:lnTo>
                  <a:lnTo>
                    <a:pt x="939" y="308"/>
                  </a:lnTo>
                  <a:lnTo>
                    <a:pt x="984" y="413"/>
                  </a:lnTo>
                  <a:lnTo>
                    <a:pt x="984" y="413"/>
                  </a:lnTo>
                  <a:lnTo>
                    <a:pt x="962" y="368"/>
                  </a:lnTo>
                  <a:lnTo>
                    <a:pt x="932" y="315"/>
                  </a:lnTo>
                  <a:lnTo>
                    <a:pt x="894" y="270"/>
                  </a:lnTo>
                  <a:lnTo>
                    <a:pt x="857" y="225"/>
                  </a:lnTo>
                  <a:lnTo>
                    <a:pt x="812" y="188"/>
                  </a:lnTo>
                  <a:lnTo>
                    <a:pt x="767" y="158"/>
                  </a:lnTo>
                  <a:lnTo>
                    <a:pt x="721" y="128"/>
                  </a:lnTo>
                  <a:lnTo>
                    <a:pt x="669" y="98"/>
                  </a:lnTo>
                  <a:lnTo>
                    <a:pt x="669" y="9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809" name="Google Shape;3809;p72"/>
            <p:cNvSpPr/>
            <p:nvPr/>
          </p:nvSpPr>
          <p:spPr>
            <a:xfrm>
              <a:off x="-74612" y="5956300"/>
              <a:ext cx="2159000" cy="930729"/>
            </a:xfrm>
            <a:custGeom>
              <a:avLst/>
              <a:gdLst/>
              <a:ahLst/>
              <a:cxnLst/>
              <a:rect l="l" t="t" r="r" b="b"/>
              <a:pathLst>
                <a:path w="2159000" h="930729" extrusionOk="0">
                  <a:moveTo>
                    <a:pt x="0" y="917575"/>
                  </a:moveTo>
                  <a:lnTo>
                    <a:pt x="10085" y="930729"/>
                  </a:lnTo>
                  <a:lnTo>
                    <a:pt x="7962" y="930729"/>
                  </a:lnTo>
                  <a:close/>
                  <a:moveTo>
                    <a:pt x="2063750" y="0"/>
                  </a:moveTo>
                  <a:lnTo>
                    <a:pt x="2098675" y="82550"/>
                  </a:lnTo>
                  <a:lnTo>
                    <a:pt x="2122488" y="177800"/>
                  </a:lnTo>
                  <a:lnTo>
                    <a:pt x="2146300" y="285750"/>
                  </a:lnTo>
                  <a:lnTo>
                    <a:pt x="2159000" y="381000"/>
                  </a:lnTo>
                  <a:lnTo>
                    <a:pt x="2159000" y="476250"/>
                  </a:lnTo>
                  <a:lnTo>
                    <a:pt x="2146300" y="584200"/>
                  </a:lnTo>
                  <a:lnTo>
                    <a:pt x="2122488" y="679450"/>
                  </a:lnTo>
                  <a:lnTo>
                    <a:pt x="2087563" y="774700"/>
                  </a:lnTo>
                  <a:lnTo>
                    <a:pt x="2039938" y="881063"/>
                  </a:lnTo>
                  <a:lnTo>
                    <a:pt x="2003298" y="930729"/>
                  </a:lnTo>
                  <a:lnTo>
                    <a:pt x="1904263" y="930729"/>
                  </a:lnTo>
                  <a:lnTo>
                    <a:pt x="1931988" y="893763"/>
                  </a:lnTo>
                  <a:lnTo>
                    <a:pt x="1992313" y="785813"/>
                  </a:lnTo>
                  <a:lnTo>
                    <a:pt x="2039938" y="679450"/>
                  </a:lnTo>
                  <a:lnTo>
                    <a:pt x="2074863" y="595313"/>
                  </a:lnTo>
                  <a:lnTo>
                    <a:pt x="2098675" y="512763"/>
                  </a:lnTo>
                  <a:lnTo>
                    <a:pt x="2111375" y="415925"/>
                  </a:lnTo>
                  <a:lnTo>
                    <a:pt x="2111375" y="333375"/>
                  </a:lnTo>
                  <a:lnTo>
                    <a:pt x="2111375" y="249238"/>
                  </a:lnTo>
                  <a:lnTo>
                    <a:pt x="2098675" y="166688"/>
                  </a:lnTo>
                  <a:lnTo>
                    <a:pt x="2087563" y="8255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810" name="Google Shape;3810;p72"/>
            <p:cNvSpPr/>
            <p:nvPr/>
          </p:nvSpPr>
          <p:spPr>
            <a:xfrm>
              <a:off x="998538" y="6051550"/>
              <a:ext cx="227013" cy="261938"/>
            </a:xfrm>
            <a:custGeom>
              <a:avLst/>
              <a:gdLst/>
              <a:ahLst/>
              <a:cxnLst/>
              <a:rect l="l" t="t" r="r" b="b"/>
              <a:pathLst>
                <a:path w="143" h="165" extrusionOk="0">
                  <a:moveTo>
                    <a:pt x="136" y="52"/>
                  </a:moveTo>
                  <a:lnTo>
                    <a:pt x="136" y="52"/>
                  </a:lnTo>
                  <a:lnTo>
                    <a:pt x="143" y="75"/>
                  </a:lnTo>
                  <a:lnTo>
                    <a:pt x="143" y="97"/>
                  </a:lnTo>
                  <a:lnTo>
                    <a:pt x="136" y="120"/>
                  </a:lnTo>
                  <a:lnTo>
                    <a:pt x="128" y="135"/>
                  </a:lnTo>
                  <a:lnTo>
                    <a:pt x="113" y="150"/>
                  </a:lnTo>
                  <a:lnTo>
                    <a:pt x="91" y="165"/>
                  </a:lnTo>
                  <a:lnTo>
                    <a:pt x="76" y="165"/>
                  </a:lnTo>
                  <a:lnTo>
                    <a:pt x="53" y="165"/>
                  </a:lnTo>
                  <a:lnTo>
                    <a:pt x="53" y="165"/>
                  </a:lnTo>
                  <a:lnTo>
                    <a:pt x="76" y="150"/>
                  </a:lnTo>
                  <a:lnTo>
                    <a:pt x="98" y="120"/>
                  </a:lnTo>
                  <a:lnTo>
                    <a:pt x="106" y="90"/>
                  </a:lnTo>
                  <a:lnTo>
                    <a:pt x="98" y="67"/>
                  </a:lnTo>
                  <a:lnTo>
                    <a:pt x="91" y="52"/>
                  </a:lnTo>
                  <a:lnTo>
                    <a:pt x="91" y="52"/>
                  </a:lnTo>
                  <a:lnTo>
                    <a:pt x="76" y="30"/>
                  </a:lnTo>
                  <a:lnTo>
                    <a:pt x="53" y="22"/>
                  </a:lnTo>
                  <a:lnTo>
                    <a:pt x="31" y="7"/>
                  </a:lnTo>
                  <a:lnTo>
                    <a:pt x="0" y="7"/>
                  </a:lnTo>
                  <a:lnTo>
                    <a:pt x="0" y="7"/>
                  </a:lnTo>
                  <a:lnTo>
                    <a:pt x="46" y="0"/>
                  </a:lnTo>
                  <a:lnTo>
                    <a:pt x="83" y="7"/>
                  </a:lnTo>
                  <a:lnTo>
                    <a:pt x="113" y="30"/>
                  </a:lnTo>
                  <a:lnTo>
                    <a:pt x="136" y="52"/>
                  </a:lnTo>
                  <a:lnTo>
                    <a:pt x="136" y="52"/>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3811" name="Google Shape;3811;p72"/>
            <p:cNvSpPr/>
            <p:nvPr/>
          </p:nvSpPr>
          <p:spPr>
            <a:xfrm>
              <a:off x="820738" y="4822825"/>
              <a:ext cx="238125" cy="285750"/>
            </a:xfrm>
            <a:custGeom>
              <a:avLst/>
              <a:gdLst/>
              <a:ahLst/>
              <a:cxnLst/>
              <a:rect l="l" t="t" r="r" b="b"/>
              <a:pathLst>
                <a:path w="150" h="180" extrusionOk="0">
                  <a:moveTo>
                    <a:pt x="143" y="135"/>
                  </a:moveTo>
                  <a:lnTo>
                    <a:pt x="143" y="135"/>
                  </a:lnTo>
                  <a:lnTo>
                    <a:pt x="127" y="158"/>
                  </a:lnTo>
                  <a:lnTo>
                    <a:pt x="112" y="173"/>
                  </a:lnTo>
                  <a:lnTo>
                    <a:pt x="90" y="180"/>
                  </a:lnTo>
                  <a:lnTo>
                    <a:pt x="67" y="180"/>
                  </a:lnTo>
                  <a:lnTo>
                    <a:pt x="45" y="180"/>
                  </a:lnTo>
                  <a:lnTo>
                    <a:pt x="22" y="173"/>
                  </a:lnTo>
                  <a:lnTo>
                    <a:pt x="7" y="158"/>
                  </a:lnTo>
                  <a:lnTo>
                    <a:pt x="0" y="135"/>
                  </a:lnTo>
                  <a:lnTo>
                    <a:pt x="0" y="135"/>
                  </a:lnTo>
                  <a:lnTo>
                    <a:pt x="30" y="150"/>
                  </a:lnTo>
                  <a:lnTo>
                    <a:pt x="67" y="150"/>
                  </a:lnTo>
                  <a:lnTo>
                    <a:pt x="90" y="135"/>
                  </a:lnTo>
                  <a:lnTo>
                    <a:pt x="105" y="120"/>
                  </a:lnTo>
                  <a:lnTo>
                    <a:pt x="112" y="105"/>
                  </a:lnTo>
                  <a:lnTo>
                    <a:pt x="112" y="105"/>
                  </a:lnTo>
                  <a:lnTo>
                    <a:pt x="120" y="83"/>
                  </a:lnTo>
                  <a:lnTo>
                    <a:pt x="120" y="53"/>
                  </a:lnTo>
                  <a:lnTo>
                    <a:pt x="112" y="30"/>
                  </a:lnTo>
                  <a:lnTo>
                    <a:pt x="97" y="0"/>
                  </a:lnTo>
                  <a:lnTo>
                    <a:pt x="97" y="0"/>
                  </a:lnTo>
                  <a:lnTo>
                    <a:pt x="127" y="38"/>
                  </a:lnTo>
                  <a:lnTo>
                    <a:pt x="143" y="75"/>
                  </a:lnTo>
                  <a:lnTo>
                    <a:pt x="150" y="105"/>
                  </a:lnTo>
                  <a:lnTo>
                    <a:pt x="143" y="135"/>
                  </a:lnTo>
                  <a:lnTo>
                    <a:pt x="143" y="13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grpSp>
      <p:sp>
        <p:nvSpPr>
          <p:cNvPr id="3812" name="Google Shape;3812;p72"/>
          <p:cNvSpPr txBox="1"/>
          <p:nvPr/>
        </p:nvSpPr>
        <p:spPr>
          <a:xfrm>
            <a:off x="5883275" y="667901"/>
            <a:ext cx="4661700" cy="3416279"/>
          </a:xfrm>
          <a:prstGeom prst="rect">
            <a:avLst/>
          </a:prstGeom>
          <a:noFill/>
          <a:ln>
            <a:noFill/>
          </a:ln>
        </p:spPr>
        <p:txBody>
          <a:bodyPr spcFirstLastPara="1" wrap="square" lIns="91425" tIns="45700" rIns="91425" bIns="45700" anchor="t" anchorCtr="0">
            <a:spAutoFit/>
          </a:bodyPr>
          <a:lstStyle/>
          <a:p>
            <a:r>
              <a:rPr lang="en-US" sz="2400" b="1" dirty="0">
                <a:solidFill>
                  <a:srgbClr val="1D1B10"/>
                </a:solidFill>
                <a:latin typeface="Arial"/>
                <a:ea typeface="Arial"/>
                <a:cs typeface="Arial"/>
                <a:sym typeface="Arial"/>
              </a:rPr>
              <a:t>Behavior: </a:t>
            </a:r>
            <a:endParaRPr sz="2400" dirty="0">
              <a:solidFill>
                <a:srgbClr val="1D1B10"/>
              </a:solidFill>
              <a:latin typeface="Arial"/>
              <a:ea typeface="Arial"/>
              <a:cs typeface="Arial"/>
              <a:sym typeface="Arial"/>
            </a:endParaRPr>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Refrain from any careless, unkind, foolish, or rude behavior. </a:t>
            </a:r>
            <a:endParaRPr dirty="0"/>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Bullying, physical aggression, recklessness, abuse of property, or violent behavior that endangers others will </a:t>
            </a:r>
            <a:r>
              <a:rPr lang="en-US" sz="2400" b="1" dirty="0">
                <a:solidFill>
                  <a:srgbClr val="1D1B10"/>
                </a:solidFill>
                <a:latin typeface="Arial"/>
                <a:ea typeface="Arial"/>
                <a:cs typeface="Arial"/>
                <a:sym typeface="Arial"/>
              </a:rPr>
              <a:t>NOT</a:t>
            </a:r>
            <a:r>
              <a:rPr lang="en-US" sz="2400" dirty="0">
                <a:solidFill>
                  <a:srgbClr val="1D1B10"/>
                </a:solidFill>
                <a:latin typeface="Arial"/>
                <a:ea typeface="Arial"/>
                <a:cs typeface="Arial"/>
                <a:sym typeface="Arial"/>
              </a:rPr>
              <a:t> be tolerated. </a:t>
            </a:r>
            <a:endParaRPr dirty="0"/>
          </a:p>
        </p:txBody>
      </p:sp>
      <p:sp>
        <p:nvSpPr>
          <p:cNvPr id="3813" name="Google Shape;3813;p72"/>
          <p:cNvSpPr/>
          <p:nvPr/>
        </p:nvSpPr>
        <p:spPr>
          <a:xfrm>
            <a:off x="1599017" y="903689"/>
            <a:ext cx="7964400" cy="584735"/>
          </a:xfrm>
          <a:prstGeom prst="rect">
            <a:avLst/>
          </a:prstGeom>
          <a:noFill/>
          <a:ln>
            <a:noFill/>
          </a:ln>
        </p:spPr>
        <p:txBody>
          <a:bodyPr spcFirstLastPara="1" wrap="square" lIns="91425" tIns="45700" rIns="91425" bIns="45700" anchor="t" anchorCtr="0">
            <a:spAutoFit/>
          </a:bodyPr>
          <a:lstStyle/>
          <a:p>
            <a:r>
              <a:rPr lang="en-US" sz="3200" b="1">
                <a:solidFill>
                  <a:srgbClr val="1D1B10"/>
                </a:solidFill>
                <a:latin typeface="Arial"/>
                <a:ea typeface="Arial"/>
                <a:cs typeface="Arial"/>
                <a:sym typeface="Arial"/>
              </a:rPr>
              <a:t>1. Be Kind!</a:t>
            </a:r>
            <a:endParaRPr sz="3200">
              <a:solidFill>
                <a:srgbClr val="1D1B10"/>
              </a:solidFill>
              <a:latin typeface="Arial"/>
              <a:ea typeface="Arial"/>
              <a:cs typeface="Arial"/>
              <a:sym typeface="Arial"/>
            </a:endParaRPr>
          </a:p>
        </p:txBody>
      </p:sp>
      <p:pic>
        <p:nvPicPr>
          <p:cNvPr id="3814" name="Google Shape;3814;p72"/>
          <p:cNvPicPr preferRelativeResize="0"/>
          <p:nvPr/>
        </p:nvPicPr>
        <p:blipFill rotWithShape="1">
          <a:blip r:embed="rId3">
            <a:alphaModFix/>
          </a:blip>
          <a:srcRect/>
          <a:stretch/>
        </p:blipFill>
        <p:spPr>
          <a:xfrm>
            <a:off x="1835150" y="2597080"/>
            <a:ext cx="4108450" cy="293459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19"/>
        <p:cNvGrpSpPr/>
        <p:nvPr/>
      </p:nvGrpSpPr>
      <p:grpSpPr>
        <a:xfrm>
          <a:off x="0" y="0"/>
          <a:ext cx="0" cy="0"/>
          <a:chOff x="0" y="0"/>
          <a:chExt cx="0" cy="0"/>
        </a:xfrm>
      </p:grpSpPr>
      <p:sp>
        <p:nvSpPr>
          <p:cNvPr id="3871" name="Google Shape;3871;p73"/>
          <p:cNvSpPr txBox="1"/>
          <p:nvPr/>
        </p:nvSpPr>
        <p:spPr>
          <a:xfrm>
            <a:off x="5964681" y="354770"/>
            <a:ext cx="4581300" cy="5632271"/>
          </a:xfrm>
          <a:prstGeom prst="rect">
            <a:avLst/>
          </a:prstGeom>
          <a:noFill/>
          <a:ln>
            <a:noFill/>
          </a:ln>
        </p:spPr>
        <p:txBody>
          <a:bodyPr spcFirstLastPara="1" wrap="square" lIns="91425" tIns="45700" rIns="91425" bIns="45700" anchor="t" anchorCtr="0">
            <a:spAutoFit/>
          </a:bodyPr>
          <a:lstStyle/>
          <a:p>
            <a:r>
              <a:rPr lang="en-US" sz="2400" b="1" dirty="0">
                <a:solidFill>
                  <a:srgbClr val="1D1B10"/>
                </a:solidFill>
                <a:latin typeface="Arial"/>
                <a:ea typeface="Arial"/>
                <a:cs typeface="Arial"/>
                <a:sym typeface="Arial"/>
              </a:rPr>
              <a:t>Speech</a:t>
            </a:r>
            <a:r>
              <a:rPr lang="en-US" sz="2400" dirty="0">
                <a:solidFill>
                  <a:srgbClr val="1D1B10"/>
                </a:solidFill>
                <a:latin typeface="Arial"/>
                <a:ea typeface="Arial"/>
                <a:cs typeface="Arial"/>
                <a:sym typeface="Arial"/>
              </a:rPr>
              <a:t>: </a:t>
            </a:r>
            <a:endParaRPr dirty="0"/>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Honor others with your speech. </a:t>
            </a:r>
            <a:endParaRPr dirty="0"/>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Children and adults alike should refrain from making unnecessary noise or participating in off-topic discussion or activities during classes and assemblies. </a:t>
            </a:r>
            <a:endParaRPr dirty="0"/>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Curse words, any use of the Lord’s name in vain, and other offensive speech is unwelcome at Empower.</a:t>
            </a:r>
            <a:endParaRPr dirty="0"/>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Lies, gossip, insults, and s</a:t>
            </a:r>
            <a:r>
              <a:rPr lang="en-US" sz="2400" dirty="0">
                <a:solidFill>
                  <a:srgbClr val="1D1B10"/>
                </a:solidFill>
              </a:rPr>
              <a:t>h</a:t>
            </a:r>
            <a:r>
              <a:rPr lang="en-US" sz="2400" dirty="0">
                <a:solidFill>
                  <a:srgbClr val="1D1B10"/>
                </a:solidFill>
                <a:latin typeface="Arial"/>
                <a:ea typeface="Arial"/>
                <a:cs typeface="Arial"/>
                <a:sym typeface="Arial"/>
              </a:rPr>
              <a:t>aming will not be tolerated.</a:t>
            </a:r>
            <a:endParaRPr dirty="0"/>
          </a:p>
        </p:txBody>
      </p:sp>
      <p:sp>
        <p:nvSpPr>
          <p:cNvPr id="3872" name="Google Shape;3872;p73"/>
          <p:cNvSpPr/>
          <p:nvPr/>
        </p:nvSpPr>
        <p:spPr>
          <a:xfrm>
            <a:off x="1580354" y="903289"/>
            <a:ext cx="7964400" cy="584735"/>
          </a:xfrm>
          <a:prstGeom prst="rect">
            <a:avLst/>
          </a:prstGeom>
          <a:noFill/>
          <a:ln>
            <a:noFill/>
          </a:ln>
        </p:spPr>
        <p:txBody>
          <a:bodyPr spcFirstLastPara="1" wrap="square" lIns="91425" tIns="45700" rIns="91425" bIns="45700" anchor="t" anchorCtr="0">
            <a:spAutoFit/>
          </a:bodyPr>
          <a:lstStyle/>
          <a:p>
            <a:r>
              <a:rPr lang="en-US" sz="3200" b="1">
                <a:solidFill>
                  <a:srgbClr val="1D1B10"/>
                </a:solidFill>
                <a:latin typeface="Arial"/>
                <a:ea typeface="Arial"/>
                <a:cs typeface="Arial"/>
                <a:sym typeface="Arial"/>
              </a:rPr>
              <a:t>2. Use kind words!</a:t>
            </a:r>
            <a:endParaRPr/>
          </a:p>
        </p:txBody>
      </p:sp>
      <p:pic>
        <p:nvPicPr>
          <p:cNvPr id="3873" name="Google Shape;3873;p73"/>
          <p:cNvPicPr preferRelativeResize="0"/>
          <p:nvPr/>
        </p:nvPicPr>
        <p:blipFill rotWithShape="1">
          <a:blip r:embed="rId3">
            <a:alphaModFix/>
          </a:blip>
          <a:srcRect/>
          <a:stretch/>
        </p:blipFill>
        <p:spPr>
          <a:xfrm>
            <a:off x="1726461" y="2319993"/>
            <a:ext cx="4161925" cy="2919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78"/>
        <p:cNvGrpSpPr/>
        <p:nvPr/>
      </p:nvGrpSpPr>
      <p:grpSpPr>
        <a:xfrm>
          <a:off x="0" y="0"/>
          <a:ext cx="0" cy="0"/>
          <a:chOff x="0" y="0"/>
          <a:chExt cx="0" cy="0"/>
        </a:xfrm>
      </p:grpSpPr>
      <p:sp>
        <p:nvSpPr>
          <p:cNvPr id="3930" name="Google Shape;3930;p74"/>
          <p:cNvSpPr txBox="1"/>
          <p:nvPr/>
        </p:nvSpPr>
        <p:spPr>
          <a:xfrm>
            <a:off x="5560006" y="831875"/>
            <a:ext cx="5020200" cy="5264100"/>
          </a:xfrm>
          <a:prstGeom prst="rect">
            <a:avLst/>
          </a:prstGeom>
          <a:noFill/>
          <a:ln>
            <a:noFill/>
          </a:ln>
        </p:spPr>
        <p:txBody>
          <a:bodyPr spcFirstLastPara="1" wrap="square" lIns="91425" tIns="45700" rIns="91425" bIns="45700" anchor="t" anchorCtr="0">
            <a:spAutoFit/>
          </a:bodyPr>
          <a:lstStyle/>
          <a:p>
            <a:r>
              <a:rPr lang="en-US" sz="2400" b="1" dirty="0">
                <a:solidFill>
                  <a:srgbClr val="1D1B10"/>
                </a:solidFill>
                <a:latin typeface="Arial"/>
                <a:ea typeface="Arial"/>
                <a:cs typeface="Arial"/>
                <a:sym typeface="Arial"/>
              </a:rPr>
              <a:t>Property:</a:t>
            </a:r>
            <a:r>
              <a:rPr lang="en-US" sz="2400" dirty="0">
                <a:solidFill>
                  <a:srgbClr val="1D1B10"/>
                </a:solidFill>
                <a:latin typeface="Arial"/>
                <a:ea typeface="Arial"/>
                <a:cs typeface="Arial"/>
                <a:sym typeface="Arial"/>
              </a:rPr>
              <a:t> </a:t>
            </a:r>
            <a:endParaRPr dirty="0"/>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Show respect for others’ property by using only what you have permission to use.</a:t>
            </a:r>
            <a:endParaRPr dirty="0"/>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Keep personal items inappropriate for classroom activities at home or put away.  Any violation of this rule may result in an item being confiscated and held until a parent retrieves it.  A few examples of such items are toys, knives, cell phones, gaming devices, off topic media, etc.</a:t>
            </a:r>
            <a:endParaRPr sz="2400" dirty="0">
              <a:solidFill>
                <a:srgbClr val="1D1B10"/>
              </a:solidFill>
              <a:latin typeface="Arial"/>
              <a:ea typeface="Arial"/>
              <a:cs typeface="Arial"/>
              <a:sym typeface="Arial"/>
            </a:endParaRPr>
          </a:p>
        </p:txBody>
      </p:sp>
      <p:sp>
        <p:nvSpPr>
          <p:cNvPr id="3931" name="Google Shape;3931;p74"/>
          <p:cNvSpPr/>
          <p:nvPr/>
        </p:nvSpPr>
        <p:spPr>
          <a:xfrm>
            <a:off x="1538288" y="908813"/>
            <a:ext cx="8253900" cy="1077300"/>
          </a:xfrm>
          <a:prstGeom prst="rect">
            <a:avLst/>
          </a:prstGeom>
          <a:noFill/>
          <a:ln>
            <a:noFill/>
          </a:ln>
        </p:spPr>
        <p:txBody>
          <a:bodyPr spcFirstLastPara="1" wrap="square" lIns="91425" tIns="45700" rIns="91425" bIns="45700" anchor="t" anchorCtr="0">
            <a:spAutoFit/>
          </a:bodyPr>
          <a:lstStyle/>
          <a:p>
            <a:r>
              <a:rPr lang="en-US" sz="3200" b="1" dirty="0">
                <a:solidFill>
                  <a:srgbClr val="1D1B10"/>
                </a:solidFill>
                <a:latin typeface="Arial"/>
                <a:ea typeface="Arial"/>
                <a:cs typeface="Arial"/>
                <a:sym typeface="Arial"/>
              </a:rPr>
              <a:t>3. Respect </a:t>
            </a:r>
          </a:p>
          <a:p>
            <a:pPr marL="458788" indent="-458788"/>
            <a:r>
              <a:rPr lang="en-US" sz="3200" b="1" dirty="0">
                <a:solidFill>
                  <a:srgbClr val="1D1B10"/>
                </a:solidFill>
              </a:rPr>
              <a:t>	others</a:t>
            </a:r>
            <a:r>
              <a:rPr lang="en-US" sz="3200" b="1" dirty="0">
                <a:solidFill>
                  <a:srgbClr val="1D1B10"/>
                </a:solidFill>
                <a:latin typeface="Arial"/>
                <a:ea typeface="Arial"/>
                <a:cs typeface="Arial"/>
                <a:sym typeface="Arial"/>
              </a:rPr>
              <a:t> property!</a:t>
            </a:r>
            <a:endParaRPr dirty="0"/>
          </a:p>
        </p:txBody>
      </p:sp>
      <p:pic>
        <p:nvPicPr>
          <p:cNvPr id="3932" name="Google Shape;3932;p74"/>
          <p:cNvPicPr preferRelativeResize="0"/>
          <p:nvPr/>
        </p:nvPicPr>
        <p:blipFill rotWithShape="1">
          <a:blip r:embed="rId3">
            <a:alphaModFix/>
          </a:blip>
          <a:srcRect/>
          <a:stretch/>
        </p:blipFill>
        <p:spPr>
          <a:xfrm>
            <a:off x="1895792" y="2568193"/>
            <a:ext cx="3621668" cy="362166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37"/>
        <p:cNvGrpSpPr/>
        <p:nvPr/>
      </p:nvGrpSpPr>
      <p:grpSpPr>
        <a:xfrm>
          <a:off x="0" y="0"/>
          <a:ext cx="0" cy="0"/>
          <a:chOff x="0" y="0"/>
          <a:chExt cx="0" cy="0"/>
        </a:xfrm>
      </p:grpSpPr>
      <p:sp>
        <p:nvSpPr>
          <p:cNvPr id="3944" name="Google Shape;3944;p75"/>
          <p:cNvSpPr txBox="1"/>
          <p:nvPr/>
        </p:nvSpPr>
        <p:spPr>
          <a:xfrm>
            <a:off x="1948058" y="1872755"/>
            <a:ext cx="4255277" cy="4524275"/>
          </a:xfrm>
          <a:prstGeom prst="rect">
            <a:avLst/>
          </a:prstGeom>
          <a:noFill/>
          <a:ln>
            <a:noFill/>
          </a:ln>
        </p:spPr>
        <p:txBody>
          <a:bodyPr spcFirstLastPara="1" wrap="square" lIns="91425" tIns="45700" rIns="91425" bIns="45700" anchor="t" anchorCtr="0">
            <a:spAutoFit/>
          </a:bodyPr>
          <a:lstStyle/>
          <a:p>
            <a:r>
              <a:rPr lang="en-US" sz="2400" b="1" dirty="0">
                <a:solidFill>
                  <a:srgbClr val="1D1B10"/>
                </a:solidFill>
                <a:latin typeface="Arial"/>
                <a:ea typeface="Arial"/>
                <a:cs typeface="Arial"/>
                <a:sym typeface="Arial"/>
              </a:rPr>
              <a:t>Property:</a:t>
            </a:r>
            <a:r>
              <a:rPr lang="en-US" sz="2400" dirty="0">
                <a:solidFill>
                  <a:srgbClr val="1D1B10"/>
                </a:solidFill>
                <a:latin typeface="Arial"/>
                <a:ea typeface="Arial"/>
                <a:cs typeface="Arial"/>
                <a:sym typeface="Arial"/>
              </a:rPr>
              <a:t> </a:t>
            </a:r>
            <a:endParaRPr dirty="0"/>
          </a:p>
          <a:p>
            <a:endParaRPr sz="2400" dirty="0">
              <a:solidFill>
                <a:srgbClr val="1D1B10"/>
              </a:solidFill>
              <a:latin typeface="Arial"/>
              <a:ea typeface="Arial"/>
              <a:cs typeface="Arial"/>
              <a:sym typeface="Arial"/>
            </a:endParaRPr>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Take care to leave every place in a better condition than you found it. </a:t>
            </a:r>
            <a:endParaRPr dirty="0"/>
          </a:p>
          <a:p>
            <a:pPr marL="342900" indent="-190500">
              <a:buClr>
                <a:schemeClr val="lt1"/>
              </a:buClr>
              <a:buSzPts val="2400"/>
            </a:pPr>
            <a:endParaRPr sz="2400" dirty="0">
              <a:solidFill>
                <a:srgbClr val="1D1B10"/>
              </a:solidFill>
              <a:latin typeface="Arial"/>
              <a:ea typeface="Arial"/>
              <a:cs typeface="Arial"/>
              <a:sym typeface="Arial"/>
            </a:endParaRPr>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Restitution for abuse or neglect of others’ property, including church/office  property, will be the responsibility of the member causing damage.</a:t>
            </a:r>
            <a:endParaRPr dirty="0"/>
          </a:p>
        </p:txBody>
      </p:sp>
      <p:sp>
        <p:nvSpPr>
          <p:cNvPr id="3945" name="Google Shape;3945;p75"/>
          <p:cNvSpPr/>
          <p:nvPr/>
        </p:nvSpPr>
        <p:spPr>
          <a:xfrm>
            <a:off x="1522817" y="908813"/>
            <a:ext cx="7964400" cy="584700"/>
          </a:xfrm>
          <a:prstGeom prst="rect">
            <a:avLst/>
          </a:prstGeom>
          <a:noFill/>
          <a:ln>
            <a:noFill/>
          </a:ln>
        </p:spPr>
        <p:txBody>
          <a:bodyPr spcFirstLastPara="1" wrap="square" lIns="91425" tIns="45700" rIns="91425" bIns="45700" anchor="t" anchorCtr="0">
            <a:spAutoFit/>
          </a:bodyPr>
          <a:lstStyle/>
          <a:p>
            <a:r>
              <a:rPr lang="en-US" sz="3200" b="1">
                <a:solidFill>
                  <a:srgbClr val="1D1B10"/>
                </a:solidFill>
                <a:latin typeface="Arial"/>
                <a:ea typeface="Arial"/>
                <a:cs typeface="Arial"/>
                <a:sym typeface="Arial"/>
              </a:rPr>
              <a:t>4. Care for the building!</a:t>
            </a:r>
            <a:endParaRPr/>
          </a:p>
        </p:txBody>
      </p:sp>
      <p:pic>
        <p:nvPicPr>
          <p:cNvPr id="3946" name="Google Shape;3946;p75"/>
          <p:cNvPicPr preferRelativeResize="0"/>
          <p:nvPr/>
        </p:nvPicPr>
        <p:blipFill rotWithShape="1">
          <a:blip r:embed="rId3">
            <a:alphaModFix/>
          </a:blip>
          <a:srcRect/>
          <a:stretch/>
        </p:blipFill>
        <p:spPr>
          <a:xfrm>
            <a:off x="7045427" y="328015"/>
            <a:ext cx="3343299" cy="545567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51"/>
        <p:cNvGrpSpPr/>
        <p:nvPr/>
      </p:nvGrpSpPr>
      <p:grpSpPr>
        <a:xfrm>
          <a:off x="0" y="0"/>
          <a:ext cx="0" cy="0"/>
          <a:chOff x="0" y="0"/>
          <a:chExt cx="0" cy="0"/>
        </a:xfrm>
      </p:grpSpPr>
      <p:sp>
        <p:nvSpPr>
          <p:cNvPr id="3958" name="Google Shape;3958;p76"/>
          <p:cNvSpPr txBox="1"/>
          <p:nvPr/>
        </p:nvSpPr>
        <p:spPr>
          <a:xfrm>
            <a:off x="2106696" y="1798508"/>
            <a:ext cx="8297696" cy="3046948"/>
          </a:xfrm>
          <a:prstGeom prst="rect">
            <a:avLst/>
          </a:prstGeom>
          <a:noFill/>
          <a:ln>
            <a:noFill/>
          </a:ln>
        </p:spPr>
        <p:txBody>
          <a:bodyPr spcFirstLastPara="1" wrap="square" lIns="91425" tIns="45700" rIns="91425" bIns="45700" anchor="t" anchorCtr="0">
            <a:spAutoFit/>
          </a:bodyPr>
          <a:lstStyle/>
          <a:p>
            <a:endParaRPr sz="2400">
              <a:solidFill>
                <a:srgbClr val="FF0000"/>
              </a:solidFill>
              <a:latin typeface="Arial"/>
              <a:ea typeface="Arial"/>
              <a:cs typeface="Arial"/>
              <a:sym typeface="Arial"/>
            </a:endParaRPr>
          </a:p>
          <a:p>
            <a:endParaRPr sz="2400">
              <a:solidFill>
                <a:srgbClr val="FF0000"/>
              </a:solidFill>
              <a:latin typeface="Arial"/>
              <a:ea typeface="Arial"/>
              <a:cs typeface="Arial"/>
              <a:sym typeface="Arial"/>
            </a:endParaRPr>
          </a:p>
          <a:p>
            <a:endParaRPr sz="2400">
              <a:solidFill>
                <a:srgbClr val="FF0000"/>
              </a:solidFill>
              <a:latin typeface="Arial"/>
              <a:ea typeface="Arial"/>
              <a:cs typeface="Arial"/>
              <a:sym typeface="Arial"/>
            </a:endParaRPr>
          </a:p>
          <a:p>
            <a:endParaRPr sz="2400">
              <a:solidFill>
                <a:srgbClr val="FF0000"/>
              </a:solidFill>
              <a:latin typeface="Arial"/>
              <a:ea typeface="Arial"/>
              <a:cs typeface="Arial"/>
              <a:sym typeface="Arial"/>
            </a:endParaRPr>
          </a:p>
          <a:p>
            <a:endParaRPr sz="2400">
              <a:solidFill>
                <a:srgbClr val="FF0000"/>
              </a:solidFill>
              <a:latin typeface="Arial"/>
              <a:ea typeface="Arial"/>
              <a:cs typeface="Arial"/>
              <a:sym typeface="Arial"/>
            </a:endParaRPr>
          </a:p>
          <a:p>
            <a:endParaRPr sz="2400">
              <a:solidFill>
                <a:srgbClr val="FF0000"/>
              </a:solidFill>
              <a:latin typeface="Arial"/>
              <a:ea typeface="Arial"/>
              <a:cs typeface="Arial"/>
              <a:sym typeface="Arial"/>
            </a:endParaRPr>
          </a:p>
          <a:p>
            <a:r>
              <a:rPr lang="en-US" sz="2400">
                <a:solidFill>
                  <a:srgbClr val="FF0000"/>
                </a:solidFill>
                <a:latin typeface="Arial"/>
                <a:ea typeface="Arial"/>
                <a:cs typeface="Arial"/>
                <a:sym typeface="Arial"/>
              </a:rPr>
              <a:t>*There will be zero tolerance for the inappropriate use of media.</a:t>
            </a:r>
            <a:endParaRPr/>
          </a:p>
        </p:txBody>
      </p:sp>
      <p:pic>
        <p:nvPicPr>
          <p:cNvPr id="3959" name="Google Shape;3959;p76"/>
          <p:cNvPicPr preferRelativeResize="0"/>
          <p:nvPr/>
        </p:nvPicPr>
        <p:blipFill rotWithShape="1">
          <a:blip r:embed="rId3">
            <a:alphaModFix/>
          </a:blip>
          <a:srcRect/>
          <a:stretch/>
        </p:blipFill>
        <p:spPr>
          <a:xfrm>
            <a:off x="5092438" y="1829156"/>
            <a:ext cx="4992866" cy="1911869"/>
          </a:xfrm>
          <a:prstGeom prst="rect">
            <a:avLst/>
          </a:prstGeom>
          <a:noFill/>
          <a:ln>
            <a:noFill/>
          </a:ln>
        </p:spPr>
      </p:pic>
      <p:sp>
        <p:nvSpPr>
          <p:cNvPr id="3960" name="Google Shape;3960;p76"/>
          <p:cNvSpPr/>
          <p:nvPr/>
        </p:nvSpPr>
        <p:spPr>
          <a:xfrm>
            <a:off x="1522817" y="875195"/>
            <a:ext cx="7964400" cy="584700"/>
          </a:xfrm>
          <a:prstGeom prst="rect">
            <a:avLst/>
          </a:prstGeom>
          <a:noFill/>
          <a:ln>
            <a:noFill/>
          </a:ln>
        </p:spPr>
        <p:txBody>
          <a:bodyPr spcFirstLastPara="1" wrap="square" lIns="91425" tIns="45700" rIns="91425" bIns="45700" anchor="t" anchorCtr="0">
            <a:noAutofit/>
          </a:bodyPr>
          <a:lstStyle/>
          <a:p>
            <a:r>
              <a:rPr lang="en-US" sz="3200" b="1">
                <a:solidFill>
                  <a:srgbClr val="1D1B10"/>
                </a:solidFill>
              </a:rPr>
              <a:t>5. Use screens wisely</a:t>
            </a:r>
            <a:r>
              <a:rPr lang="en-US" sz="3200" b="1">
                <a:solidFill>
                  <a:srgbClr val="1D1B10"/>
                </a:solidFill>
                <a:latin typeface="Arial"/>
                <a:ea typeface="Arial"/>
                <a:cs typeface="Arial"/>
                <a:sym typeface="Arial"/>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65"/>
        <p:cNvGrpSpPr/>
        <p:nvPr/>
      </p:nvGrpSpPr>
      <p:grpSpPr>
        <a:xfrm>
          <a:off x="0" y="0"/>
          <a:ext cx="0" cy="0"/>
          <a:chOff x="0" y="0"/>
          <a:chExt cx="0" cy="0"/>
        </a:xfrm>
      </p:grpSpPr>
      <p:sp>
        <p:nvSpPr>
          <p:cNvPr id="4017" name="Google Shape;4017;p77"/>
          <p:cNvSpPr txBox="1"/>
          <p:nvPr/>
        </p:nvSpPr>
        <p:spPr>
          <a:xfrm>
            <a:off x="5950525" y="672126"/>
            <a:ext cx="4717500" cy="5632271"/>
          </a:xfrm>
          <a:prstGeom prst="rect">
            <a:avLst/>
          </a:prstGeom>
          <a:noFill/>
          <a:ln>
            <a:noFill/>
          </a:ln>
        </p:spPr>
        <p:txBody>
          <a:bodyPr spcFirstLastPara="1" wrap="square" lIns="91425" tIns="45700" rIns="91425" bIns="45700" anchor="t" anchorCtr="0">
            <a:spAutoFit/>
          </a:bodyPr>
          <a:lstStyle/>
          <a:p>
            <a:endParaRPr sz="2400" b="1" dirty="0">
              <a:solidFill>
                <a:srgbClr val="1D1B10"/>
              </a:solidFill>
              <a:latin typeface="Arial"/>
              <a:ea typeface="Arial"/>
              <a:cs typeface="Arial"/>
              <a:sym typeface="Arial"/>
            </a:endParaRPr>
          </a:p>
          <a:p>
            <a:r>
              <a:rPr lang="en-US" sz="2400" b="1" dirty="0">
                <a:solidFill>
                  <a:srgbClr val="1D1B10"/>
                </a:solidFill>
                <a:latin typeface="Arial"/>
                <a:ea typeface="Arial"/>
                <a:cs typeface="Arial"/>
                <a:sym typeface="Arial"/>
              </a:rPr>
              <a:t>      Respect</a:t>
            </a:r>
            <a:r>
              <a:rPr lang="en-US" sz="2400" dirty="0">
                <a:solidFill>
                  <a:srgbClr val="1D1B10"/>
                </a:solidFill>
                <a:latin typeface="Arial"/>
                <a:ea typeface="Arial"/>
                <a:cs typeface="Arial"/>
                <a:sym typeface="Arial"/>
              </a:rPr>
              <a:t>: </a:t>
            </a:r>
            <a:endParaRPr dirty="0"/>
          </a:p>
          <a:p>
            <a:endParaRPr sz="2400" dirty="0">
              <a:solidFill>
                <a:srgbClr val="1D1B10"/>
              </a:solidFill>
              <a:latin typeface="Arial"/>
              <a:ea typeface="Arial"/>
              <a:cs typeface="Arial"/>
              <a:sym typeface="Arial"/>
            </a:endParaRPr>
          </a:p>
          <a:p>
            <a:pPr marL="800100" lvl="1" indent="-342900">
              <a:buClr>
                <a:srgbClr val="1D1B10"/>
              </a:buClr>
              <a:buSzPts val="2400"/>
              <a:buFont typeface="Arial"/>
              <a:buChar char="•"/>
            </a:pPr>
            <a:r>
              <a:rPr lang="en-US" sz="2400" dirty="0">
                <a:solidFill>
                  <a:srgbClr val="1D1B10"/>
                </a:solidFill>
                <a:latin typeface="Arial"/>
                <a:ea typeface="Arial"/>
                <a:cs typeface="Arial"/>
                <a:sym typeface="Arial"/>
              </a:rPr>
              <a:t>Children should show respect for adults in speech, manners, behavior and attitude.</a:t>
            </a:r>
            <a:endParaRPr sz="2400" dirty="0">
              <a:solidFill>
                <a:srgbClr val="1D1B10"/>
              </a:solidFill>
              <a:latin typeface="Arial"/>
              <a:ea typeface="Arial"/>
              <a:cs typeface="Arial"/>
              <a:sym typeface="Arial"/>
            </a:endParaRPr>
          </a:p>
          <a:p>
            <a:pPr marL="800100" lvl="1" indent="-342900">
              <a:buClr>
                <a:srgbClr val="1D1B10"/>
              </a:buClr>
              <a:buSzPts val="2400"/>
              <a:buFont typeface="Arial"/>
              <a:buChar char="•"/>
            </a:pPr>
            <a:r>
              <a:rPr lang="en-US" sz="2400" dirty="0">
                <a:solidFill>
                  <a:srgbClr val="1D1B10"/>
                </a:solidFill>
                <a:latin typeface="Arial"/>
                <a:ea typeface="Arial"/>
                <a:cs typeface="Arial"/>
                <a:sym typeface="Arial"/>
              </a:rPr>
              <a:t>Parents are encouraged to instruct their children to use “Mr.”, “Mrs.” </a:t>
            </a:r>
            <a:r>
              <a:rPr lang="en-US" sz="2400" dirty="0">
                <a:solidFill>
                  <a:srgbClr val="1D1B10"/>
                </a:solidFill>
              </a:rPr>
              <a:t>or “Miss” </a:t>
            </a:r>
            <a:r>
              <a:rPr lang="en-US" sz="2400" dirty="0">
                <a:solidFill>
                  <a:srgbClr val="1D1B10"/>
                </a:solidFill>
                <a:latin typeface="Arial"/>
                <a:ea typeface="Arial"/>
                <a:cs typeface="Arial"/>
                <a:sym typeface="Arial"/>
              </a:rPr>
              <a:t>with </a:t>
            </a:r>
            <a:r>
              <a:rPr lang="en-US" sz="2400" dirty="0">
                <a:solidFill>
                  <a:srgbClr val="1D1B10"/>
                </a:solidFill>
              </a:rPr>
              <a:t>first</a:t>
            </a:r>
            <a:r>
              <a:rPr lang="en-US" sz="2400" dirty="0">
                <a:solidFill>
                  <a:srgbClr val="1D1B10"/>
                </a:solidFill>
                <a:latin typeface="Arial"/>
                <a:ea typeface="Arial"/>
                <a:cs typeface="Arial"/>
                <a:sym typeface="Arial"/>
              </a:rPr>
              <a:t> names when addressing adults, including Instructors and Class Assistants</a:t>
            </a:r>
            <a:r>
              <a:rPr lang="en-US" sz="2400" dirty="0">
                <a:solidFill>
                  <a:srgbClr val="1D1B10"/>
                </a:solidFill>
              </a:rPr>
              <a:t>.</a:t>
            </a:r>
            <a:endParaRPr dirty="0"/>
          </a:p>
          <a:p>
            <a:pPr lvl="1"/>
            <a:endParaRPr sz="2400" dirty="0">
              <a:solidFill>
                <a:srgbClr val="1D1B10"/>
              </a:solidFill>
              <a:latin typeface="Arial"/>
              <a:ea typeface="Arial"/>
              <a:cs typeface="Arial"/>
              <a:sym typeface="Arial"/>
            </a:endParaRPr>
          </a:p>
        </p:txBody>
      </p:sp>
      <p:sp>
        <p:nvSpPr>
          <p:cNvPr id="4018" name="Google Shape;4018;p77"/>
          <p:cNvSpPr/>
          <p:nvPr/>
        </p:nvSpPr>
        <p:spPr>
          <a:xfrm>
            <a:off x="1522817" y="908813"/>
            <a:ext cx="7964400" cy="584700"/>
          </a:xfrm>
          <a:prstGeom prst="rect">
            <a:avLst/>
          </a:prstGeom>
          <a:noFill/>
          <a:ln>
            <a:noFill/>
          </a:ln>
        </p:spPr>
        <p:txBody>
          <a:bodyPr spcFirstLastPara="1" wrap="square" lIns="91425" tIns="45700" rIns="91425" bIns="45700" anchor="t" anchorCtr="0">
            <a:spAutoFit/>
          </a:bodyPr>
          <a:lstStyle/>
          <a:p>
            <a:r>
              <a:rPr lang="en-US" sz="3200" b="1">
                <a:solidFill>
                  <a:srgbClr val="1D1B10"/>
                </a:solidFill>
                <a:latin typeface="Arial"/>
                <a:ea typeface="Arial"/>
                <a:cs typeface="Arial"/>
                <a:sym typeface="Arial"/>
              </a:rPr>
              <a:t>6. Show respect!</a:t>
            </a:r>
            <a:endParaRPr sz="3200">
              <a:solidFill>
                <a:srgbClr val="1D1B10"/>
              </a:solidFill>
              <a:latin typeface="Arial"/>
              <a:ea typeface="Arial"/>
              <a:cs typeface="Arial"/>
              <a:sym typeface="Arial"/>
            </a:endParaRPr>
          </a:p>
        </p:txBody>
      </p:sp>
      <p:pic>
        <p:nvPicPr>
          <p:cNvPr id="4019" name="Google Shape;4019;p77"/>
          <p:cNvPicPr preferRelativeResize="0"/>
          <p:nvPr/>
        </p:nvPicPr>
        <p:blipFill rotWithShape="1">
          <a:blip r:embed="rId3">
            <a:alphaModFix/>
          </a:blip>
          <a:srcRect/>
          <a:stretch/>
        </p:blipFill>
        <p:spPr>
          <a:xfrm>
            <a:off x="2051033" y="2166938"/>
            <a:ext cx="4048125" cy="2762250"/>
          </a:xfrm>
          <a:prstGeom prst="rect">
            <a:avLst/>
          </a:prstGeom>
          <a:noFill/>
          <a:ln w="12700" cap="flat" cmpd="sng">
            <a:solidFill>
              <a:schemeClr val="dk1">
                <a:alpha val="73725"/>
              </a:schemeClr>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24"/>
        <p:cNvGrpSpPr/>
        <p:nvPr/>
      </p:nvGrpSpPr>
      <p:grpSpPr>
        <a:xfrm>
          <a:off x="0" y="0"/>
          <a:ext cx="0" cy="0"/>
          <a:chOff x="0" y="0"/>
          <a:chExt cx="0" cy="0"/>
        </a:xfrm>
      </p:grpSpPr>
      <p:sp>
        <p:nvSpPr>
          <p:cNvPr id="4076" name="Google Shape;4076;p78"/>
          <p:cNvSpPr txBox="1"/>
          <p:nvPr/>
        </p:nvSpPr>
        <p:spPr>
          <a:xfrm>
            <a:off x="5710665" y="612150"/>
            <a:ext cx="4776900" cy="5633700"/>
          </a:xfrm>
          <a:prstGeom prst="rect">
            <a:avLst/>
          </a:prstGeom>
          <a:noFill/>
          <a:ln>
            <a:noFill/>
          </a:ln>
        </p:spPr>
        <p:txBody>
          <a:bodyPr spcFirstLastPara="1" wrap="square" lIns="91425" tIns="45700" rIns="91425" bIns="45700" anchor="t" anchorCtr="0">
            <a:spAutoFit/>
          </a:bodyPr>
          <a:lstStyle/>
          <a:p>
            <a:r>
              <a:rPr lang="en-US" sz="2400" b="1" dirty="0">
                <a:solidFill>
                  <a:srgbClr val="1D1B10"/>
                </a:solidFill>
                <a:latin typeface="Arial"/>
                <a:ea typeface="Arial"/>
                <a:cs typeface="Arial"/>
                <a:sym typeface="Arial"/>
              </a:rPr>
              <a:t>Respect</a:t>
            </a:r>
            <a:r>
              <a:rPr lang="en-US" sz="2400" dirty="0">
                <a:solidFill>
                  <a:srgbClr val="1D1B10"/>
                </a:solidFill>
                <a:latin typeface="Arial"/>
                <a:ea typeface="Arial"/>
                <a:cs typeface="Arial"/>
                <a:sym typeface="Arial"/>
              </a:rPr>
              <a:t>: </a:t>
            </a:r>
            <a:endParaRPr dirty="0"/>
          </a:p>
          <a:p>
            <a:endParaRPr sz="2400" dirty="0">
              <a:solidFill>
                <a:srgbClr val="1D1B10"/>
              </a:solidFill>
              <a:latin typeface="Arial"/>
              <a:ea typeface="Arial"/>
              <a:cs typeface="Arial"/>
              <a:sym typeface="Arial"/>
            </a:endParaRPr>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Organized group events are an ideal place for homeschool students to practice group etiquette by raising their hand before speaking, waiting for a turn, and occasionally standing in line. </a:t>
            </a:r>
            <a:endParaRPr dirty="0"/>
          </a:p>
          <a:p>
            <a:pPr marL="342900" indent="-190500">
              <a:buClr>
                <a:schemeClr val="lt1"/>
              </a:buClr>
              <a:buSzPts val="2400"/>
            </a:pPr>
            <a:endParaRPr sz="2400" dirty="0">
              <a:solidFill>
                <a:srgbClr val="1D1B10"/>
              </a:solidFill>
              <a:latin typeface="Arial"/>
              <a:ea typeface="Arial"/>
              <a:cs typeface="Arial"/>
              <a:sym typeface="Arial"/>
            </a:endParaRPr>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Limiting interruptions, looking for opportunities to serve and practicing first time obedience are a few ways our children can show respect.</a:t>
            </a:r>
            <a:endParaRPr sz="2400" dirty="0">
              <a:solidFill>
                <a:srgbClr val="1D1B10"/>
              </a:solidFill>
              <a:latin typeface="Arial"/>
              <a:ea typeface="Arial"/>
              <a:cs typeface="Arial"/>
              <a:sym typeface="Arial"/>
            </a:endParaRPr>
          </a:p>
        </p:txBody>
      </p:sp>
      <p:sp>
        <p:nvSpPr>
          <p:cNvPr id="4077" name="Google Shape;4077;p78"/>
          <p:cNvSpPr/>
          <p:nvPr/>
        </p:nvSpPr>
        <p:spPr>
          <a:xfrm>
            <a:off x="1522817" y="908813"/>
            <a:ext cx="7964400" cy="1077178"/>
          </a:xfrm>
          <a:prstGeom prst="rect">
            <a:avLst/>
          </a:prstGeom>
          <a:noFill/>
          <a:ln>
            <a:noFill/>
          </a:ln>
        </p:spPr>
        <p:txBody>
          <a:bodyPr spcFirstLastPara="1" wrap="square" lIns="91425" tIns="45700" rIns="91425" bIns="45700" anchor="t" anchorCtr="0">
            <a:spAutoFit/>
          </a:bodyPr>
          <a:lstStyle/>
          <a:p>
            <a:r>
              <a:rPr lang="en-US" sz="3200" b="1" dirty="0">
                <a:solidFill>
                  <a:srgbClr val="1D1B10"/>
                </a:solidFill>
                <a:latin typeface="Arial"/>
                <a:ea typeface="Arial"/>
                <a:cs typeface="Arial"/>
                <a:sym typeface="Arial"/>
              </a:rPr>
              <a:t>7. Mind </a:t>
            </a:r>
          </a:p>
          <a:p>
            <a:pPr marL="458788" indent="-458788"/>
            <a:r>
              <a:rPr lang="en-US" sz="3200" b="1" dirty="0">
                <a:solidFill>
                  <a:srgbClr val="1D1B10"/>
                </a:solidFill>
              </a:rPr>
              <a:t>	</a:t>
            </a:r>
            <a:r>
              <a:rPr lang="en-US" sz="3200" b="1" dirty="0">
                <a:solidFill>
                  <a:srgbClr val="1D1B10"/>
                </a:solidFill>
                <a:latin typeface="Arial"/>
                <a:ea typeface="Arial"/>
                <a:cs typeface="Arial"/>
                <a:sym typeface="Arial"/>
              </a:rPr>
              <a:t>your manners!</a:t>
            </a:r>
            <a:endParaRPr sz="3200" dirty="0">
              <a:solidFill>
                <a:srgbClr val="1D1B10"/>
              </a:solidFill>
              <a:latin typeface="Arial"/>
              <a:ea typeface="Arial"/>
              <a:cs typeface="Arial"/>
              <a:sym typeface="Arial"/>
            </a:endParaRPr>
          </a:p>
        </p:txBody>
      </p:sp>
      <p:pic>
        <p:nvPicPr>
          <p:cNvPr id="4078" name="Google Shape;4078;p78"/>
          <p:cNvPicPr preferRelativeResize="0"/>
          <p:nvPr/>
        </p:nvPicPr>
        <p:blipFill rotWithShape="1">
          <a:blip r:embed="rId3">
            <a:alphaModFix/>
          </a:blip>
          <a:srcRect/>
          <a:stretch/>
        </p:blipFill>
        <p:spPr>
          <a:xfrm>
            <a:off x="1949511" y="2598277"/>
            <a:ext cx="3761155" cy="293706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83"/>
        <p:cNvGrpSpPr/>
        <p:nvPr/>
      </p:nvGrpSpPr>
      <p:grpSpPr>
        <a:xfrm>
          <a:off x="0" y="0"/>
          <a:ext cx="0" cy="0"/>
          <a:chOff x="0" y="0"/>
          <a:chExt cx="0" cy="0"/>
        </a:xfrm>
      </p:grpSpPr>
      <p:sp>
        <p:nvSpPr>
          <p:cNvPr id="4135" name="Google Shape;4135;p79"/>
          <p:cNvSpPr txBox="1"/>
          <p:nvPr/>
        </p:nvSpPr>
        <p:spPr>
          <a:xfrm>
            <a:off x="6010307" y="620715"/>
            <a:ext cx="4627500" cy="6003000"/>
          </a:xfrm>
          <a:prstGeom prst="rect">
            <a:avLst/>
          </a:prstGeom>
          <a:noFill/>
          <a:ln>
            <a:noFill/>
          </a:ln>
        </p:spPr>
        <p:txBody>
          <a:bodyPr spcFirstLastPara="1" wrap="square" lIns="91425" tIns="45700" rIns="91425" bIns="45700" anchor="t" anchorCtr="0">
            <a:spAutoFit/>
          </a:bodyPr>
          <a:lstStyle/>
          <a:p>
            <a:r>
              <a:rPr lang="en-US" sz="2400" b="1" dirty="0">
                <a:solidFill>
                  <a:srgbClr val="1D1B10"/>
                </a:solidFill>
                <a:latin typeface="Arial"/>
                <a:ea typeface="Arial"/>
                <a:cs typeface="Arial"/>
                <a:sym typeface="Arial"/>
              </a:rPr>
              <a:t>Attentiveness</a:t>
            </a:r>
            <a:r>
              <a:rPr lang="en-US" sz="2400" dirty="0">
                <a:solidFill>
                  <a:srgbClr val="1D1B10"/>
                </a:solidFill>
                <a:latin typeface="Arial"/>
                <a:ea typeface="Arial"/>
                <a:cs typeface="Arial"/>
                <a:sym typeface="Arial"/>
              </a:rPr>
              <a:t>: </a:t>
            </a:r>
            <a:endParaRPr dirty="0"/>
          </a:p>
          <a:p>
            <a:endParaRPr sz="2400" dirty="0">
              <a:solidFill>
                <a:srgbClr val="1D1B10"/>
              </a:solidFill>
              <a:latin typeface="Arial"/>
              <a:ea typeface="Arial"/>
              <a:cs typeface="Arial"/>
              <a:sym typeface="Arial"/>
            </a:endParaRPr>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Show your appreciation to Instructors, Class Assistants and guest speakers by being obedient and respectful. </a:t>
            </a:r>
            <a:endParaRPr dirty="0"/>
          </a:p>
          <a:p>
            <a:pPr marL="342900" indent="-190500">
              <a:buClr>
                <a:schemeClr val="lt1"/>
              </a:buClr>
              <a:buSzPts val="2400"/>
            </a:pPr>
            <a:endParaRPr sz="2400" dirty="0">
              <a:solidFill>
                <a:srgbClr val="1D1B10"/>
              </a:solidFill>
              <a:latin typeface="Arial"/>
              <a:ea typeface="Arial"/>
              <a:cs typeface="Arial"/>
              <a:sym typeface="Arial"/>
            </a:endParaRPr>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All in attendance should listen quietly and attentively. The use of common manners will be expected.</a:t>
            </a:r>
            <a:endParaRPr dirty="0"/>
          </a:p>
          <a:p>
            <a:pPr marL="342900" indent="-190500">
              <a:buClr>
                <a:schemeClr val="lt1"/>
              </a:buClr>
              <a:buSzPts val="2400"/>
            </a:pPr>
            <a:endParaRPr sz="2400" dirty="0">
              <a:solidFill>
                <a:srgbClr val="1D1B10"/>
              </a:solidFill>
              <a:latin typeface="Arial"/>
              <a:ea typeface="Arial"/>
              <a:cs typeface="Arial"/>
              <a:sym typeface="Arial"/>
            </a:endParaRPr>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Children should raise their hand before making comments or asking questions.  </a:t>
            </a:r>
            <a:endParaRPr dirty="0"/>
          </a:p>
        </p:txBody>
      </p:sp>
      <p:sp>
        <p:nvSpPr>
          <p:cNvPr id="4136" name="Google Shape;4136;p79"/>
          <p:cNvSpPr/>
          <p:nvPr/>
        </p:nvSpPr>
        <p:spPr>
          <a:xfrm>
            <a:off x="1554193" y="906572"/>
            <a:ext cx="7964400" cy="584700"/>
          </a:xfrm>
          <a:prstGeom prst="rect">
            <a:avLst/>
          </a:prstGeom>
          <a:noFill/>
          <a:ln>
            <a:noFill/>
          </a:ln>
        </p:spPr>
        <p:txBody>
          <a:bodyPr spcFirstLastPara="1" wrap="square" lIns="91425" tIns="45700" rIns="91425" bIns="45700" anchor="t" anchorCtr="0">
            <a:spAutoFit/>
          </a:bodyPr>
          <a:lstStyle/>
          <a:p>
            <a:r>
              <a:rPr lang="en-US" sz="3200" b="1">
                <a:solidFill>
                  <a:srgbClr val="1D1B10"/>
                </a:solidFill>
                <a:latin typeface="Arial"/>
                <a:ea typeface="Arial"/>
                <a:cs typeface="Arial"/>
                <a:sym typeface="Arial"/>
              </a:rPr>
              <a:t>8. Pay attention!</a:t>
            </a:r>
            <a:endParaRPr sz="3200">
              <a:solidFill>
                <a:srgbClr val="1D1B10"/>
              </a:solidFill>
              <a:latin typeface="Arial"/>
              <a:ea typeface="Arial"/>
              <a:cs typeface="Arial"/>
              <a:sym typeface="Arial"/>
            </a:endParaRPr>
          </a:p>
        </p:txBody>
      </p:sp>
      <p:pic>
        <p:nvPicPr>
          <p:cNvPr id="4137" name="Google Shape;4137;p79"/>
          <p:cNvPicPr preferRelativeResize="0"/>
          <p:nvPr/>
        </p:nvPicPr>
        <p:blipFill rotWithShape="1">
          <a:blip r:embed="rId3">
            <a:alphaModFix/>
          </a:blip>
          <a:srcRect/>
          <a:stretch/>
        </p:blipFill>
        <p:spPr>
          <a:xfrm>
            <a:off x="1810092" y="2589312"/>
            <a:ext cx="4230346" cy="281510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42"/>
        <p:cNvGrpSpPr/>
        <p:nvPr/>
      </p:nvGrpSpPr>
      <p:grpSpPr>
        <a:xfrm>
          <a:off x="0" y="0"/>
          <a:ext cx="0" cy="0"/>
          <a:chOff x="0" y="0"/>
          <a:chExt cx="0" cy="0"/>
        </a:xfrm>
      </p:grpSpPr>
      <p:grpSp>
        <p:nvGrpSpPr>
          <p:cNvPr id="4149" name="Google Shape;4149;p80"/>
          <p:cNvGrpSpPr/>
          <p:nvPr/>
        </p:nvGrpSpPr>
        <p:grpSpPr>
          <a:xfrm>
            <a:off x="1449389" y="1066801"/>
            <a:ext cx="5318125" cy="5820229"/>
            <a:chOff x="-74612" y="1066800"/>
            <a:chExt cx="5318125" cy="5820229"/>
          </a:xfrm>
        </p:grpSpPr>
        <p:sp>
          <p:nvSpPr>
            <p:cNvPr id="4150" name="Google Shape;4150;p80"/>
            <p:cNvSpPr/>
            <p:nvPr/>
          </p:nvSpPr>
          <p:spPr>
            <a:xfrm>
              <a:off x="-2380" y="4214813"/>
              <a:ext cx="596107" cy="1399666"/>
            </a:xfrm>
            <a:custGeom>
              <a:avLst/>
              <a:gdLst/>
              <a:ahLst/>
              <a:cxnLst/>
              <a:rect l="l" t="t" r="r" b="b"/>
              <a:pathLst>
                <a:path w="596107" h="1399666" extrusionOk="0">
                  <a:moveTo>
                    <a:pt x="96044" y="0"/>
                  </a:moveTo>
                  <a:lnTo>
                    <a:pt x="202407" y="34925"/>
                  </a:lnTo>
                  <a:lnTo>
                    <a:pt x="262732" y="71438"/>
                  </a:lnTo>
                  <a:lnTo>
                    <a:pt x="321469" y="107950"/>
                  </a:lnTo>
                  <a:lnTo>
                    <a:pt x="416719" y="203200"/>
                  </a:lnTo>
                  <a:lnTo>
                    <a:pt x="500857" y="322263"/>
                  </a:lnTo>
                  <a:lnTo>
                    <a:pt x="561182" y="441325"/>
                  </a:lnTo>
                  <a:lnTo>
                    <a:pt x="596107" y="571500"/>
                  </a:lnTo>
                  <a:lnTo>
                    <a:pt x="596107" y="715963"/>
                  </a:lnTo>
                  <a:lnTo>
                    <a:pt x="596107" y="774701"/>
                  </a:lnTo>
                  <a:lnTo>
                    <a:pt x="584995" y="846138"/>
                  </a:lnTo>
                  <a:lnTo>
                    <a:pt x="561182" y="906463"/>
                  </a:lnTo>
                  <a:lnTo>
                    <a:pt x="537370" y="977901"/>
                  </a:lnTo>
                  <a:lnTo>
                    <a:pt x="500857" y="1049338"/>
                  </a:lnTo>
                  <a:lnTo>
                    <a:pt x="453232" y="1108076"/>
                  </a:lnTo>
                  <a:lnTo>
                    <a:pt x="392907" y="1168401"/>
                  </a:lnTo>
                  <a:lnTo>
                    <a:pt x="345282" y="1228726"/>
                  </a:lnTo>
                  <a:lnTo>
                    <a:pt x="273844" y="1276351"/>
                  </a:lnTo>
                  <a:lnTo>
                    <a:pt x="215107" y="1311276"/>
                  </a:lnTo>
                  <a:lnTo>
                    <a:pt x="72232" y="1382713"/>
                  </a:lnTo>
                  <a:lnTo>
                    <a:pt x="0" y="1399666"/>
                  </a:lnTo>
                  <a:lnTo>
                    <a:pt x="0" y="1343982"/>
                  </a:lnTo>
                  <a:lnTo>
                    <a:pt x="24607" y="1335088"/>
                  </a:lnTo>
                  <a:lnTo>
                    <a:pt x="154782" y="1263651"/>
                  </a:lnTo>
                  <a:lnTo>
                    <a:pt x="273844" y="1181101"/>
                  </a:lnTo>
                  <a:lnTo>
                    <a:pt x="369094" y="1060451"/>
                  </a:lnTo>
                  <a:lnTo>
                    <a:pt x="453232" y="930276"/>
                  </a:lnTo>
                  <a:lnTo>
                    <a:pt x="500857" y="798513"/>
                  </a:lnTo>
                  <a:lnTo>
                    <a:pt x="513557" y="668338"/>
                  </a:lnTo>
                  <a:lnTo>
                    <a:pt x="513557" y="536575"/>
                  </a:lnTo>
                  <a:lnTo>
                    <a:pt x="477045" y="404813"/>
                  </a:lnTo>
                  <a:lnTo>
                    <a:pt x="429420" y="285750"/>
                  </a:lnTo>
                  <a:lnTo>
                    <a:pt x="345282" y="179388"/>
                  </a:lnTo>
                  <a:lnTo>
                    <a:pt x="250032" y="95250"/>
                  </a:lnTo>
                  <a:lnTo>
                    <a:pt x="143669" y="2381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51" name="Google Shape;4151;p80"/>
            <p:cNvSpPr/>
            <p:nvPr/>
          </p:nvSpPr>
          <p:spPr>
            <a:xfrm>
              <a:off x="-2380" y="4524063"/>
              <a:ext cx="167481" cy="549901"/>
            </a:xfrm>
            <a:custGeom>
              <a:avLst/>
              <a:gdLst/>
              <a:ahLst/>
              <a:cxnLst/>
              <a:rect l="l" t="t" r="r" b="b"/>
              <a:pathLst>
                <a:path w="167481" h="549901" extrusionOk="0">
                  <a:moveTo>
                    <a:pt x="0" y="0"/>
                  </a:moveTo>
                  <a:lnTo>
                    <a:pt x="794" y="313"/>
                  </a:lnTo>
                  <a:lnTo>
                    <a:pt x="59531" y="36825"/>
                  </a:lnTo>
                  <a:lnTo>
                    <a:pt x="107156" y="95563"/>
                  </a:lnTo>
                  <a:lnTo>
                    <a:pt x="130969" y="155888"/>
                  </a:lnTo>
                  <a:lnTo>
                    <a:pt x="154781" y="214625"/>
                  </a:lnTo>
                  <a:lnTo>
                    <a:pt x="167481" y="274950"/>
                  </a:lnTo>
                  <a:lnTo>
                    <a:pt x="154781" y="346388"/>
                  </a:lnTo>
                  <a:lnTo>
                    <a:pt x="130969" y="406713"/>
                  </a:lnTo>
                  <a:lnTo>
                    <a:pt x="96044" y="465451"/>
                  </a:lnTo>
                  <a:lnTo>
                    <a:pt x="48418" y="513076"/>
                  </a:lnTo>
                  <a:lnTo>
                    <a:pt x="794" y="549588"/>
                  </a:lnTo>
                  <a:lnTo>
                    <a:pt x="0" y="549901"/>
                  </a:lnTo>
                  <a:lnTo>
                    <a:pt x="0" y="478910"/>
                  </a:lnTo>
                  <a:lnTo>
                    <a:pt x="794" y="478151"/>
                  </a:lnTo>
                  <a:lnTo>
                    <a:pt x="48418" y="430526"/>
                  </a:lnTo>
                  <a:lnTo>
                    <a:pt x="72231" y="382901"/>
                  </a:lnTo>
                  <a:lnTo>
                    <a:pt x="96044" y="298763"/>
                  </a:lnTo>
                  <a:lnTo>
                    <a:pt x="96044" y="214625"/>
                  </a:lnTo>
                  <a:lnTo>
                    <a:pt x="72231" y="143188"/>
                  </a:lnTo>
                  <a:lnTo>
                    <a:pt x="24606" y="71750"/>
                  </a:lnTo>
                  <a:lnTo>
                    <a:pt x="0" y="7175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52" name="Google Shape;4152;p80"/>
            <p:cNvSpPr/>
            <p:nvPr/>
          </p:nvSpPr>
          <p:spPr>
            <a:xfrm>
              <a:off x="2251075" y="1651000"/>
              <a:ext cx="214313" cy="190500"/>
            </a:xfrm>
            <a:custGeom>
              <a:avLst/>
              <a:gdLst/>
              <a:ahLst/>
              <a:cxnLst/>
              <a:rect l="l" t="t" r="r" b="b"/>
              <a:pathLst>
                <a:path w="135" h="120" extrusionOk="0">
                  <a:moveTo>
                    <a:pt x="30" y="23"/>
                  </a:moveTo>
                  <a:lnTo>
                    <a:pt x="30" y="23"/>
                  </a:lnTo>
                  <a:lnTo>
                    <a:pt x="53" y="8"/>
                  </a:lnTo>
                  <a:lnTo>
                    <a:pt x="68" y="0"/>
                  </a:lnTo>
                  <a:lnTo>
                    <a:pt x="105" y="8"/>
                  </a:lnTo>
                  <a:lnTo>
                    <a:pt x="128" y="15"/>
                  </a:lnTo>
                  <a:lnTo>
                    <a:pt x="135" y="23"/>
                  </a:lnTo>
                  <a:lnTo>
                    <a:pt x="135" y="23"/>
                  </a:lnTo>
                  <a:lnTo>
                    <a:pt x="113" y="23"/>
                  </a:lnTo>
                  <a:lnTo>
                    <a:pt x="83" y="23"/>
                  </a:lnTo>
                  <a:lnTo>
                    <a:pt x="60" y="30"/>
                  </a:lnTo>
                  <a:lnTo>
                    <a:pt x="60" y="30"/>
                  </a:lnTo>
                  <a:lnTo>
                    <a:pt x="38" y="53"/>
                  </a:lnTo>
                  <a:lnTo>
                    <a:pt x="23" y="75"/>
                  </a:lnTo>
                  <a:lnTo>
                    <a:pt x="8" y="98"/>
                  </a:lnTo>
                  <a:lnTo>
                    <a:pt x="0" y="113"/>
                  </a:lnTo>
                  <a:lnTo>
                    <a:pt x="0" y="113"/>
                  </a:lnTo>
                  <a:lnTo>
                    <a:pt x="0" y="120"/>
                  </a:lnTo>
                  <a:lnTo>
                    <a:pt x="0" y="120"/>
                  </a:lnTo>
                  <a:lnTo>
                    <a:pt x="0" y="90"/>
                  </a:lnTo>
                  <a:lnTo>
                    <a:pt x="8" y="60"/>
                  </a:lnTo>
                  <a:lnTo>
                    <a:pt x="23" y="38"/>
                  </a:lnTo>
                  <a:lnTo>
                    <a:pt x="30" y="23"/>
                  </a:lnTo>
                  <a:lnTo>
                    <a:pt x="30" y="2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53" name="Google Shape;4153;p80"/>
            <p:cNvSpPr/>
            <p:nvPr/>
          </p:nvSpPr>
          <p:spPr>
            <a:xfrm>
              <a:off x="2000250" y="1436688"/>
              <a:ext cx="692150" cy="404813"/>
            </a:xfrm>
            <a:custGeom>
              <a:avLst/>
              <a:gdLst/>
              <a:ahLst/>
              <a:cxnLst/>
              <a:rect l="l" t="t" r="r" b="b"/>
              <a:pathLst>
                <a:path w="436" h="255" extrusionOk="0">
                  <a:moveTo>
                    <a:pt x="263" y="0"/>
                  </a:moveTo>
                  <a:lnTo>
                    <a:pt x="263" y="0"/>
                  </a:lnTo>
                  <a:lnTo>
                    <a:pt x="293" y="7"/>
                  </a:lnTo>
                  <a:lnTo>
                    <a:pt x="331" y="22"/>
                  </a:lnTo>
                  <a:lnTo>
                    <a:pt x="361" y="37"/>
                  </a:lnTo>
                  <a:lnTo>
                    <a:pt x="383" y="60"/>
                  </a:lnTo>
                  <a:lnTo>
                    <a:pt x="406" y="82"/>
                  </a:lnTo>
                  <a:lnTo>
                    <a:pt x="421" y="113"/>
                  </a:lnTo>
                  <a:lnTo>
                    <a:pt x="436" y="150"/>
                  </a:lnTo>
                  <a:lnTo>
                    <a:pt x="436" y="180"/>
                  </a:lnTo>
                  <a:lnTo>
                    <a:pt x="436" y="180"/>
                  </a:lnTo>
                  <a:lnTo>
                    <a:pt x="429" y="150"/>
                  </a:lnTo>
                  <a:lnTo>
                    <a:pt x="414" y="128"/>
                  </a:lnTo>
                  <a:lnTo>
                    <a:pt x="399" y="97"/>
                  </a:lnTo>
                  <a:lnTo>
                    <a:pt x="376" y="82"/>
                  </a:lnTo>
                  <a:lnTo>
                    <a:pt x="353" y="60"/>
                  </a:lnTo>
                  <a:lnTo>
                    <a:pt x="323" y="45"/>
                  </a:lnTo>
                  <a:lnTo>
                    <a:pt x="293" y="37"/>
                  </a:lnTo>
                  <a:lnTo>
                    <a:pt x="263" y="30"/>
                  </a:lnTo>
                  <a:lnTo>
                    <a:pt x="263" y="30"/>
                  </a:lnTo>
                  <a:lnTo>
                    <a:pt x="211" y="30"/>
                  </a:lnTo>
                  <a:lnTo>
                    <a:pt x="166" y="45"/>
                  </a:lnTo>
                  <a:lnTo>
                    <a:pt x="121" y="60"/>
                  </a:lnTo>
                  <a:lnTo>
                    <a:pt x="83" y="90"/>
                  </a:lnTo>
                  <a:lnTo>
                    <a:pt x="53" y="120"/>
                  </a:lnTo>
                  <a:lnTo>
                    <a:pt x="30" y="165"/>
                  </a:lnTo>
                  <a:lnTo>
                    <a:pt x="8" y="210"/>
                  </a:lnTo>
                  <a:lnTo>
                    <a:pt x="0" y="255"/>
                  </a:lnTo>
                  <a:lnTo>
                    <a:pt x="0" y="255"/>
                  </a:lnTo>
                  <a:lnTo>
                    <a:pt x="0" y="218"/>
                  </a:lnTo>
                  <a:lnTo>
                    <a:pt x="15" y="173"/>
                  </a:lnTo>
                  <a:lnTo>
                    <a:pt x="30" y="120"/>
                  </a:lnTo>
                  <a:lnTo>
                    <a:pt x="61" y="75"/>
                  </a:lnTo>
                  <a:lnTo>
                    <a:pt x="83" y="52"/>
                  </a:lnTo>
                  <a:lnTo>
                    <a:pt x="106" y="37"/>
                  </a:lnTo>
                  <a:lnTo>
                    <a:pt x="136" y="22"/>
                  </a:lnTo>
                  <a:lnTo>
                    <a:pt x="173" y="7"/>
                  </a:lnTo>
                  <a:lnTo>
                    <a:pt x="211" y="0"/>
                  </a:lnTo>
                  <a:lnTo>
                    <a:pt x="263" y="0"/>
                  </a:lnTo>
                  <a:lnTo>
                    <a:pt x="263" y="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54" name="Google Shape;4154;p80"/>
            <p:cNvSpPr/>
            <p:nvPr/>
          </p:nvSpPr>
          <p:spPr>
            <a:xfrm>
              <a:off x="2251075" y="1722438"/>
              <a:ext cx="454025" cy="322263"/>
            </a:xfrm>
            <a:custGeom>
              <a:avLst/>
              <a:gdLst/>
              <a:ahLst/>
              <a:cxnLst/>
              <a:rect l="l" t="t" r="r" b="b"/>
              <a:pathLst>
                <a:path w="286" h="203" extrusionOk="0">
                  <a:moveTo>
                    <a:pt x="113" y="203"/>
                  </a:moveTo>
                  <a:lnTo>
                    <a:pt x="113" y="203"/>
                  </a:lnTo>
                  <a:lnTo>
                    <a:pt x="90" y="203"/>
                  </a:lnTo>
                  <a:lnTo>
                    <a:pt x="68" y="188"/>
                  </a:lnTo>
                  <a:lnTo>
                    <a:pt x="53" y="180"/>
                  </a:lnTo>
                  <a:lnTo>
                    <a:pt x="30" y="165"/>
                  </a:lnTo>
                  <a:lnTo>
                    <a:pt x="15" y="143"/>
                  </a:lnTo>
                  <a:lnTo>
                    <a:pt x="8" y="120"/>
                  </a:lnTo>
                  <a:lnTo>
                    <a:pt x="0" y="98"/>
                  </a:lnTo>
                  <a:lnTo>
                    <a:pt x="0" y="75"/>
                  </a:lnTo>
                  <a:lnTo>
                    <a:pt x="0" y="75"/>
                  </a:lnTo>
                  <a:lnTo>
                    <a:pt x="15" y="105"/>
                  </a:lnTo>
                  <a:lnTo>
                    <a:pt x="30" y="135"/>
                  </a:lnTo>
                  <a:lnTo>
                    <a:pt x="68" y="158"/>
                  </a:lnTo>
                  <a:lnTo>
                    <a:pt x="113" y="173"/>
                  </a:lnTo>
                  <a:lnTo>
                    <a:pt x="113" y="173"/>
                  </a:lnTo>
                  <a:lnTo>
                    <a:pt x="143" y="180"/>
                  </a:lnTo>
                  <a:lnTo>
                    <a:pt x="173" y="173"/>
                  </a:lnTo>
                  <a:lnTo>
                    <a:pt x="203" y="158"/>
                  </a:lnTo>
                  <a:lnTo>
                    <a:pt x="225" y="143"/>
                  </a:lnTo>
                  <a:lnTo>
                    <a:pt x="248" y="120"/>
                  </a:lnTo>
                  <a:lnTo>
                    <a:pt x="263" y="90"/>
                  </a:lnTo>
                  <a:lnTo>
                    <a:pt x="278" y="60"/>
                  </a:lnTo>
                  <a:lnTo>
                    <a:pt x="278" y="30"/>
                  </a:lnTo>
                  <a:lnTo>
                    <a:pt x="278" y="30"/>
                  </a:lnTo>
                  <a:lnTo>
                    <a:pt x="278" y="0"/>
                  </a:lnTo>
                  <a:lnTo>
                    <a:pt x="278" y="0"/>
                  </a:lnTo>
                  <a:lnTo>
                    <a:pt x="286" y="60"/>
                  </a:lnTo>
                  <a:lnTo>
                    <a:pt x="286" y="60"/>
                  </a:lnTo>
                  <a:lnTo>
                    <a:pt x="278" y="90"/>
                  </a:lnTo>
                  <a:lnTo>
                    <a:pt x="271" y="120"/>
                  </a:lnTo>
                  <a:lnTo>
                    <a:pt x="248" y="143"/>
                  </a:lnTo>
                  <a:lnTo>
                    <a:pt x="233" y="165"/>
                  </a:lnTo>
                  <a:lnTo>
                    <a:pt x="203" y="180"/>
                  </a:lnTo>
                  <a:lnTo>
                    <a:pt x="180" y="195"/>
                  </a:lnTo>
                  <a:lnTo>
                    <a:pt x="150" y="203"/>
                  </a:lnTo>
                  <a:lnTo>
                    <a:pt x="113" y="203"/>
                  </a:lnTo>
                  <a:lnTo>
                    <a:pt x="113" y="20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55" name="Google Shape;4155;p80"/>
            <p:cNvSpPr/>
            <p:nvPr/>
          </p:nvSpPr>
          <p:spPr>
            <a:xfrm>
              <a:off x="-2381" y="3689628"/>
              <a:ext cx="191294" cy="96561"/>
            </a:xfrm>
            <a:custGeom>
              <a:avLst/>
              <a:gdLst/>
              <a:ahLst/>
              <a:cxnLst/>
              <a:rect l="l" t="t" r="r" b="b"/>
              <a:pathLst>
                <a:path w="191294" h="96561" extrusionOk="0">
                  <a:moveTo>
                    <a:pt x="0" y="0"/>
                  </a:moveTo>
                  <a:lnTo>
                    <a:pt x="24606" y="23536"/>
                  </a:lnTo>
                  <a:lnTo>
                    <a:pt x="59531" y="48936"/>
                  </a:lnTo>
                  <a:lnTo>
                    <a:pt x="107156" y="72749"/>
                  </a:lnTo>
                  <a:lnTo>
                    <a:pt x="143669" y="83861"/>
                  </a:lnTo>
                  <a:lnTo>
                    <a:pt x="191294" y="83861"/>
                  </a:lnTo>
                  <a:lnTo>
                    <a:pt x="143669" y="96561"/>
                  </a:lnTo>
                  <a:lnTo>
                    <a:pt x="96044" y="96561"/>
                  </a:lnTo>
                  <a:lnTo>
                    <a:pt x="48419" y="96561"/>
                  </a:lnTo>
                  <a:lnTo>
                    <a:pt x="11906" y="72749"/>
                  </a:lnTo>
                  <a:lnTo>
                    <a:pt x="0" y="6084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56" name="Google Shape;4156;p80"/>
            <p:cNvSpPr/>
            <p:nvPr/>
          </p:nvSpPr>
          <p:spPr>
            <a:xfrm>
              <a:off x="-2381" y="3999845"/>
              <a:ext cx="273844" cy="48281"/>
            </a:xfrm>
            <a:custGeom>
              <a:avLst/>
              <a:gdLst/>
              <a:ahLst/>
              <a:cxnLst/>
              <a:rect l="l" t="t" r="r" b="b"/>
              <a:pathLst>
                <a:path w="273844" h="48281" extrusionOk="0">
                  <a:moveTo>
                    <a:pt x="0" y="0"/>
                  </a:moveTo>
                  <a:lnTo>
                    <a:pt x="24606" y="11769"/>
                  </a:lnTo>
                  <a:lnTo>
                    <a:pt x="107156" y="35581"/>
                  </a:lnTo>
                  <a:lnTo>
                    <a:pt x="191294" y="35581"/>
                  </a:lnTo>
                  <a:lnTo>
                    <a:pt x="273844" y="35581"/>
                  </a:lnTo>
                  <a:lnTo>
                    <a:pt x="202406" y="48281"/>
                  </a:lnTo>
                  <a:lnTo>
                    <a:pt x="130969" y="48281"/>
                  </a:lnTo>
                  <a:lnTo>
                    <a:pt x="35719" y="48281"/>
                  </a:lnTo>
                  <a:lnTo>
                    <a:pt x="0" y="3935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57" name="Google Shape;4157;p80"/>
            <p:cNvSpPr/>
            <p:nvPr/>
          </p:nvSpPr>
          <p:spPr>
            <a:xfrm>
              <a:off x="-61912" y="3308350"/>
              <a:ext cx="417513" cy="465138"/>
            </a:xfrm>
            <a:custGeom>
              <a:avLst/>
              <a:gdLst/>
              <a:ahLst/>
              <a:cxnLst/>
              <a:rect l="l" t="t" r="r" b="b"/>
              <a:pathLst>
                <a:path w="263" h="293" extrusionOk="0">
                  <a:moveTo>
                    <a:pt x="263" y="135"/>
                  </a:moveTo>
                  <a:lnTo>
                    <a:pt x="263" y="135"/>
                  </a:lnTo>
                  <a:lnTo>
                    <a:pt x="263" y="158"/>
                  </a:lnTo>
                  <a:lnTo>
                    <a:pt x="263" y="188"/>
                  </a:lnTo>
                  <a:lnTo>
                    <a:pt x="255" y="210"/>
                  </a:lnTo>
                  <a:lnTo>
                    <a:pt x="240" y="233"/>
                  </a:lnTo>
                  <a:lnTo>
                    <a:pt x="225" y="255"/>
                  </a:lnTo>
                  <a:lnTo>
                    <a:pt x="203" y="271"/>
                  </a:lnTo>
                  <a:lnTo>
                    <a:pt x="180" y="286"/>
                  </a:lnTo>
                  <a:lnTo>
                    <a:pt x="158" y="293"/>
                  </a:lnTo>
                  <a:lnTo>
                    <a:pt x="158" y="293"/>
                  </a:lnTo>
                  <a:lnTo>
                    <a:pt x="188" y="271"/>
                  </a:lnTo>
                  <a:lnTo>
                    <a:pt x="218" y="240"/>
                  </a:lnTo>
                  <a:lnTo>
                    <a:pt x="233" y="203"/>
                  </a:lnTo>
                  <a:lnTo>
                    <a:pt x="233" y="143"/>
                  </a:lnTo>
                  <a:lnTo>
                    <a:pt x="233" y="143"/>
                  </a:lnTo>
                  <a:lnTo>
                    <a:pt x="225" y="113"/>
                  </a:lnTo>
                  <a:lnTo>
                    <a:pt x="210" y="83"/>
                  </a:lnTo>
                  <a:lnTo>
                    <a:pt x="188" y="60"/>
                  </a:lnTo>
                  <a:lnTo>
                    <a:pt x="165" y="38"/>
                  </a:lnTo>
                  <a:lnTo>
                    <a:pt x="135" y="23"/>
                  </a:lnTo>
                  <a:lnTo>
                    <a:pt x="98" y="15"/>
                  </a:lnTo>
                  <a:lnTo>
                    <a:pt x="68" y="8"/>
                  </a:lnTo>
                  <a:lnTo>
                    <a:pt x="30" y="15"/>
                  </a:lnTo>
                  <a:lnTo>
                    <a:pt x="30" y="15"/>
                  </a:lnTo>
                  <a:lnTo>
                    <a:pt x="0" y="23"/>
                  </a:lnTo>
                  <a:lnTo>
                    <a:pt x="0" y="23"/>
                  </a:lnTo>
                  <a:lnTo>
                    <a:pt x="60" y="0"/>
                  </a:lnTo>
                  <a:lnTo>
                    <a:pt x="60" y="0"/>
                  </a:lnTo>
                  <a:lnTo>
                    <a:pt x="90" y="0"/>
                  </a:lnTo>
                  <a:lnTo>
                    <a:pt x="128" y="0"/>
                  </a:lnTo>
                  <a:lnTo>
                    <a:pt x="158" y="15"/>
                  </a:lnTo>
                  <a:lnTo>
                    <a:pt x="188" y="30"/>
                  </a:lnTo>
                  <a:lnTo>
                    <a:pt x="210" y="45"/>
                  </a:lnTo>
                  <a:lnTo>
                    <a:pt x="233" y="75"/>
                  </a:lnTo>
                  <a:lnTo>
                    <a:pt x="248" y="98"/>
                  </a:lnTo>
                  <a:lnTo>
                    <a:pt x="263" y="135"/>
                  </a:lnTo>
                  <a:lnTo>
                    <a:pt x="263" y="13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58" name="Google Shape;4158;p80"/>
            <p:cNvSpPr/>
            <p:nvPr/>
          </p:nvSpPr>
          <p:spPr>
            <a:xfrm>
              <a:off x="4659313" y="4381500"/>
              <a:ext cx="358775" cy="309563"/>
            </a:xfrm>
            <a:custGeom>
              <a:avLst/>
              <a:gdLst/>
              <a:ahLst/>
              <a:cxnLst/>
              <a:rect l="l" t="t" r="r" b="b"/>
              <a:pathLst>
                <a:path w="226" h="195" extrusionOk="0">
                  <a:moveTo>
                    <a:pt x="8" y="90"/>
                  </a:moveTo>
                  <a:lnTo>
                    <a:pt x="8" y="90"/>
                  </a:lnTo>
                  <a:lnTo>
                    <a:pt x="30" y="45"/>
                  </a:lnTo>
                  <a:lnTo>
                    <a:pt x="61" y="15"/>
                  </a:lnTo>
                  <a:lnTo>
                    <a:pt x="83" y="8"/>
                  </a:lnTo>
                  <a:lnTo>
                    <a:pt x="106" y="0"/>
                  </a:lnTo>
                  <a:lnTo>
                    <a:pt x="136" y="0"/>
                  </a:lnTo>
                  <a:lnTo>
                    <a:pt x="158" y="0"/>
                  </a:lnTo>
                  <a:lnTo>
                    <a:pt x="158" y="0"/>
                  </a:lnTo>
                  <a:lnTo>
                    <a:pt x="181" y="15"/>
                  </a:lnTo>
                  <a:lnTo>
                    <a:pt x="203" y="30"/>
                  </a:lnTo>
                  <a:lnTo>
                    <a:pt x="218" y="53"/>
                  </a:lnTo>
                  <a:lnTo>
                    <a:pt x="226" y="75"/>
                  </a:lnTo>
                  <a:lnTo>
                    <a:pt x="226" y="75"/>
                  </a:lnTo>
                  <a:lnTo>
                    <a:pt x="203" y="45"/>
                  </a:lnTo>
                  <a:lnTo>
                    <a:pt x="173" y="30"/>
                  </a:lnTo>
                  <a:lnTo>
                    <a:pt x="173" y="30"/>
                  </a:lnTo>
                  <a:lnTo>
                    <a:pt x="143" y="23"/>
                  </a:lnTo>
                  <a:lnTo>
                    <a:pt x="121" y="30"/>
                  </a:lnTo>
                  <a:lnTo>
                    <a:pt x="98" y="30"/>
                  </a:lnTo>
                  <a:lnTo>
                    <a:pt x="76" y="45"/>
                  </a:lnTo>
                  <a:lnTo>
                    <a:pt x="38" y="75"/>
                  </a:lnTo>
                  <a:lnTo>
                    <a:pt x="15" y="113"/>
                  </a:lnTo>
                  <a:lnTo>
                    <a:pt x="15" y="113"/>
                  </a:lnTo>
                  <a:lnTo>
                    <a:pt x="8" y="158"/>
                  </a:lnTo>
                  <a:lnTo>
                    <a:pt x="15" y="195"/>
                  </a:lnTo>
                  <a:lnTo>
                    <a:pt x="15" y="195"/>
                  </a:lnTo>
                  <a:lnTo>
                    <a:pt x="8" y="173"/>
                  </a:lnTo>
                  <a:lnTo>
                    <a:pt x="0" y="143"/>
                  </a:lnTo>
                  <a:lnTo>
                    <a:pt x="0" y="113"/>
                  </a:lnTo>
                  <a:lnTo>
                    <a:pt x="8" y="90"/>
                  </a:lnTo>
                  <a:lnTo>
                    <a:pt x="8" y="9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59" name="Google Shape;4159;p80"/>
            <p:cNvSpPr/>
            <p:nvPr/>
          </p:nvSpPr>
          <p:spPr>
            <a:xfrm>
              <a:off x="4827588" y="4500563"/>
              <a:ext cx="214313" cy="190500"/>
            </a:xfrm>
            <a:custGeom>
              <a:avLst/>
              <a:gdLst/>
              <a:ahLst/>
              <a:cxnLst/>
              <a:rect l="l" t="t" r="r" b="b"/>
              <a:pathLst>
                <a:path w="135" h="120" extrusionOk="0">
                  <a:moveTo>
                    <a:pt x="7" y="60"/>
                  </a:moveTo>
                  <a:lnTo>
                    <a:pt x="7" y="60"/>
                  </a:lnTo>
                  <a:lnTo>
                    <a:pt x="15" y="60"/>
                  </a:lnTo>
                  <a:lnTo>
                    <a:pt x="22" y="60"/>
                  </a:lnTo>
                  <a:lnTo>
                    <a:pt x="37" y="83"/>
                  </a:lnTo>
                  <a:lnTo>
                    <a:pt x="37" y="83"/>
                  </a:lnTo>
                  <a:lnTo>
                    <a:pt x="45" y="98"/>
                  </a:lnTo>
                  <a:lnTo>
                    <a:pt x="60" y="105"/>
                  </a:lnTo>
                  <a:lnTo>
                    <a:pt x="60" y="105"/>
                  </a:lnTo>
                  <a:lnTo>
                    <a:pt x="75" y="98"/>
                  </a:lnTo>
                  <a:lnTo>
                    <a:pt x="97" y="83"/>
                  </a:lnTo>
                  <a:lnTo>
                    <a:pt x="112" y="68"/>
                  </a:lnTo>
                  <a:lnTo>
                    <a:pt x="120" y="45"/>
                  </a:lnTo>
                  <a:lnTo>
                    <a:pt x="120" y="45"/>
                  </a:lnTo>
                  <a:lnTo>
                    <a:pt x="127" y="23"/>
                  </a:lnTo>
                  <a:lnTo>
                    <a:pt x="120" y="0"/>
                  </a:lnTo>
                  <a:lnTo>
                    <a:pt x="120" y="0"/>
                  </a:lnTo>
                  <a:lnTo>
                    <a:pt x="135" y="38"/>
                  </a:lnTo>
                  <a:lnTo>
                    <a:pt x="135" y="53"/>
                  </a:lnTo>
                  <a:lnTo>
                    <a:pt x="135" y="75"/>
                  </a:lnTo>
                  <a:lnTo>
                    <a:pt x="135" y="75"/>
                  </a:lnTo>
                  <a:lnTo>
                    <a:pt x="120" y="90"/>
                  </a:lnTo>
                  <a:lnTo>
                    <a:pt x="112" y="105"/>
                  </a:lnTo>
                  <a:lnTo>
                    <a:pt x="82" y="120"/>
                  </a:lnTo>
                  <a:lnTo>
                    <a:pt x="60" y="120"/>
                  </a:lnTo>
                  <a:lnTo>
                    <a:pt x="37" y="113"/>
                  </a:lnTo>
                  <a:lnTo>
                    <a:pt x="37" y="113"/>
                  </a:lnTo>
                  <a:lnTo>
                    <a:pt x="22" y="105"/>
                  </a:lnTo>
                  <a:lnTo>
                    <a:pt x="7" y="98"/>
                  </a:lnTo>
                  <a:lnTo>
                    <a:pt x="7" y="98"/>
                  </a:lnTo>
                  <a:lnTo>
                    <a:pt x="0" y="83"/>
                  </a:lnTo>
                  <a:lnTo>
                    <a:pt x="0" y="68"/>
                  </a:lnTo>
                  <a:lnTo>
                    <a:pt x="7" y="60"/>
                  </a:lnTo>
                  <a:lnTo>
                    <a:pt x="7" y="6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60" name="Google Shape;4160;p80"/>
            <p:cNvSpPr/>
            <p:nvPr/>
          </p:nvSpPr>
          <p:spPr>
            <a:xfrm>
              <a:off x="4683125" y="4394200"/>
              <a:ext cx="560388" cy="488950"/>
            </a:xfrm>
            <a:custGeom>
              <a:avLst/>
              <a:gdLst/>
              <a:ahLst/>
              <a:cxnLst/>
              <a:rect l="l" t="t" r="r" b="b"/>
              <a:pathLst>
                <a:path w="353" h="308" extrusionOk="0">
                  <a:moveTo>
                    <a:pt x="346" y="172"/>
                  </a:moveTo>
                  <a:lnTo>
                    <a:pt x="346" y="172"/>
                  </a:lnTo>
                  <a:lnTo>
                    <a:pt x="331" y="202"/>
                  </a:lnTo>
                  <a:lnTo>
                    <a:pt x="308" y="240"/>
                  </a:lnTo>
                  <a:lnTo>
                    <a:pt x="286" y="263"/>
                  </a:lnTo>
                  <a:lnTo>
                    <a:pt x="256" y="285"/>
                  </a:lnTo>
                  <a:lnTo>
                    <a:pt x="218" y="293"/>
                  </a:lnTo>
                  <a:lnTo>
                    <a:pt x="181" y="300"/>
                  </a:lnTo>
                  <a:lnTo>
                    <a:pt x="151" y="308"/>
                  </a:lnTo>
                  <a:lnTo>
                    <a:pt x="113" y="300"/>
                  </a:lnTo>
                  <a:lnTo>
                    <a:pt x="113" y="300"/>
                  </a:lnTo>
                  <a:lnTo>
                    <a:pt x="76" y="278"/>
                  </a:lnTo>
                  <a:lnTo>
                    <a:pt x="46" y="255"/>
                  </a:lnTo>
                  <a:lnTo>
                    <a:pt x="15" y="225"/>
                  </a:lnTo>
                  <a:lnTo>
                    <a:pt x="0" y="187"/>
                  </a:lnTo>
                  <a:lnTo>
                    <a:pt x="0" y="187"/>
                  </a:lnTo>
                  <a:lnTo>
                    <a:pt x="15" y="217"/>
                  </a:lnTo>
                  <a:lnTo>
                    <a:pt x="38" y="232"/>
                  </a:lnTo>
                  <a:lnTo>
                    <a:pt x="61" y="247"/>
                  </a:lnTo>
                  <a:lnTo>
                    <a:pt x="91" y="263"/>
                  </a:lnTo>
                  <a:lnTo>
                    <a:pt x="91" y="263"/>
                  </a:lnTo>
                  <a:lnTo>
                    <a:pt x="121" y="270"/>
                  </a:lnTo>
                  <a:lnTo>
                    <a:pt x="158" y="270"/>
                  </a:lnTo>
                  <a:lnTo>
                    <a:pt x="196" y="263"/>
                  </a:lnTo>
                  <a:lnTo>
                    <a:pt x="226" y="247"/>
                  </a:lnTo>
                  <a:lnTo>
                    <a:pt x="256" y="225"/>
                  </a:lnTo>
                  <a:lnTo>
                    <a:pt x="286" y="202"/>
                  </a:lnTo>
                  <a:lnTo>
                    <a:pt x="308" y="172"/>
                  </a:lnTo>
                  <a:lnTo>
                    <a:pt x="323" y="135"/>
                  </a:lnTo>
                  <a:lnTo>
                    <a:pt x="323" y="135"/>
                  </a:lnTo>
                  <a:lnTo>
                    <a:pt x="331" y="97"/>
                  </a:lnTo>
                  <a:lnTo>
                    <a:pt x="338" y="60"/>
                  </a:lnTo>
                  <a:lnTo>
                    <a:pt x="338" y="30"/>
                  </a:lnTo>
                  <a:lnTo>
                    <a:pt x="331" y="0"/>
                  </a:lnTo>
                  <a:lnTo>
                    <a:pt x="331" y="0"/>
                  </a:lnTo>
                  <a:lnTo>
                    <a:pt x="346" y="37"/>
                  </a:lnTo>
                  <a:lnTo>
                    <a:pt x="353" y="75"/>
                  </a:lnTo>
                  <a:lnTo>
                    <a:pt x="353" y="120"/>
                  </a:lnTo>
                  <a:lnTo>
                    <a:pt x="346" y="172"/>
                  </a:lnTo>
                  <a:lnTo>
                    <a:pt x="346" y="172"/>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61" name="Google Shape;4161;p80"/>
            <p:cNvSpPr/>
            <p:nvPr/>
          </p:nvSpPr>
          <p:spPr>
            <a:xfrm>
              <a:off x="3575050" y="4143375"/>
              <a:ext cx="1633538" cy="1179513"/>
            </a:xfrm>
            <a:custGeom>
              <a:avLst/>
              <a:gdLst/>
              <a:ahLst/>
              <a:cxnLst/>
              <a:rect l="l" t="t" r="r" b="b"/>
              <a:pathLst>
                <a:path w="1029" h="743" extrusionOk="0">
                  <a:moveTo>
                    <a:pt x="744" y="15"/>
                  </a:moveTo>
                  <a:lnTo>
                    <a:pt x="744" y="15"/>
                  </a:lnTo>
                  <a:lnTo>
                    <a:pt x="691" y="37"/>
                  </a:lnTo>
                  <a:lnTo>
                    <a:pt x="646" y="67"/>
                  </a:lnTo>
                  <a:lnTo>
                    <a:pt x="601" y="105"/>
                  </a:lnTo>
                  <a:lnTo>
                    <a:pt x="563" y="150"/>
                  </a:lnTo>
                  <a:lnTo>
                    <a:pt x="488" y="248"/>
                  </a:lnTo>
                  <a:lnTo>
                    <a:pt x="398" y="360"/>
                  </a:lnTo>
                  <a:lnTo>
                    <a:pt x="398" y="360"/>
                  </a:lnTo>
                  <a:lnTo>
                    <a:pt x="330" y="443"/>
                  </a:lnTo>
                  <a:lnTo>
                    <a:pt x="263" y="511"/>
                  </a:lnTo>
                  <a:lnTo>
                    <a:pt x="135" y="631"/>
                  </a:lnTo>
                  <a:lnTo>
                    <a:pt x="37" y="713"/>
                  </a:lnTo>
                  <a:lnTo>
                    <a:pt x="0" y="743"/>
                  </a:lnTo>
                  <a:lnTo>
                    <a:pt x="0" y="743"/>
                  </a:lnTo>
                  <a:lnTo>
                    <a:pt x="22" y="728"/>
                  </a:lnTo>
                  <a:lnTo>
                    <a:pt x="105" y="676"/>
                  </a:lnTo>
                  <a:lnTo>
                    <a:pt x="218" y="593"/>
                  </a:lnTo>
                  <a:lnTo>
                    <a:pt x="285" y="533"/>
                  </a:lnTo>
                  <a:lnTo>
                    <a:pt x="353" y="473"/>
                  </a:lnTo>
                  <a:lnTo>
                    <a:pt x="353" y="473"/>
                  </a:lnTo>
                  <a:lnTo>
                    <a:pt x="421" y="398"/>
                  </a:lnTo>
                  <a:lnTo>
                    <a:pt x="488" y="315"/>
                  </a:lnTo>
                  <a:lnTo>
                    <a:pt x="556" y="233"/>
                  </a:lnTo>
                  <a:lnTo>
                    <a:pt x="616" y="165"/>
                  </a:lnTo>
                  <a:lnTo>
                    <a:pt x="676" y="105"/>
                  </a:lnTo>
                  <a:lnTo>
                    <a:pt x="713" y="83"/>
                  </a:lnTo>
                  <a:lnTo>
                    <a:pt x="744" y="60"/>
                  </a:lnTo>
                  <a:lnTo>
                    <a:pt x="781" y="52"/>
                  </a:lnTo>
                  <a:lnTo>
                    <a:pt x="811" y="45"/>
                  </a:lnTo>
                  <a:lnTo>
                    <a:pt x="849" y="45"/>
                  </a:lnTo>
                  <a:lnTo>
                    <a:pt x="886" y="60"/>
                  </a:lnTo>
                  <a:lnTo>
                    <a:pt x="886" y="60"/>
                  </a:lnTo>
                  <a:lnTo>
                    <a:pt x="931" y="75"/>
                  </a:lnTo>
                  <a:lnTo>
                    <a:pt x="976" y="98"/>
                  </a:lnTo>
                  <a:lnTo>
                    <a:pt x="1006" y="128"/>
                  </a:lnTo>
                  <a:lnTo>
                    <a:pt x="1029" y="158"/>
                  </a:lnTo>
                  <a:lnTo>
                    <a:pt x="1029" y="158"/>
                  </a:lnTo>
                  <a:lnTo>
                    <a:pt x="1006" y="113"/>
                  </a:lnTo>
                  <a:lnTo>
                    <a:pt x="976" y="67"/>
                  </a:lnTo>
                  <a:lnTo>
                    <a:pt x="931" y="37"/>
                  </a:lnTo>
                  <a:lnTo>
                    <a:pt x="871" y="15"/>
                  </a:lnTo>
                  <a:lnTo>
                    <a:pt x="871" y="15"/>
                  </a:lnTo>
                  <a:lnTo>
                    <a:pt x="811" y="0"/>
                  </a:lnTo>
                  <a:lnTo>
                    <a:pt x="781" y="0"/>
                  </a:lnTo>
                  <a:lnTo>
                    <a:pt x="744" y="15"/>
                  </a:lnTo>
                  <a:lnTo>
                    <a:pt x="744" y="1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62" name="Google Shape;4162;p80"/>
            <p:cNvSpPr/>
            <p:nvPr/>
          </p:nvSpPr>
          <p:spPr>
            <a:xfrm>
              <a:off x="-2381" y="6348413"/>
              <a:ext cx="321469" cy="538616"/>
            </a:xfrm>
            <a:custGeom>
              <a:avLst/>
              <a:gdLst/>
              <a:ahLst/>
              <a:cxnLst/>
              <a:rect l="l" t="t" r="r" b="b"/>
              <a:pathLst>
                <a:path w="321469" h="538616" extrusionOk="0">
                  <a:moveTo>
                    <a:pt x="107157" y="0"/>
                  </a:moveTo>
                  <a:lnTo>
                    <a:pt x="143669" y="0"/>
                  </a:lnTo>
                  <a:lnTo>
                    <a:pt x="178594" y="0"/>
                  </a:lnTo>
                  <a:lnTo>
                    <a:pt x="226219" y="0"/>
                  </a:lnTo>
                  <a:lnTo>
                    <a:pt x="297657" y="23812"/>
                  </a:lnTo>
                  <a:lnTo>
                    <a:pt x="321469" y="36512"/>
                  </a:lnTo>
                  <a:lnTo>
                    <a:pt x="310357" y="96837"/>
                  </a:lnTo>
                  <a:lnTo>
                    <a:pt x="286544" y="144462"/>
                  </a:lnTo>
                  <a:lnTo>
                    <a:pt x="250032" y="192087"/>
                  </a:lnTo>
                  <a:lnTo>
                    <a:pt x="226219" y="203200"/>
                  </a:lnTo>
                  <a:lnTo>
                    <a:pt x="191294" y="203200"/>
                  </a:lnTo>
                  <a:lnTo>
                    <a:pt x="154782" y="215900"/>
                  </a:lnTo>
                  <a:lnTo>
                    <a:pt x="119857" y="227012"/>
                  </a:lnTo>
                  <a:lnTo>
                    <a:pt x="96044" y="263525"/>
                  </a:lnTo>
                  <a:lnTo>
                    <a:pt x="83344" y="298450"/>
                  </a:lnTo>
                  <a:lnTo>
                    <a:pt x="72232" y="346075"/>
                  </a:lnTo>
                  <a:lnTo>
                    <a:pt x="96044" y="393700"/>
                  </a:lnTo>
                  <a:lnTo>
                    <a:pt x="119857" y="454025"/>
                  </a:lnTo>
                  <a:lnTo>
                    <a:pt x="154782" y="501650"/>
                  </a:lnTo>
                  <a:lnTo>
                    <a:pt x="188185" y="538616"/>
                  </a:lnTo>
                  <a:lnTo>
                    <a:pt x="122164" y="538616"/>
                  </a:lnTo>
                  <a:lnTo>
                    <a:pt x="119857" y="536575"/>
                  </a:lnTo>
                  <a:lnTo>
                    <a:pt x="24607" y="441325"/>
                  </a:lnTo>
                  <a:lnTo>
                    <a:pt x="0" y="410218"/>
                  </a:lnTo>
                  <a:lnTo>
                    <a:pt x="0" y="334686"/>
                  </a:lnTo>
                  <a:lnTo>
                    <a:pt x="11906" y="346075"/>
                  </a:lnTo>
                  <a:lnTo>
                    <a:pt x="24607" y="334962"/>
                  </a:lnTo>
                  <a:lnTo>
                    <a:pt x="11906" y="274637"/>
                  </a:lnTo>
                  <a:lnTo>
                    <a:pt x="11906" y="192087"/>
                  </a:lnTo>
                  <a:lnTo>
                    <a:pt x="11906" y="144462"/>
                  </a:lnTo>
                  <a:lnTo>
                    <a:pt x="24607" y="107950"/>
                  </a:lnTo>
                  <a:lnTo>
                    <a:pt x="35719" y="60325"/>
                  </a:lnTo>
                  <a:lnTo>
                    <a:pt x="72232" y="23812"/>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63" name="Google Shape;4163;p80"/>
            <p:cNvSpPr/>
            <p:nvPr/>
          </p:nvSpPr>
          <p:spPr>
            <a:xfrm>
              <a:off x="4243388" y="3463925"/>
              <a:ext cx="976313" cy="822325"/>
            </a:xfrm>
            <a:custGeom>
              <a:avLst/>
              <a:gdLst/>
              <a:ahLst/>
              <a:cxnLst/>
              <a:rect l="l" t="t" r="r" b="b"/>
              <a:pathLst>
                <a:path w="615" h="518" extrusionOk="0">
                  <a:moveTo>
                    <a:pt x="0" y="518"/>
                  </a:moveTo>
                  <a:lnTo>
                    <a:pt x="0" y="518"/>
                  </a:lnTo>
                  <a:lnTo>
                    <a:pt x="15" y="473"/>
                  </a:lnTo>
                  <a:lnTo>
                    <a:pt x="67" y="368"/>
                  </a:lnTo>
                  <a:lnTo>
                    <a:pt x="105" y="300"/>
                  </a:lnTo>
                  <a:lnTo>
                    <a:pt x="150" y="233"/>
                  </a:lnTo>
                  <a:lnTo>
                    <a:pt x="202" y="165"/>
                  </a:lnTo>
                  <a:lnTo>
                    <a:pt x="262" y="112"/>
                  </a:lnTo>
                  <a:lnTo>
                    <a:pt x="262" y="112"/>
                  </a:lnTo>
                  <a:lnTo>
                    <a:pt x="338" y="60"/>
                  </a:lnTo>
                  <a:lnTo>
                    <a:pt x="405" y="30"/>
                  </a:lnTo>
                  <a:lnTo>
                    <a:pt x="465" y="7"/>
                  </a:lnTo>
                  <a:lnTo>
                    <a:pt x="518" y="0"/>
                  </a:lnTo>
                  <a:lnTo>
                    <a:pt x="563" y="0"/>
                  </a:lnTo>
                  <a:lnTo>
                    <a:pt x="593" y="7"/>
                  </a:lnTo>
                  <a:lnTo>
                    <a:pt x="615" y="15"/>
                  </a:lnTo>
                  <a:lnTo>
                    <a:pt x="615" y="15"/>
                  </a:lnTo>
                  <a:lnTo>
                    <a:pt x="570" y="15"/>
                  </a:lnTo>
                  <a:lnTo>
                    <a:pt x="525" y="30"/>
                  </a:lnTo>
                  <a:lnTo>
                    <a:pt x="488" y="52"/>
                  </a:lnTo>
                  <a:lnTo>
                    <a:pt x="488" y="52"/>
                  </a:lnTo>
                  <a:lnTo>
                    <a:pt x="458" y="82"/>
                  </a:lnTo>
                  <a:lnTo>
                    <a:pt x="435" y="112"/>
                  </a:lnTo>
                  <a:lnTo>
                    <a:pt x="420" y="150"/>
                  </a:lnTo>
                  <a:lnTo>
                    <a:pt x="420" y="150"/>
                  </a:lnTo>
                  <a:lnTo>
                    <a:pt x="413" y="142"/>
                  </a:lnTo>
                  <a:lnTo>
                    <a:pt x="390" y="127"/>
                  </a:lnTo>
                  <a:lnTo>
                    <a:pt x="368" y="120"/>
                  </a:lnTo>
                  <a:lnTo>
                    <a:pt x="345" y="120"/>
                  </a:lnTo>
                  <a:lnTo>
                    <a:pt x="315" y="127"/>
                  </a:lnTo>
                  <a:lnTo>
                    <a:pt x="285" y="142"/>
                  </a:lnTo>
                  <a:lnTo>
                    <a:pt x="285" y="142"/>
                  </a:lnTo>
                  <a:lnTo>
                    <a:pt x="225" y="188"/>
                  </a:lnTo>
                  <a:lnTo>
                    <a:pt x="202" y="210"/>
                  </a:lnTo>
                  <a:lnTo>
                    <a:pt x="210" y="218"/>
                  </a:lnTo>
                  <a:lnTo>
                    <a:pt x="217" y="218"/>
                  </a:lnTo>
                  <a:lnTo>
                    <a:pt x="217" y="218"/>
                  </a:lnTo>
                  <a:lnTo>
                    <a:pt x="247" y="203"/>
                  </a:lnTo>
                  <a:lnTo>
                    <a:pt x="300" y="188"/>
                  </a:lnTo>
                  <a:lnTo>
                    <a:pt x="330" y="188"/>
                  </a:lnTo>
                  <a:lnTo>
                    <a:pt x="353" y="188"/>
                  </a:lnTo>
                  <a:lnTo>
                    <a:pt x="383" y="195"/>
                  </a:lnTo>
                  <a:lnTo>
                    <a:pt x="413" y="203"/>
                  </a:lnTo>
                  <a:lnTo>
                    <a:pt x="413" y="203"/>
                  </a:lnTo>
                  <a:lnTo>
                    <a:pt x="428" y="225"/>
                  </a:lnTo>
                  <a:lnTo>
                    <a:pt x="435" y="248"/>
                  </a:lnTo>
                  <a:lnTo>
                    <a:pt x="443" y="270"/>
                  </a:lnTo>
                  <a:lnTo>
                    <a:pt x="450" y="300"/>
                  </a:lnTo>
                  <a:lnTo>
                    <a:pt x="443" y="338"/>
                  </a:lnTo>
                  <a:lnTo>
                    <a:pt x="443" y="360"/>
                  </a:lnTo>
                  <a:lnTo>
                    <a:pt x="443" y="360"/>
                  </a:lnTo>
                  <a:lnTo>
                    <a:pt x="405" y="360"/>
                  </a:lnTo>
                  <a:lnTo>
                    <a:pt x="368" y="353"/>
                  </a:lnTo>
                  <a:lnTo>
                    <a:pt x="330" y="338"/>
                  </a:lnTo>
                  <a:lnTo>
                    <a:pt x="330" y="338"/>
                  </a:lnTo>
                  <a:lnTo>
                    <a:pt x="323" y="323"/>
                  </a:lnTo>
                  <a:lnTo>
                    <a:pt x="315" y="308"/>
                  </a:lnTo>
                  <a:lnTo>
                    <a:pt x="308" y="278"/>
                  </a:lnTo>
                  <a:lnTo>
                    <a:pt x="292" y="263"/>
                  </a:lnTo>
                  <a:lnTo>
                    <a:pt x="292" y="263"/>
                  </a:lnTo>
                  <a:lnTo>
                    <a:pt x="270" y="248"/>
                  </a:lnTo>
                  <a:lnTo>
                    <a:pt x="240" y="248"/>
                  </a:lnTo>
                  <a:lnTo>
                    <a:pt x="217" y="248"/>
                  </a:lnTo>
                  <a:lnTo>
                    <a:pt x="180" y="270"/>
                  </a:lnTo>
                  <a:lnTo>
                    <a:pt x="180" y="270"/>
                  </a:lnTo>
                  <a:lnTo>
                    <a:pt x="157" y="293"/>
                  </a:lnTo>
                  <a:lnTo>
                    <a:pt x="127" y="323"/>
                  </a:lnTo>
                  <a:lnTo>
                    <a:pt x="67" y="413"/>
                  </a:lnTo>
                  <a:lnTo>
                    <a:pt x="0" y="518"/>
                  </a:lnTo>
                  <a:lnTo>
                    <a:pt x="0" y="51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64" name="Google Shape;4164;p80"/>
            <p:cNvSpPr/>
            <p:nvPr/>
          </p:nvSpPr>
          <p:spPr>
            <a:xfrm>
              <a:off x="2216150" y="2533650"/>
              <a:ext cx="344488" cy="214313"/>
            </a:xfrm>
            <a:custGeom>
              <a:avLst/>
              <a:gdLst/>
              <a:ahLst/>
              <a:cxnLst/>
              <a:rect l="l" t="t" r="r" b="b"/>
              <a:pathLst>
                <a:path w="217" h="135" extrusionOk="0">
                  <a:moveTo>
                    <a:pt x="30" y="0"/>
                  </a:moveTo>
                  <a:lnTo>
                    <a:pt x="30" y="0"/>
                  </a:lnTo>
                  <a:lnTo>
                    <a:pt x="45" y="0"/>
                  </a:lnTo>
                  <a:lnTo>
                    <a:pt x="60" y="15"/>
                  </a:lnTo>
                  <a:lnTo>
                    <a:pt x="67" y="30"/>
                  </a:lnTo>
                  <a:lnTo>
                    <a:pt x="75" y="67"/>
                  </a:lnTo>
                  <a:lnTo>
                    <a:pt x="75" y="67"/>
                  </a:lnTo>
                  <a:lnTo>
                    <a:pt x="75" y="83"/>
                  </a:lnTo>
                  <a:lnTo>
                    <a:pt x="75" y="83"/>
                  </a:lnTo>
                  <a:lnTo>
                    <a:pt x="112" y="90"/>
                  </a:lnTo>
                  <a:lnTo>
                    <a:pt x="150" y="75"/>
                  </a:lnTo>
                  <a:lnTo>
                    <a:pt x="187" y="52"/>
                  </a:lnTo>
                  <a:lnTo>
                    <a:pt x="217" y="22"/>
                  </a:lnTo>
                  <a:lnTo>
                    <a:pt x="217" y="22"/>
                  </a:lnTo>
                  <a:lnTo>
                    <a:pt x="202" y="52"/>
                  </a:lnTo>
                  <a:lnTo>
                    <a:pt x="187" y="83"/>
                  </a:lnTo>
                  <a:lnTo>
                    <a:pt x="165" y="105"/>
                  </a:lnTo>
                  <a:lnTo>
                    <a:pt x="135" y="128"/>
                  </a:lnTo>
                  <a:lnTo>
                    <a:pt x="105" y="135"/>
                  </a:lnTo>
                  <a:lnTo>
                    <a:pt x="82" y="135"/>
                  </a:lnTo>
                  <a:lnTo>
                    <a:pt x="52" y="128"/>
                  </a:lnTo>
                  <a:lnTo>
                    <a:pt x="37" y="113"/>
                  </a:lnTo>
                  <a:lnTo>
                    <a:pt x="37" y="113"/>
                  </a:lnTo>
                  <a:lnTo>
                    <a:pt x="30" y="113"/>
                  </a:lnTo>
                  <a:lnTo>
                    <a:pt x="30" y="113"/>
                  </a:lnTo>
                  <a:lnTo>
                    <a:pt x="22" y="105"/>
                  </a:lnTo>
                  <a:lnTo>
                    <a:pt x="7" y="83"/>
                  </a:lnTo>
                  <a:lnTo>
                    <a:pt x="7" y="83"/>
                  </a:lnTo>
                  <a:lnTo>
                    <a:pt x="0" y="45"/>
                  </a:lnTo>
                  <a:lnTo>
                    <a:pt x="7" y="22"/>
                  </a:lnTo>
                  <a:lnTo>
                    <a:pt x="15" y="7"/>
                  </a:lnTo>
                  <a:lnTo>
                    <a:pt x="30" y="0"/>
                  </a:lnTo>
                  <a:lnTo>
                    <a:pt x="30" y="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65" name="Google Shape;4165;p80"/>
            <p:cNvSpPr/>
            <p:nvPr/>
          </p:nvSpPr>
          <p:spPr>
            <a:xfrm>
              <a:off x="950913" y="2211388"/>
              <a:ext cx="1633538" cy="1216025"/>
            </a:xfrm>
            <a:custGeom>
              <a:avLst/>
              <a:gdLst/>
              <a:ahLst/>
              <a:cxnLst/>
              <a:rect l="l" t="t" r="r" b="b"/>
              <a:pathLst>
                <a:path w="1029" h="766" extrusionOk="0">
                  <a:moveTo>
                    <a:pt x="316" y="278"/>
                  </a:moveTo>
                  <a:lnTo>
                    <a:pt x="316" y="278"/>
                  </a:lnTo>
                  <a:lnTo>
                    <a:pt x="391" y="210"/>
                  </a:lnTo>
                  <a:lnTo>
                    <a:pt x="466" y="150"/>
                  </a:lnTo>
                  <a:lnTo>
                    <a:pt x="534" y="98"/>
                  </a:lnTo>
                  <a:lnTo>
                    <a:pt x="601" y="60"/>
                  </a:lnTo>
                  <a:lnTo>
                    <a:pt x="661" y="38"/>
                  </a:lnTo>
                  <a:lnTo>
                    <a:pt x="722" y="15"/>
                  </a:lnTo>
                  <a:lnTo>
                    <a:pt x="774" y="0"/>
                  </a:lnTo>
                  <a:lnTo>
                    <a:pt x="827" y="0"/>
                  </a:lnTo>
                  <a:lnTo>
                    <a:pt x="872" y="0"/>
                  </a:lnTo>
                  <a:lnTo>
                    <a:pt x="909" y="8"/>
                  </a:lnTo>
                  <a:lnTo>
                    <a:pt x="939" y="23"/>
                  </a:lnTo>
                  <a:lnTo>
                    <a:pt x="969" y="38"/>
                  </a:lnTo>
                  <a:lnTo>
                    <a:pt x="992" y="60"/>
                  </a:lnTo>
                  <a:lnTo>
                    <a:pt x="1014" y="83"/>
                  </a:lnTo>
                  <a:lnTo>
                    <a:pt x="1022" y="113"/>
                  </a:lnTo>
                  <a:lnTo>
                    <a:pt x="1029" y="135"/>
                  </a:lnTo>
                  <a:lnTo>
                    <a:pt x="1029" y="135"/>
                  </a:lnTo>
                  <a:lnTo>
                    <a:pt x="1029" y="188"/>
                  </a:lnTo>
                  <a:lnTo>
                    <a:pt x="1014" y="225"/>
                  </a:lnTo>
                  <a:lnTo>
                    <a:pt x="1014" y="225"/>
                  </a:lnTo>
                  <a:lnTo>
                    <a:pt x="1014" y="188"/>
                  </a:lnTo>
                  <a:lnTo>
                    <a:pt x="1014" y="188"/>
                  </a:lnTo>
                  <a:lnTo>
                    <a:pt x="1007" y="158"/>
                  </a:lnTo>
                  <a:lnTo>
                    <a:pt x="992" y="128"/>
                  </a:lnTo>
                  <a:lnTo>
                    <a:pt x="977" y="105"/>
                  </a:lnTo>
                  <a:lnTo>
                    <a:pt x="954" y="83"/>
                  </a:lnTo>
                  <a:lnTo>
                    <a:pt x="924" y="68"/>
                  </a:lnTo>
                  <a:lnTo>
                    <a:pt x="887" y="53"/>
                  </a:lnTo>
                  <a:lnTo>
                    <a:pt x="849" y="45"/>
                  </a:lnTo>
                  <a:lnTo>
                    <a:pt x="804" y="45"/>
                  </a:lnTo>
                  <a:lnTo>
                    <a:pt x="759" y="53"/>
                  </a:lnTo>
                  <a:lnTo>
                    <a:pt x="699" y="60"/>
                  </a:lnTo>
                  <a:lnTo>
                    <a:pt x="646" y="83"/>
                  </a:lnTo>
                  <a:lnTo>
                    <a:pt x="586" y="113"/>
                  </a:lnTo>
                  <a:lnTo>
                    <a:pt x="519" y="150"/>
                  </a:lnTo>
                  <a:lnTo>
                    <a:pt x="451" y="195"/>
                  </a:lnTo>
                  <a:lnTo>
                    <a:pt x="376" y="255"/>
                  </a:lnTo>
                  <a:lnTo>
                    <a:pt x="301" y="323"/>
                  </a:lnTo>
                  <a:lnTo>
                    <a:pt x="301" y="323"/>
                  </a:lnTo>
                  <a:lnTo>
                    <a:pt x="203" y="428"/>
                  </a:lnTo>
                  <a:lnTo>
                    <a:pt x="128" y="533"/>
                  </a:lnTo>
                  <a:lnTo>
                    <a:pt x="61" y="646"/>
                  </a:lnTo>
                  <a:lnTo>
                    <a:pt x="0" y="766"/>
                  </a:lnTo>
                  <a:lnTo>
                    <a:pt x="23" y="721"/>
                  </a:lnTo>
                  <a:lnTo>
                    <a:pt x="23" y="721"/>
                  </a:lnTo>
                  <a:lnTo>
                    <a:pt x="76" y="601"/>
                  </a:lnTo>
                  <a:lnTo>
                    <a:pt x="143" y="488"/>
                  </a:lnTo>
                  <a:lnTo>
                    <a:pt x="226" y="376"/>
                  </a:lnTo>
                  <a:lnTo>
                    <a:pt x="316" y="278"/>
                  </a:lnTo>
                  <a:lnTo>
                    <a:pt x="316" y="27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66" name="Google Shape;4166;p80"/>
            <p:cNvSpPr/>
            <p:nvPr/>
          </p:nvSpPr>
          <p:spPr>
            <a:xfrm>
              <a:off x="808038" y="1484313"/>
              <a:ext cx="488950" cy="763588"/>
            </a:xfrm>
            <a:custGeom>
              <a:avLst/>
              <a:gdLst/>
              <a:ahLst/>
              <a:cxnLst/>
              <a:rect l="l" t="t" r="r" b="b"/>
              <a:pathLst>
                <a:path w="308" h="481" extrusionOk="0">
                  <a:moveTo>
                    <a:pt x="211" y="421"/>
                  </a:moveTo>
                  <a:lnTo>
                    <a:pt x="211" y="421"/>
                  </a:lnTo>
                  <a:lnTo>
                    <a:pt x="241" y="383"/>
                  </a:lnTo>
                  <a:lnTo>
                    <a:pt x="271" y="345"/>
                  </a:lnTo>
                  <a:lnTo>
                    <a:pt x="293" y="308"/>
                  </a:lnTo>
                  <a:lnTo>
                    <a:pt x="301" y="263"/>
                  </a:lnTo>
                  <a:lnTo>
                    <a:pt x="308" y="218"/>
                  </a:lnTo>
                  <a:lnTo>
                    <a:pt x="301" y="165"/>
                  </a:lnTo>
                  <a:lnTo>
                    <a:pt x="286" y="120"/>
                  </a:lnTo>
                  <a:lnTo>
                    <a:pt x="263" y="75"/>
                  </a:lnTo>
                  <a:lnTo>
                    <a:pt x="263" y="75"/>
                  </a:lnTo>
                  <a:lnTo>
                    <a:pt x="226" y="45"/>
                  </a:lnTo>
                  <a:lnTo>
                    <a:pt x="181" y="15"/>
                  </a:lnTo>
                  <a:lnTo>
                    <a:pt x="128" y="0"/>
                  </a:lnTo>
                  <a:lnTo>
                    <a:pt x="83" y="0"/>
                  </a:lnTo>
                  <a:lnTo>
                    <a:pt x="83" y="0"/>
                  </a:lnTo>
                  <a:lnTo>
                    <a:pt x="113" y="15"/>
                  </a:lnTo>
                  <a:lnTo>
                    <a:pt x="143" y="30"/>
                  </a:lnTo>
                  <a:lnTo>
                    <a:pt x="173" y="52"/>
                  </a:lnTo>
                  <a:lnTo>
                    <a:pt x="196" y="75"/>
                  </a:lnTo>
                  <a:lnTo>
                    <a:pt x="196" y="75"/>
                  </a:lnTo>
                  <a:lnTo>
                    <a:pt x="226" y="120"/>
                  </a:lnTo>
                  <a:lnTo>
                    <a:pt x="241" y="165"/>
                  </a:lnTo>
                  <a:lnTo>
                    <a:pt x="248" y="210"/>
                  </a:lnTo>
                  <a:lnTo>
                    <a:pt x="241" y="255"/>
                  </a:lnTo>
                  <a:lnTo>
                    <a:pt x="233" y="300"/>
                  </a:lnTo>
                  <a:lnTo>
                    <a:pt x="211" y="345"/>
                  </a:lnTo>
                  <a:lnTo>
                    <a:pt x="181" y="383"/>
                  </a:lnTo>
                  <a:lnTo>
                    <a:pt x="151" y="421"/>
                  </a:lnTo>
                  <a:lnTo>
                    <a:pt x="151" y="421"/>
                  </a:lnTo>
                  <a:lnTo>
                    <a:pt x="113" y="443"/>
                  </a:lnTo>
                  <a:lnTo>
                    <a:pt x="83" y="458"/>
                  </a:lnTo>
                  <a:lnTo>
                    <a:pt x="38" y="473"/>
                  </a:lnTo>
                  <a:lnTo>
                    <a:pt x="0" y="481"/>
                  </a:lnTo>
                  <a:lnTo>
                    <a:pt x="0" y="481"/>
                  </a:lnTo>
                  <a:lnTo>
                    <a:pt x="53" y="481"/>
                  </a:lnTo>
                  <a:lnTo>
                    <a:pt x="113" y="473"/>
                  </a:lnTo>
                  <a:lnTo>
                    <a:pt x="166" y="451"/>
                  </a:lnTo>
                  <a:lnTo>
                    <a:pt x="211" y="421"/>
                  </a:lnTo>
                  <a:lnTo>
                    <a:pt x="211" y="42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67" name="Google Shape;4167;p80"/>
            <p:cNvSpPr/>
            <p:nvPr/>
          </p:nvSpPr>
          <p:spPr>
            <a:xfrm>
              <a:off x="630238" y="1484313"/>
              <a:ext cx="309563" cy="452438"/>
            </a:xfrm>
            <a:custGeom>
              <a:avLst/>
              <a:gdLst/>
              <a:ahLst/>
              <a:cxnLst/>
              <a:rect l="l" t="t" r="r" b="b"/>
              <a:pathLst>
                <a:path w="195" h="285" extrusionOk="0">
                  <a:moveTo>
                    <a:pt x="165" y="255"/>
                  </a:moveTo>
                  <a:lnTo>
                    <a:pt x="165" y="255"/>
                  </a:lnTo>
                  <a:lnTo>
                    <a:pt x="165" y="240"/>
                  </a:lnTo>
                  <a:lnTo>
                    <a:pt x="150" y="225"/>
                  </a:lnTo>
                  <a:lnTo>
                    <a:pt x="127" y="218"/>
                  </a:lnTo>
                  <a:lnTo>
                    <a:pt x="105" y="218"/>
                  </a:lnTo>
                  <a:lnTo>
                    <a:pt x="105" y="218"/>
                  </a:lnTo>
                  <a:lnTo>
                    <a:pt x="67" y="210"/>
                  </a:lnTo>
                  <a:lnTo>
                    <a:pt x="45" y="195"/>
                  </a:lnTo>
                  <a:lnTo>
                    <a:pt x="45" y="195"/>
                  </a:lnTo>
                  <a:lnTo>
                    <a:pt x="45" y="150"/>
                  </a:lnTo>
                  <a:lnTo>
                    <a:pt x="52" y="113"/>
                  </a:lnTo>
                  <a:lnTo>
                    <a:pt x="75" y="67"/>
                  </a:lnTo>
                  <a:lnTo>
                    <a:pt x="105" y="37"/>
                  </a:lnTo>
                  <a:lnTo>
                    <a:pt x="105" y="37"/>
                  </a:lnTo>
                  <a:lnTo>
                    <a:pt x="150" y="15"/>
                  </a:lnTo>
                  <a:lnTo>
                    <a:pt x="195" y="0"/>
                  </a:lnTo>
                  <a:lnTo>
                    <a:pt x="195" y="0"/>
                  </a:lnTo>
                  <a:lnTo>
                    <a:pt x="150" y="0"/>
                  </a:lnTo>
                  <a:lnTo>
                    <a:pt x="112" y="0"/>
                  </a:lnTo>
                  <a:lnTo>
                    <a:pt x="82" y="15"/>
                  </a:lnTo>
                  <a:lnTo>
                    <a:pt x="45" y="37"/>
                  </a:lnTo>
                  <a:lnTo>
                    <a:pt x="45" y="37"/>
                  </a:lnTo>
                  <a:lnTo>
                    <a:pt x="22" y="67"/>
                  </a:lnTo>
                  <a:lnTo>
                    <a:pt x="7" y="98"/>
                  </a:lnTo>
                  <a:lnTo>
                    <a:pt x="0" y="128"/>
                  </a:lnTo>
                  <a:lnTo>
                    <a:pt x="0" y="150"/>
                  </a:lnTo>
                  <a:lnTo>
                    <a:pt x="7" y="180"/>
                  </a:lnTo>
                  <a:lnTo>
                    <a:pt x="22" y="203"/>
                  </a:lnTo>
                  <a:lnTo>
                    <a:pt x="45" y="240"/>
                  </a:lnTo>
                  <a:lnTo>
                    <a:pt x="45" y="240"/>
                  </a:lnTo>
                  <a:lnTo>
                    <a:pt x="67" y="263"/>
                  </a:lnTo>
                  <a:lnTo>
                    <a:pt x="97" y="278"/>
                  </a:lnTo>
                  <a:lnTo>
                    <a:pt x="97" y="278"/>
                  </a:lnTo>
                  <a:lnTo>
                    <a:pt x="127" y="285"/>
                  </a:lnTo>
                  <a:lnTo>
                    <a:pt x="150" y="278"/>
                  </a:lnTo>
                  <a:lnTo>
                    <a:pt x="157" y="270"/>
                  </a:lnTo>
                  <a:lnTo>
                    <a:pt x="165" y="255"/>
                  </a:lnTo>
                  <a:lnTo>
                    <a:pt x="165" y="25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68" name="Google Shape;4168;p80"/>
            <p:cNvSpPr/>
            <p:nvPr/>
          </p:nvSpPr>
          <p:spPr>
            <a:xfrm>
              <a:off x="260350" y="1066800"/>
              <a:ext cx="738188" cy="1181100"/>
            </a:xfrm>
            <a:custGeom>
              <a:avLst/>
              <a:gdLst/>
              <a:ahLst/>
              <a:cxnLst/>
              <a:rect l="l" t="t" r="r" b="b"/>
              <a:pathLst>
                <a:path w="465" h="744" extrusionOk="0">
                  <a:moveTo>
                    <a:pt x="142" y="90"/>
                  </a:moveTo>
                  <a:lnTo>
                    <a:pt x="142" y="90"/>
                  </a:lnTo>
                  <a:lnTo>
                    <a:pt x="82" y="143"/>
                  </a:lnTo>
                  <a:lnTo>
                    <a:pt x="45" y="203"/>
                  </a:lnTo>
                  <a:lnTo>
                    <a:pt x="15" y="270"/>
                  </a:lnTo>
                  <a:lnTo>
                    <a:pt x="0" y="346"/>
                  </a:lnTo>
                  <a:lnTo>
                    <a:pt x="0" y="413"/>
                  </a:lnTo>
                  <a:lnTo>
                    <a:pt x="7" y="481"/>
                  </a:lnTo>
                  <a:lnTo>
                    <a:pt x="37" y="548"/>
                  </a:lnTo>
                  <a:lnTo>
                    <a:pt x="75" y="608"/>
                  </a:lnTo>
                  <a:lnTo>
                    <a:pt x="75" y="608"/>
                  </a:lnTo>
                  <a:lnTo>
                    <a:pt x="97" y="638"/>
                  </a:lnTo>
                  <a:lnTo>
                    <a:pt x="127" y="668"/>
                  </a:lnTo>
                  <a:lnTo>
                    <a:pt x="195" y="706"/>
                  </a:lnTo>
                  <a:lnTo>
                    <a:pt x="233" y="721"/>
                  </a:lnTo>
                  <a:lnTo>
                    <a:pt x="270" y="736"/>
                  </a:lnTo>
                  <a:lnTo>
                    <a:pt x="308" y="744"/>
                  </a:lnTo>
                  <a:lnTo>
                    <a:pt x="345" y="744"/>
                  </a:lnTo>
                  <a:lnTo>
                    <a:pt x="345" y="744"/>
                  </a:lnTo>
                  <a:lnTo>
                    <a:pt x="293" y="729"/>
                  </a:lnTo>
                  <a:lnTo>
                    <a:pt x="240" y="706"/>
                  </a:lnTo>
                  <a:lnTo>
                    <a:pt x="195" y="676"/>
                  </a:lnTo>
                  <a:lnTo>
                    <a:pt x="158" y="631"/>
                  </a:lnTo>
                  <a:lnTo>
                    <a:pt x="158" y="631"/>
                  </a:lnTo>
                  <a:lnTo>
                    <a:pt x="120" y="571"/>
                  </a:lnTo>
                  <a:lnTo>
                    <a:pt x="90" y="503"/>
                  </a:lnTo>
                  <a:lnTo>
                    <a:pt x="82" y="436"/>
                  </a:lnTo>
                  <a:lnTo>
                    <a:pt x="82" y="361"/>
                  </a:lnTo>
                  <a:lnTo>
                    <a:pt x="97" y="293"/>
                  </a:lnTo>
                  <a:lnTo>
                    <a:pt x="127" y="225"/>
                  </a:lnTo>
                  <a:lnTo>
                    <a:pt x="165" y="165"/>
                  </a:lnTo>
                  <a:lnTo>
                    <a:pt x="225" y="113"/>
                  </a:lnTo>
                  <a:lnTo>
                    <a:pt x="225" y="113"/>
                  </a:lnTo>
                  <a:lnTo>
                    <a:pt x="285" y="68"/>
                  </a:lnTo>
                  <a:lnTo>
                    <a:pt x="345" y="38"/>
                  </a:lnTo>
                  <a:lnTo>
                    <a:pt x="405" y="15"/>
                  </a:lnTo>
                  <a:lnTo>
                    <a:pt x="465" y="8"/>
                  </a:lnTo>
                  <a:lnTo>
                    <a:pt x="465" y="8"/>
                  </a:lnTo>
                  <a:lnTo>
                    <a:pt x="383" y="0"/>
                  </a:lnTo>
                  <a:lnTo>
                    <a:pt x="300" y="15"/>
                  </a:lnTo>
                  <a:lnTo>
                    <a:pt x="263" y="23"/>
                  </a:lnTo>
                  <a:lnTo>
                    <a:pt x="218" y="38"/>
                  </a:lnTo>
                  <a:lnTo>
                    <a:pt x="180" y="60"/>
                  </a:lnTo>
                  <a:lnTo>
                    <a:pt x="142" y="90"/>
                  </a:lnTo>
                  <a:lnTo>
                    <a:pt x="142" y="9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69" name="Google Shape;4169;p80"/>
            <p:cNvSpPr/>
            <p:nvPr/>
          </p:nvSpPr>
          <p:spPr>
            <a:xfrm>
              <a:off x="665163" y="1079500"/>
              <a:ext cx="1073150" cy="3756025"/>
            </a:xfrm>
            <a:custGeom>
              <a:avLst/>
              <a:gdLst/>
              <a:ahLst/>
              <a:cxnLst/>
              <a:rect l="l" t="t" r="r" b="b"/>
              <a:pathLst>
                <a:path w="676" h="2366" extrusionOk="0">
                  <a:moveTo>
                    <a:pt x="676" y="413"/>
                  </a:moveTo>
                  <a:lnTo>
                    <a:pt x="676" y="413"/>
                  </a:lnTo>
                  <a:lnTo>
                    <a:pt x="676" y="473"/>
                  </a:lnTo>
                  <a:lnTo>
                    <a:pt x="669" y="525"/>
                  </a:lnTo>
                  <a:lnTo>
                    <a:pt x="661" y="578"/>
                  </a:lnTo>
                  <a:lnTo>
                    <a:pt x="646" y="630"/>
                  </a:lnTo>
                  <a:lnTo>
                    <a:pt x="601" y="736"/>
                  </a:lnTo>
                  <a:lnTo>
                    <a:pt x="548" y="841"/>
                  </a:lnTo>
                  <a:lnTo>
                    <a:pt x="488" y="946"/>
                  </a:lnTo>
                  <a:lnTo>
                    <a:pt x="421" y="1051"/>
                  </a:lnTo>
                  <a:lnTo>
                    <a:pt x="346" y="1164"/>
                  </a:lnTo>
                  <a:lnTo>
                    <a:pt x="271" y="1291"/>
                  </a:lnTo>
                  <a:lnTo>
                    <a:pt x="271" y="1291"/>
                  </a:lnTo>
                  <a:lnTo>
                    <a:pt x="218" y="1389"/>
                  </a:lnTo>
                  <a:lnTo>
                    <a:pt x="165" y="1487"/>
                  </a:lnTo>
                  <a:lnTo>
                    <a:pt x="135" y="1584"/>
                  </a:lnTo>
                  <a:lnTo>
                    <a:pt x="105" y="1682"/>
                  </a:lnTo>
                  <a:lnTo>
                    <a:pt x="90" y="1772"/>
                  </a:lnTo>
                  <a:lnTo>
                    <a:pt x="75" y="1862"/>
                  </a:lnTo>
                  <a:lnTo>
                    <a:pt x="68" y="1945"/>
                  </a:lnTo>
                  <a:lnTo>
                    <a:pt x="68" y="2028"/>
                  </a:lnTo>
                  <a:lnTo>
                    <a:pt x="83" y="2163"/>
                  </a:lnTo>
                  <a:lnTo>
                    <a:pt x="98" y="2268"/>
                  </a:lnTo>
                  <a:lnTo>
                    <a:pt x="120" y="2366"/>
                  </a:lnTo>
                  <a:lnTo>
                    <a:pt x="120" y="2366"/>
                  </a:lnTo>
                  <a:lnTo>
                    <a:pt x="83" y="2290"/>
                  </a:lnTo>
                  <a:lnTo>
                    <a:pt x="53" y="2208"/>
                  </a:lnTo>
                  <a:lnTo>
                    <a:pt x="23" y="2095"/>
                  </a:lnTo>
                  <a:lnTo>
                    <a:pt x="15" y="2028"/>
                  </a:lnTo>
                  <a:lnTo>
                    <a:pt x="8" y="1960"/>
                  </a:lnTo>
                  <a:lnTo>
                    <a:pt x="0" y="1885"/>
                  </a:lnTo>
                  <a:lnTo>
                    <a:pt x="8" y="1802"/>
                  </a:lnTo>
                  <a:lnTo>
                    <a:pt x="15" y="1720"/>
                  </a:lnTo>
                  <a:lnTo>
                    <a:pt x="38" y="1637"/>
                  </a:lnTo>
                  <a:lnTo>
                    <a:pt x="68" y="1547"/>
                  </a:lnTo>
                  <a:lnTo>
                    <a:pt x="105" y="1457"/>
                  </a:lnTo>
                  <a:lnTo>
                    <a:pt x="105" y="1457"/>
                  </a:lnTo>
                  <a:lnTo>
                    <a:pt x="210" y="1276"/>
                  </a:lnTo>
                  <a:lnTo>
                    <a:pt x="308" y="1096"/>
                  </a:lnTo>
                  <a:lnTo>
                    <a:pt x="413" y="923"/>
                  </a:lnTo>
                  <a:lnTo>
                    <a:pt x="496" y="758"/>
                  </a:lnTo>
                  <a:lnTo>
                    <a:pt x="533" y="676"/>
                  </a:lnTo>
                  <a:lnTo>
                    <a:pt x="556" y="600"/>
                  </a:lnTo>
                  <a:lnTo>
                    <a:pt x="579" y="525"/>
                  </a:lnTo>
                  <a:lnTo>
                    <a:pt x="586" y="450"/>
                  </a:lnTo>
                  <a:lnTo>
                    <a:pt x="579" y="383"/>
                  </a:lnTo>
                  <a:lnTo>
                    <a:pt x="563" y="307"/>
                  </a:lnTo>
                  <a:lnTo>
                    <a:pt x="533" y="247"/>
                  </a:lnTo>
                  <a:lnTo>
                    <a:pt x="488" y="180"/>
                  </a:lnTo>
                  <a:lnTo>
                    <a:pt x="488" y="180"/>
                  </a:lnTo>
                  <a:lnTo>
                    <a:pt x="428" y="112"/>
                  </a:lnTo>
                  <a:lnTo>
                    <a:pt x="353" y="52"/>
                  </a:lnTo>
                  <a:lnTo>
                    <a:pt x="323" y="30"/>
                  </a:lnTo>
                  <a:lnTo>
                    <a:pt x="286" y="15"/>
                  </a:lnTo>
                  <a:lnTo>
                    <a:pt x="248" y="7"/>
                  </a:lnTo>
                  <a:lnTo>
                    <a:pt x="210" y="0"/>
                  </a:lnTo>
                  <a:lnTo>
                    <a:pt x="210" y="0"/>
                  </a:lnTo>
                  <a:lnTo>
                    <a:pt x="256" y="0"/>
                  </a:lnTo>
                  <a:lnTo>
                    <a:pt x="308" y="0"/>
                  </a:lnTo>
                  <a:lnTo>
                    <a:pt x="353" y="15"/>
                  </a:lnTo>
                  <a:lnTo>
                    <a:pt x="406" y="37"/>
                  </a:lnTo>
                  <a:lnTo>
                    <a:pt x="458" y="60"/>
                  </a:lnTo>
                  <a:lnTo>
                    <a:pt x="503" y="90"/>
                  </a:lnTo>
                  <a:lnTo>
                    <a:pt x="548" y="135"/>
                  </a:lnTo>
                  <a:lnTo>
                    <a:pt x="586" y="180"/>
                  </a:lnTo>
                  <a:lnTo>
                    <a:pt x="586" y="180"/>
                  </a:lnTo>
                  <a:lnTo>
                    <a:pt x="616" y="225"/>
                  </a:lnTo>
                  <a:lnTo>
                    <a:pt x="646" y="277"/>
                  </a:lnTo>
                  <a:lnTo>
                    <a:pt x="669" y="345"/>
                  </a:lnTo>
                  <a:lnTo>
                    <a:pt x="676" y="413"/>
                  </a:lnTo>
                  <a:lnTo>
                    <a:pt x="676" y="41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70" name="Google Shape;4170;p80"/>
            <p:cNvSpPr/>
            <p:nvPr/>
          </p:nvSpPr>
          <p:spPr>
            <a:xfrm>
              <a:off x="1022350" y="2998788"/>
              <a:ext cx="1955800" cy="1490663"/>
            </a:xfrm>
            <a:custGeom>
              <a:avLst/>
              <a:gdLst/>
              <a:ahLst/>
              <a:cxnLst/>
              <a:rect l="l" t="t" r="r" b="b"/>
              <a:pathLst>
                <a:path w="1232" h="939" extrusionOk="0">
                  <a:moveTo>
                    <a:pt x="0" y="698"/>
                  </a:moveTo>
                  <a:lnTo>
                    <a:pt x="0" y="698"/>
                  </a:lnTo>
                  <a:lnTo>
                    <a:pt x="8" y="623"/>
                  </a:lnTo>
                  <a:lnTo>
                    <a:pt x="16" y="556"/>
                  </a:lnTo>
                  <a:lnTo>
                    <a:pt x="38" y="488"/>
                  </a:lnTo>
                  <a:lnTo>
                    <a:pt x="61" y="428"/>
                  </a:lnTo>
                  <a:lnTo>
                    <a:pt x="91" y="360"/>
                  </a:lnTo>
                  <a:lnTo>
                    <a:pt x="128" y="300"/>
                  </a:lnTo>
                  <a:lnTo>
                    <a:pt x="166" y="248"/>
                  </a:lnTo>
                  <a:lnTo>
                    <a:pt x="211" y="195"/>
                  </a:lnTo>
                  <a:lnTo>
                    <a:pt x="256" y="150"/>
                  </a:lnTo>
                  <a:lnTo>
                    <a:pt x="308" y="112"/>
                  </a:lnTo>
                  <a:lnTo>
                    <a:pt x="369" y="75"/>
                  </a:lnTo>
                  <a:lnTo>
                    <a:pt x="429" y="45"/>
                  </a:lnTo>
                  <a:lnTo>
                    <a:pt x="489" y="22"/>
                  </a:lnTo>
                  <a:lnTo>
                    <a:pt x="556" y="7"/>
                  </a:lnTo>
                  <a:lnTo>
                    <a:pt x="624" y="0"/>
                  </a:lnTo>
                  <a:lnTo>
                    <a:pt x="692" y="0"/>
                  </a:lnTo>
                  <a:lnTo>
                    <a:pt x="692" y="0"/>
                  </a:lnTo>
                  <a:lnTo>
                    <a:pt x="744" y="7"/>
                  </a:lnTo>
                  <a:lnTo>
                    <a:pt x="789" y="15"/>
                  </a:lnTo>
                  <a:lnTo>
                    <a:pt x="834" y="30"/>
                  </a:lnTo>
                  <a:lnTo>
                    <a:pt x="879" y="52"/>
                  </a:lnTo>
                  <a:lnTo>
                    <a:pt x="969" y="105"/>
                  </a:lnTo>
                  <a:lnTo>
                    <a:pt x="1045" y="165"/>
                  </a:lnTo>
                  <a:lnTo>
                    <a:pt x="1112" y="240"/>
                  </a:lnTo>
                  <a:lnTo>
                    <a:pt x="1165" y="330"/>
                  </a:lnTo>
                  <a:lnTo>
                    <a:pt x="1210" y="420"/>
                  </a:lnTo>
                  <a:lnTo>
                    <a:pt x="1232" y="511"/>
                  </a:lnTo>
                  <a:lnTo>
                    <a:pt x="1232" y="511"/>
                  </a:lnTo>
                  <a:lnTo>
                    <a:pt x="1202" y="428"/>
                  </a:lnTo>
                  <a:lnTo>
                    <a:pt x="1165" y="353"/>
                  </a:lnTo>
                  <a:lnTo>
                    <a:pt x="1112" y="285"/>
                  </a:lnTo>
                  <a:lnTo>
                    <a:pt x="1052" y="225"/>
                  </a:lnTo>
                  <a:lnTo>
                    <a:pt x="977" y="180"/>
                  </a:lnTo>
                  <a:lnTo>
                    <a:pt x="902" y="143"/>
                  </a:lnTo>
                  <a:lnTo>
                    <a:pt x="819" y="112"/>
                  </a:lnTo>
                  <a:lnTo>
                    <a:pt x="729" y="105"/>
                  </a:lnTo>
                  <a:lnTo>
                    <a:pt x="729" y="105"/>
                  </a:lnTo>
                  <a:lnTo>
                    <a:pt x="661" y="97"/>
                  </a:lnTo>
                  <a:lnTo>
                    <a:pt x="594" y="105"/>
                  </a:lnTo>
                  <a:lnTo>
                    <a:pt x="526" y="120"/>
                  </a:lnTo>
                  <a:lnTo>
                    <a:pt x="459" y="143"/>
                  </a:lnTo>
                  <a:lnTo>
                    <a:pt x="399" y="165"/>
                  </a:lnTo>
                  <a:lnTo>
                    <a:pt x="338" y="195"/>
                  </a:lnTo>
                  <a:lnTo>
                    <a:pt x="286" y="233"/>
                  </a:lnTo>
                  <a:lnTo>
                    <a:pt x="233" y="270"/>
                  </a:lnTo>
                  <a:lnTo>
                    <a:pt x="188" y="315"/>
                  </a:lnTo>
                  <a:lnTo>
                    <a:pt x="143" y="368"/>
                  </a:lnTo>
                  <a:lnTo>
                    <a:pt x="106" y="420"/>
                  </a:lnTo>
                  <a:lnTo>
                    <a:pt x="76" y="481"/>
                  </a:lnTo>
                  <a:lnTo>
                    <a:pt x="53" y="541"/>
                  </a:lnTo>
                  <a:lnTo>
                    <a:pt x="31" y="608"/>
                  </a:lnTo>
                  <a:lnTo>
                    <a:pt x="16" y="676"/>
                  </a:lnTo>
                  <a:lnTo>
                    <a:pt x="8" y="743"/>
                  </a:lnTo>
                  <a:lnTo>
                    <a:pt x="8" y="743"/>
                  </a:lnTo>
                  <a:lnTo>
                    <a:pt x="8" y="841"/>
                  </a:lnTo>
                  <a:lnTo>
                    <a:pt x="23" y="939"/>
                  </a:lnTo>
                  <a:lnTo>
                    <a:pt x="23" y="939"/>
                  </a:lnTo>
                  <a:lnTo>
                    <a:pt x="0" y="819"/>
                  </a:lnTo>
                  <a:lnTo>
                    <a:pt x="0" y="758"/>
                  </a:lnTo>
                  <a:lnTo>
                    <a:pt x="0" y="698"/>
                  </a:lnTo>
                  <a:lnTo>
                    <a:pt x="0" y="69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71" name="Google Shape;4171;p80"/>
            <p:cNvSpPr/>
            <p:nvPr/>
          </p:nvSpPr>
          <p:spPr>
            <a:xfrm>
              <a:off x="1751013" y="3810000"/>
              <a:ext cx="1263650" cy="1001713"/>
            </a:xfrm>
            <a:custGeom>
              <a:avLst/>
              <a:gdLst/>
              <a:ahLst/>
              <a:cxnLst/>
              <a:rect l="l" t="t" r="r" b="b"/>
              <a:pathLst>
                <a:path w="796" h="631" extrusionOk="0">
                  <a:moveTo>
                    <a:pt x="360" y="631"/>
                  </a:moveTo>
                  <a:lnTo>
                    <a:pt x="360" y="631"/>
                  </a:lnTo>
                  <a:lnTo>
                    <a:pt x="293" y="615"/>
                  </a:lnTo>
                  <a:lnTo>
                    <a:pt x="225" y="585"/>
                  </a:lnTo>
                  <a:lnTo>
                    <a:pt x="157" y="548"/>
                  </a:lnTo>
                  <a:lnTo>
                    <a:pt x="97" y="495"/>
                  </a:lnTo>
                  <a:lnTo>
                    <a:pt x="52" y="435"/>
                  </a:lnTo>
                  <a:lnTo>
                    <a:pt x="37" y="398"/>
                  </a:lnTo>
                  <a:lnTo>
                    <a:pt x="22" y="360"/>
                  </a:lnTo>
                  <a:lnTo>
                    <a:pt x="7" y="323"/>
                  </a:lnTo>
                  <a:lnTo>
                    <a:pt x="0" y="277"/>
                  </a:lnTo>
                  <a:lnTo>
                    <a:pt x="0" y="240"/>
                  </a:lnTo>
                  <a:lnTo>
                    <a:pt x="7" y="195"/>
                  </a:lnTo>
                  <a:lnTo>
                    <a:pt x="7" y="195"/>
                  </a:lnTo>
                  <a:lnTo>
                    <a:pt x="22" y="142"/>
                  </a:lnTo>
                  <a:lnTo>
                    <a:pt x="37" y="105"/>
                  </a:lnTo>
                  <a:lnTo>
                    <a:pt x="60" y="82"/>
                  </a:lnTo>
                  <a:lnTo>
                    <a:pt x="82" y="67"/>
                  </a:lnTo>
                  <a:lnTo>
                    <a:pt x="105" y="67"/>
                  </a:lnTo>
                  <a:lnTo>
                    <a:pt x="127" y="67"/>
                  </a:lnTo>
                  <a:lnTo>
                    <a:pt x="142" y="75"/>
                  </a:lnTo>
                  <a:lnTo>
                    <a:pt x="165" y="82"/>
                  </a:lnTo>
                  <a:lnTo>
                    <a:pt x="165" y="82"/>
                  </a:lnTo>
                  <a:lnTo>
                    <a:pt x="187" y="112"/>
                  </a:lnTo>
                  <a:lnTo>
                    <a:pt x="195" y="135"/>
                  </a:lnTo>
                  <a:lnTo>
                    <a:pt x="202" y="157"/>
                  </a:lnTo>
                  <a:lnTo>
                    <a:pt x="195" y="180"/>
                  </a:lnTo>
                  <a:lnTo>
                    <a:pt x="187" y="202"/>
                  </a:lnTo>
                  <a:lnTo>
                    <a:pt x="172" y="225"/>
                  </a:lnTo>
                  <a:lnTo>
                    <a:pt x="150" y="255"/>
                  </a:lnTo>
                  <a:lnTo>
                    <a:pt x="150" y="255"/>
                  </a:lnTo>
                  <a:lnTo>
                    <a:pt x="127" y="285"/>
                  </a:lnTo>
                  <a:lnTo>
                    <a:pt x="105" y="308"/>
                  </a:lnTo>
                  <a:lnTo>
                    <a:pt x="90" y="360"/>
                  </a:lnTo>
                  <a:lnTo>
                    <a:pt x="82" y="405"/>
                  </a:lnTo>
                  <a:lnTo>
                    <a:pt x="90" y="420"/>
                  </a:lnTo>
                  <a:lnTo>
                    <a:pt x="97" y="435"/>
                  </a:lnTo>
                  <a:lnTo>
                    <a:pt x="97" y="435"/>
                  </a:lnTo>
                  <a:lnTo>
                    <a:pt x="142" y="480"/>
                  </a:lnTo>
                  <a:lnTo>
                    <a:pt x="195" y="510"/>
                  </a:lnTo>
                  <a:lnTo>
                    <a:pt x="255" y="525"/>
                  </a:lnTo>
                  <a:lnTo>
                    <a:pt x="323" y="533"/>
                  </a:lnTo>
                  <a:lnTo>
                    <a:pt x="323" y="533"/>
                  </a:lnTo>
                  <a:lnTo>
                    <a:pt x="368" y="540"/>
                  </a:lnTo>
                  <a:lnTo>
                    <a:pt x="413" y="533"/>
                  </a:lnTo>
                  <a:lnTo>
                    <a:pt x="495" y="510"/>
                  </a:lnTo>
                  <a:lnTo>
                    <a:pt x="571" y="480"/>
                  </a:lnTo>
                  <a:lnTo>
                    <a:pt x="638" y="428"/>
                  </a:lnTo>
                  <a:lnTo>
                    <a:pt x="698" y="368"/>
                  </a:lnTo>
                  <a:lnTo>
                    <a:pt x="736" y="293"/>
                  </a:lnTo>
                  <a:lnTo>
                    <a:pt x="766" y="210"/>
                  </a:lnTo>
                  <a:lnTo>
                    <a:pt x="781" y="172"/>
                  </a:lnTo>
                  <a:lnTo>
                    <a:pt x="781" y="127"/>
                  </a:lnTo>
                  <a:lnTo>
                    <a:pt x="781" y="127"/>
                  </a:lnTo>
                  <a:lnTo>
                    <a:pt x="781" y="60"/>
                  </a:lnTo>
                  <a:lnTo>
                    <a:pt x="773" y="0"/>
                  </a:lnTo>
                  <a:lnTo>
                    <a:pt x="773" y="0"/>
                  </a:lnTo>
                  <a:lnTo>
                    <a:pt x="788" y="82"/>
                  </a:lnTo>
                  <a:lnTo>
                    <a:pt x="796" y="172"/>
                  </a:lnTo>
                  <a:lnTo>
                    <a:pt x="796" y="172"/>
                  </a:lnTo>
                  <a:lnTo>
                    <a:pt x="781" y="262"/>
                  </a:lnTo>
                  <a:lnTo>
                    <a:pt x="751" y="353"/>
                  </a:lnTo>
                  <a:lnTo>
                    <a:pt x="713" y="428"/>
                  </a:lnTo>
                  <a:lnTo>
                    <a:pt x="661" y="495"/>
                  </a:lnTo>
                  <a:lnTo>
                    <a:pt x="601" y="555"/>
                  </a:lnTo>
                  <a:lnTo>
                    <a:pt x="563" y="578"/>
                  </a:lnTo>
                  <a:lnTo>
                    <a:pt x="533" y="600"/>
                  </a:lnTo>
                  <a:lnTo>
                    <a:pt x="488" y="615"/>
                  </a:lnTo>
                  <a:lnTo>
                    <a:pt x="450" y="623"/>
                  </a:lnTo>
                  <a:lnTo>
                    <a:pt x="405" y="631"/>
                  </a:lnTo>
                  <a:lnTo>
                    <a:pt x="360" y="631"/>
                  </a:lnTo>
                  <a:lnTo>
                    <a:pt x="360" y="63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72" name="Google Shape;4172;p80"/>
            <p:cNvSpPr/>
            <p:nvPr/>
          </p:nvSpPr>
          <p:spPr>
            <a:xfrm>
              <a:off x="1058863" y="3440113"/>
              <a:ext cx="3063875" cy="2276475"/>
            </a:xfrm>
            <a:custGeom>
              <a:avLst/>
              <a:gdLst/>
              <a:ahLst/>
              <a:cxnLst/>
              <a:rect l="l" t="t" r="r" b="b"/>
              <a:pathLst>
                <a:path w="1930" h="1434" extrusionOk="0">
                  <a:moveTo>
                    <a:pt x="819" y="1434"/>
                  </a:moveTo>
                  <a:lnTo>
                    <a:pt x="819" y="1434"/>
                  </a:lnTo>
                  <a:lnTo>
                    <a:pt x="744" y="1427"/>
                  </a:lnTo>
                  <a:lnTo>
                    <a:pt x="669" y="1412"/>
                  </a:lnTo>
                  <a:lnTo>
                    <a:pt x="601" y="1389"/>
                  </a:lnTo>
                  <a:lnTo>
                    <a:pt x="526" y="1359"/>
                  </a:lnTo>
                  <a:lnTo>
                    <a:pt x="466" y="1322"/>
                  </a:lnTo>
                  <a:lnTo>
                    <a:pt x="398" y="1284"/>
                  </a:lnTo>
                  <a:lnTo>
                    <a:pt x="338" y="1239"/>
                  </a:lnTo>
                  <a:lnTo>
                    <a:pt x="285" y="1186"/>
                  </a:lnTo>
                  <a:lnTo>
                    <a:pt x="233" y="1134"/>
                  </a:lnTo>
                  <a:lnTo>
                    <a:pt x="180" y="1074"/>
                  </a:lnTo>
                  <a:lnTo>
                    <a:pt x="135" y="1006"/>
                  </a:lnTo>
                  <a:lnTo>
                    <a:pt x="98" y="946"/>
                  </a:lnTo>
                  <a:lnTo>
                    <a:pt x="68" y="879"/>
                  </a:lnTo>
                  <a:lnTo>
                    <a:pt x="38" y="803"/>
                  </a:lnTo>
                  <a:lnTo>
                    <a:pt x="15" y="736"/>
                  </a:lnTo>
                  <a:lnTo>
                    <a:pt x="0" y="661"/>
                  </a:lnTo>
                  <a:lnTo>
                    <a:pt x="0" y="661"/>
                  </a:lnTo>
                  <a:lnTo>
                    <a:pt x="15" y="728"/>
                  </a:lnTo>
                  <a:lnTo>
                    <a:pt x="45" y="796"/>
                  </a:lnTo>
                  <a:lnTo>
                    <a:pt x="68" y="856"/>
                  </a:lnTo>
                  <a:lnTo>
                    <a:pt x="105" y="916"/>
                  </a:lnTo>
                  <a:lnTo>
                    <a:pt x="143" y="969"/>
                  </a:lnTo>
                  <a:lnTo>
                    <a:pt x="188" y="1029"/>
                  </a:lnTo>
                  <a:lnTo>
                    <a:pt x="233" y="1074"/>
                  </a:lnTo>
                  <a:lnTo>
                    <a:pt x="278" y="1119"/>
                  </a:lnTo>
                  <a:lnTo>
                    <a:pt x="338" y="1164"/>
                  </a:lnTo>
                  <a:lnTo>
                    <a:pt x="391" y="1202"/>
                  </a:lnTo>
                  <a:lnTo>
                    <a:pt x="451" y="1239"/>
                  </a:lnTo>
                  <a:lnTo>
                    <a:pt x="518" y="1262"/>
                  </a:lnTo>
                  <a:lnTo>
                    <a:pt x="578" y="1292"/>
                  </a:lnTo>
                  <a:lnTo>
                    <a:pt x="646" y="1307"/>
                  </a:lnTo>
                  <a:lnTo>
                    <a:pt x="721" y="1322"/>
                  </a:lnTo>
                  <a:lnTo>
                    <a:pt x="789" y="1329"/>
                  </a:lnTo>
                  <a:lnTo>
                    <a:pt x="789" y="1329"/>
                  </a:lnTo>
                  <a:lnTo>
                    <a:pt x="901" y="1329"/>
                  </a:lnTo>
                  <a:lnTo>
                    <a:pt x="1007" y="1322"/>
                  </a:lnTo>
                  <a:lnTo>
                    <a:pt x="1112" y="1299"/>
                  </a:lnTo>
                  <a:lnTo>
                    <a:pt x="1217" y="1269"/>
                  </a:lnTo>
                  <a:lnTo>
                    <a:pt x="1307" y="1232"/>
                  </a:lnTo>
                  <a:lnTo>
                    <a:pt x="1397" y="1179"/>
                  </a:lnTo>
                  <a:lnTo>
                    <a:pt x="1487" y="1126"/>
                  </a:lnTo>
                  <a:lnTo>
                    <a:pt x="1562" y="1059"/>
                  </a:lnTo>
                  <a:lnTo>
                    <a:pt x="1637" y="991"/>
                  </a:lnTo>
                  <a:lnTo>
                    <a:pt x="1705" y="909"/>
                  </a:lnTo>
                  <a:lnTo>
                    <a:pt x="1765" y="826"/>
                  </a:lnTo>
                  <a:lnTo>
                    <a:pt x="1810" y="736"/>
                  </a:lnTo>
                  <a:lnTo>
                    <a:pt x="1855" y="638"/>
                  </a:lnTo>
                  <a:lnTo>
                    <a:pt x="1885" y="541"/>
                  </a:lnTo>
                  <a:lnTo>
                    <a:pt x="1908" y="435"/>
                  </a:lnTo>
                  <a:lnTo>
                    <a:pt x="1915" y="323"/>
                  </a:lnTo>
                  <a:lnTo>
                    <a:pt x="1915" y="323"/>
                  </a:lnTo>
                  <a:lnTo>
                    <a:pt x="1915" y="240"/>
                  </a:lnTo>
                  <a:lnTo>
                    <a:pt x="1915" y="157"/>
                  </a:lnTo>
                  <a:lnTo>
                    <a:pt x="1908" y="82"/>
                  </a:lnTo>
                  <a:lnTo>
                    <a:pt x="1893" y="0"/>
                  </a:lnTo>
                  <a:lnTo>
                    <a:pt x="1893" y="0"/>
                  </a:lnTo>
                  <a:lnTo>
                    <a:pt x="1915" y="90"/>
                  </a:lnTo>
                  <a:lnTo>
                    <a:pt x="1923" y="180"/>
                  </a:lnTo>
                  <a:lnTo>
                    <a:pt x="1930" y="278"/>
                  </a:lnTo>
                  <a:lnTo>
                    <a:pt x="1930" y="375"/>
                  </a:lnTo>
                  <a:lnTo>
                    <a:pt x="1930" y="375"/>
                  </a:lnTo>
                  <a:lnTo>
                    <a:pt x="1915" y="480"/>
                  </a:lnTo>
                  <a:lnTo>
                    <a:pt x="1893" y="586"/>
                  </a:lnTo>
                  <a:lnTo>
                    <a:pt x="1863" y="691"/>
                  </a:lnTo>
                  <a:lnTo>
                    <a:pt x="1818" y="796"/>
                  </a:lnTo>
                  <a:lnTo>
                    <a:pt x="1773" y="886"/>
                  </a:lnTo>
                  <a:lnTo>
                    <a:pt x="1713" y="976"/>
                  </a:lnTo>
                  <a:lnTo>
                    <a:pt x="1653" y="1059"/>
                  </a:lnTo>
                  <a:lnTo>
                    <a:pt x="1577" y="1141"/>
                  </a:lnTo>
                  <a:lnTo>
                    <a:pt x="1502" y="1209"/>
                  </a:lnTo>
                  <a:lnTo>
                    <a:pt x="1420" y="1269"/>
                  </a:lnTo>
                  <a:lnTo>
                    <a:pt x="1330" y="1322"/>
                  </a:lnTo>
                  <a:lnTo>
                    <a:pt x="1239" y="1367"/>
                  </a:lnTo>
                  <a:lnTo>
                    <a:pt x="1142" y="1397"/>
                  </a:lnTo>
                  <a:lnTo>
                    <a:pt x="1037" y="1419"/>
                  </a:lnTo>
                  <a:lnTo>
                    <a:pt x="931" y="1434"/>
                  </a:lnTo>
                  <a:lnTo>
                    <a:pt x="819" y="1434"/>
                  </a:lnTo>
                  <a:lnTo>
                    <a:pt x="819" y="1434"/>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73" name="Google Shape;4173;p80"/>
            <p:cNvSpPr/>
            <p:nvPr/>
          </p:nvSpPr>
          <p:spPr>
            <a:xfrm>
              <a:off x="2000250" y="3749675"/>
              <a:ext cx="311150" cy="298450"/>
            </a:xfrm>
            <a:custGeom>
              <a:avLst/>
              <a:gdLst/>
              <a:ahLst/>
              <a:cxnLst/>
              <a:rect l="l" t="t" r="r" b="b"/>
              <a:pathLst>
                <a:path w="196" h="188" extrusionOk="0">
                  <a:moveTo>
                    <a:pt x="166" y="38"/>
                  </a:moveTo>
                  <a:lnTo>
                    <a:pt x="166" y="38"/>
                  </a:lnTo>
                  <a:lnTo>
                    <a:pt x="188" y="60"/>
                  </a:lnTo>
                  <a:lnTo>
                    <a:pt x="196" y="90"/>
                  </a:lnTo>
                  <a:lnTo>
                    <a:pt x="188" y="113"/>
                  </a:lnTo>
                  <a:lnTo>
                    <a:pt x="181" y="143"/>
                  </a:lnTo>
                  <a:lnTo>
                    <a:pt x="166" y="165"/>
                  </a:lnTo>
                  <a:lnTo>
                    <a:pt x="151" y="180"/>
                  </a:lnTo>
                  <a:lnTo>
                    <a:pt x="128" y="188"/>
                  </a:lnTo>
                  <a:lnTo>
                    <a:pt x="98" y="188"/>
                  </a:lnTo>
                  <a:lnTo>
                    <a:pt x="98" y="188"/>
                  </a:lnTo>
                  <a:lnTo>
                    <a:pt x="128" y="165"/>
                  </a:lnTo>
                  <a:lnTo>
                    <a:pt x="143" y="128"/>
                  </a:lnTo>
                  <a:lnTo>
                    <a:pt x="143" y="105"/>
                  </a:lnTo>
                  <a:lnTo>
                    <a:pt x="143" y="90"/>
                  </a:lnTo>
                  <a:lnTo>
                    <a:pt x="136" y="68"/>
                  </a:lnTo>
                  <a:lnTo>
                    <a:pt x="121" y="45"/>
                  </a:lnTo>
                  <a:lnTo>
                    <a:pt x="121" y="45"/>
                  </a:lnTo>
                  <a:lnTo>
                    <a:pt x="98" y="30"/>
                  </a:lnTo>
                  <a:lnTo>
                    <a:pt x="68" y="23"/>
                  </a:lnTo>
                  <a:lnTo>
                    <a:pt x="38" y="15"/>
                  </a:lnTo>
                  <a:lnTo>
                    <a:pt x="0" y="15"/>
                  </a:lnTo>
                  <a:lnTo>
                    <a:pt x="0" y="15"/>
                  </a:lnTo>
                  <a:lnTo>
                    <a:pt x="53" y="0"/>
                  </a:lnTo>
                  <a:lnTo>
                    <a:pt x="98" y="0"/>
                  </a:lnTo>
                  <a:lnTo>
                    <a:pt x="136" y="15"/>
                  </a:lnTo>
                  <a:lnTo>
                    <a:pt x="166" y="38"/>
                  </a:lnTo>
                  <a:lnTo>
                    <a:pt x="166" y="3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74" name="Google Shape;4174;p80"/>
            <p:cNvSpPr/>
            <p:nvPr/>
          </p:nvSpPr>
          <p:spPr>
            <a:xfrm>
              <a:off x="3194050" y="5848350"/>
              <a:ext cx="249238" cy="238125"/>
            </a:xfrm>
            <a:custGeom>
              <a:avLst/>
              <a:gdLst/>
              <a:ahLst/>
              <a:cxnLst/>
              <a:rect l="l" t="t" r="r" b="b"/>
              <a:pathLst>
                <a:path w="157" h="150" extrusionOk="0">
                  <a:moveTo>
                    <a:pt x="22" y="23"/>
                  </a:moveTo>
                  <a:lnTo>
                    <a:pt x="22" y="23"/>
                  </a:lnTo>
                  <a:lnTo>
                    <a:pt x="7" y="45"/>
                  </a:lnTo>
                  <a:lnTo>
                    <a:pt x="0" y="68"/>
                  </a:lnTo>
                  <a:lnTo>
                    <a:pt x="0" y="90"/>
                  </a:lnTo>
                  <a:lnTo>
                    <a:pt x="7" y="113"/>
                  </a:lnTo>
                  <a:lnTo>
                    <a:pt x="15" y="128"/>
                  </a:lnTo>
                  <a:lnTo>
                    <a:pt x="30" y="143"/>
                  </a:lnTo>
                  <a:lnTo>
                    <a:pt x="52" y="150"/>
                  </a:lnTo>
                  <a:lnTo>
                    <a:pt x="67" y="150"/>
                  </a:lnTo>
                  <a:lnTo>
                    <a:pt x="67" y="150"/>
                  </a:lnTo>
                  <a:lnTo>
                    <a:pt x="45" y="128"/>
                  </a:lnTo>
                  <a:lnTo>
                    <a:pt x="37" y="98"/>
                  </a:lnTo>
                  <a:lnTo>
                    <a:pt x="45" y="68"/>
                  </a:lnTo>
                  <a:lnTo>
                    <a:pt x="52" y="53"/>
                  </a:lnTo>
                  <a:lnTo>
                    <a:pt x="60" y="38"/>
                  </a:lnTo>
                  <a:lnTo>
                    <a:pt x="60" y="38"/>
                  </a:lnTo>
                  <a:lnTo>
                    <a:pt x="82" y="23"/>
                  </a:lnTo>
                  <a:lnTo>
                    <a:pt x="105" y="15"/>
                  </a:lnTo>
                  <a:lnTo>
                    <a:pt x="127" y="8"/>
                  </a:lnTo>
                  <a:lnTo>
                    <a:pt x="157" y="15"/>
                  </a:lnTo>
                  <a:lnTo>
                    <a:pt x="157" y="15"/>
                  </a:lnTo>
                  <a:lnTo>
                    <a:pt x="120" y="0"/>
                  </a:lnTo>
                  <a:lnTo>
                    <a:pt x="82" y="0"/>
                  </a:lnTo>
                  <a:lnTo>
                    <a:pt x="45" y="8"/>
                  </a:lnTo>
                  <a:lnTo>
                    <a:pt x="22" y="23"/>
                  </a:lnTo>
                  <a:lnTo>
                    <a:pt x="22" y="2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75" name="Google Shape;4175;p80"/>
            <p:cNvSpPr/>
            <p:nvPr/>
          </p:nvSpPr>
          <p:spPr>
            <a:xfrm>
              <a:off x="2859088" y="4762500"/>
              <a:ext cx="238125" cy="274638"/>
            </a:xfrm>
            <a:custGeom>
              <a:avLst/>
              <a:gdLst/>
              <a:ahLst/>
              <a:cxnLst/>
              <a:rect l="l" t="t" r="r" b="b"/>
              <a:pathLst>
                <a:path w="150" h="173" extrusionOk="0">
                  <a:moveTo>
                    <a:pt x="8" y="128"/>
                  </a:moveTo>
                  <a:lnTo>
                    <a:pt x="8" y="128"/>
                  </a:lnTo>
                  <a:lnTo>
                    <a:pt x="23" y="151"/>
                  </a:lnTo>
                  <a:lnTo>
                    <a:pt x="38" y="166"/>
                  </a:lnTo>
                  <a:lnTo>
                    <a:pt x="60" y="173"/>
                  </a:lnTo>
                  <a:lnTo>
                    <a:pt x="83" y="173"/>
                  </a:lnTo>
                  <a:lnTo>
                    <a:pt x="105" y="173"/>
                  </a:lnTo>
                  <a:lnTo>
                    <a:pt x="128" y="166"/>
                  </a:lnTo>
                  <a:lnTo>
                    <a:pt x="143" y="151"/>
                  </a:lnTo>
                  <a:lnTo>
                    <a:pt x="150" y="128"/>
                  </a:lnTo>
                  <a:lnTo>
                    <a:pt x="150" y="128"/>
                  </a:lnTo>
                  <a:lnTo>
                    <a:pt x="120" y="143"/>
                  </a:lnTo>
                  <a:lnTo>
                    <a:pt x="83" y="143"/>
                  </a:lnTo>
                  <a:lnTo>
                    <a:pt x="53" y="128"/>
                  </a:lnTo>
                  <a:lnTo>
                    <a:pt x="45" y="113"/>
                  </a:lnTo>
                  <a:lnTo>
                    <a:pt x="38" y="98"/>
                  </a:lnTo>
                  <a:lnTo>
                    <a:pt x="38" y="98"/>
                  </a:lnTo>
                  <a:lnTo>
                    <a:pt x="30" y="76"/>
                  </a:lnTo>
                  <a:lnTo>
                    <a:pt x="30" y="53"/>
                  </a:lnTo>
                  <a:lnTo>
                    <a:pt x="38" y="23"/>
                  </a:lnTo>
                  <a:lnTo>
                    <a:pt x="45" y="0"/>
                  </a:lnTo>
                  <a:lnTo>
                    <a:pt x="45" y="0"/>
                  </a:lnTo>
                  <a:lnTo>
                    <a:pt x="23" y="31"/>
                  </a:lnTo>
                  <a:lnTo>
                    <a:pt x="8" y="68"/>
                  </a:lnTo>
                  <a:lnTo>
                    <a:pt x="0" y="98"/>
                  </a:lnTo>
                  <a:lnTo>
                    <a:pt x="8" y="128"/>
                  </a:lnTo>
                  <a:lnTo>
                    <a:pt x="8" y="12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76" name="Google Shape;4176;p80"/>
            <p:cNvSpPr/>
            <p:nvPr/>
          </p:nvSpPr>
          <p:spPr>
            <a:xfrm>
              <a:off x="3038475" y="4703763"/>
              <a:ext cx="119063" cy="166688"/>
            </a:xfrm>
            <a:custGeom>
              <a:avLst/>
              <a:gdLst/>
              <a:ahLst/>
              <a:cxnLst/>
              <a:rect l="l" t="t" r="r" b="b"/>
              <a:pathLst>
                <a:path w="75" h="105" extrusionOk="0">
                  <a:moveTo>
                    <a:pt x="75" y="83"/>
                  </a:moveTo>
                  <a:lnTo>
                    <a:pt x="75" y="83"/>
                  </a:lnTo>
                  <a:lnTo>
                    <a:pt x="67" y="75"/>
                  </a:lnTo>
                  <a:lnTo>
                    <a:pt x="60" y="68"/>
                  </a:lnTo>
                  <a:lnTo>
                    <a:pt x="37" y="68"/>
                  </a:lnTo>
                  <a:lnTo>
                    <a:pt x="37" y="68"/>
                  </a:lnTo>
                  <a:lnTo>
                    <a:pt x="30" y="75"/>
                  </a:lnTo>
                  <a:lnTo>
                    <a:pt x="30" y="75"/>
                  </a:lnTo>
                  <a:lnTo>
                    <a:pt x="22" y="60"/>
                  </a:lnTo>
                  <a:lnTo>
                    <a:pt x="22" y="37"/>
                  </a:lnTo>
                  <a:lnTo>
                    <a:pt x="30" y="15"/>
                  </a:lnTo>
                  <a:lnTo>
                    <a:pt x="45" y="0"/>
                  </a:lnTo>
                  <a:lnTo>
                    <a:pt x="45" y="0"/>
                  </a:lnTo>
                  <a:lnTo>
                    <a:pt x="15" y="22"/>
                  </a:lnTo>
                  <a:lnTo>
                    <a:pt x="0" y="52"/>
                  </a:lnTo>
                  <a:lnTo>
                    <a:pt x="7" y="75"/>
                  </a:lnTo>
                  <a:lnTo>
                    <a:pt x="7" y="90"/>
                  </a:lnTo>
                  <a:lnTo>
                    <a:pt x="15" y="98"/>
                  </a:lnTo>
                  <a:lnTo>
                    <a:pt x="15" y="98"/>
                  </a:lnTo>
                  <a:lnTo>
                    <a:pt x="22" y="98"/>
                  </a:lnTo>
                  <a:lnTo>
                    <a:pt x="22" y="98"/>
                  </a:lnTo>
                  <a:lnTo>
                    <a:pt x="37" y="105"/>
                  </a:lnTo>
                  <a:lnTo>
                    <a:pt x="37" y="105"/>
                  </a:lnTo>
                  <a:lnTo>
                    <a:pt x="52" y="105"/>
                  </a:lnTo>
                  <a:lnTo>
                    <a:pt x="67" y="98"/>
                  </a:lnTo>
                  <a:lnTo>
                    <a:pt x="75" y="83"/>
                  </a:lnTo>
                  <a:lnTo>
                    <a:pt x="75" y="8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77" name="Google Shape;4177;p80"/>
            <p:cNvSpPr/>
            <p:nvPr/>
          </p:nvSpPr>
          <p:spPr>
            <a:xfrm>
              <a:off x="2895600" y="4679950"/>
              <a:ext cx="417513" cy="858838"/>
            </a:xfrm>
            <a:custGeom>
              <a:avLst/>
              <a:gdLst/>
              <a:ahLst/>
              <a:cxnLst/>
              <a:rect l="l" t="t" r="r" b="b"/>
              <a:pathLst>
                <a:path w="263" h="541" extrusionOk="0">
                  <a:moveTo>
                    <a:pt x="188" y="345"/>
                  </a:moveTo>
                  <a:lnTo>
                    <a:pt x="188" y="345"/>
                  </a:lnTo>
                  <a:lnTo>
                    <a:pt x="233" y="255"/>
                  </a:lnTo>
                  <a:lnTo>
                    <a:pt x="255" y="188"/>
                  </a:lnTo>
                  <a:lnTo>
                    <a:pt x="263" y="128"/>
                  </a:lnTo>
                  <a:lnTo>
                    <a:pt x="255" y="75"/>
                  </a:lnTo>
                  <a:lnTo>
                    <a:pt x="240" y="37"/>
                  </a:lnTo>
                  <a:lnTo>
                    <a:pt x="225" y="15"/>
                  </a:lnTo>
                  <a:lnTo>
                    <a:pt x="195" y="0"/>
                  </a:lnTo>
                  <a:lnTo>
                    <a:pt x="173" y="0"/>
                  </a:lnTo>
                  <a:lnTo>
                    <a:pt x="173" y="0"/>
                  </a:lnTo>
                  <a:lnTo>
                    <a:pt x="150" y="0"/>
                  </a:lnTo>
                  <a:lnTo>
                    <a:pt x="135" y="15"/>
                  </a:lnTo>
                  <a:lnTo>
                    <a:pt x="135" y="15"/>
                  </a:lnTo>
                  <a:lnTo>
                    <a:pt x="150" y="7"/>
                  </a:lnTo>
                  <a:lnTo>
                    <a:pt x="150" y="7"/>
                  </a:lnTo>
                  <a:lnTo>
                    <a:pt x="180" y="15"/>
                  </a:lnTo>
                  <a:lnTo>
                    <a:pt x="203" y="30"/>
                  </a:lnTo>
                  <a:lnTo>
                    <a:pt x="225" y="52"/>
                  </a:lnTo>
                  <a:lnTo>
                    <a:pt x="240" y="90"/>
                  </a:lnTo>
                  <a:lnTo>
                    <a:pt x="240" y="143"/>
                  </a:lnTo>
                  <a:lnTo>
                    <a:pt x="233" y="203"/>
                  </a:lnTo>
                  <a:lnTo>
                    <a:pt x="210" y="270"/>
                  </a:lnTo>
                  <a:lnTo>
                    <a:pt x="165" y="353"/>
                  </a:lnTo>
                  <a:lnTo>
                    <a:pt x="165" y="353"/>
                  </a:lnTo>
                  <a:lnTo>
                    <a:pt x="127" y="413"/>
                  </a:lnTo>
                  <a:lnTo>
                    <a:pt x="90" y="458"/>
                  </a:lnTo>
                  <a:lnTo>
                    <a:pt x="45" y="503"/>
                  </a:lnTo>
                  <a:lnTo>
                    <a:pt x="0" y="541"/>
                  </a:lnTo>
                  <a:lnTo>
                    <a:pt x="15" y="526"/>
                  </a:lnTo>
                  <a:lnTo>
                    <a:pt x="15" y="526"/>
                  </a:lnTo>
                  <a:lnTo>
                    <a:pt x="67" y="488"/>
                  </a:lnTo>
                  <a:lnTo>
                    <a:pt x="112" y="443"/>
                  </a:lnTo>
                  <a:lnTo>
                    <a:pt x="150" y="398"/>
                  </a:lnTo>
                  <a:lnTo>
                    <a:pt x="188" y="345"/>
                  </a:lnTo>
                  <a:lnTo>
                    <a:pt x="188" y="34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78" name="Google Shape;4178;p80"/>
            <p:cNvSpPr/>
            <p:nvPr/>
          </p:nvSpPr>
          <p:spPr>
            <a:xfrm>
              <a:off x="3348038" y="4178300"/>
              <a:ext cx="155575" cy="239713"/>
            </a:xfrm>
            <a:custGeom>
              <a:avLst/>
              <a:gdLst/>
              <a:ahLst/>
              <a:cxnLst/>
              <a:rect l="l" t="t" r="r" b="b"/>
              <a:pathLst>
                <a:path w="98" h="151" extrusionOk="0">
                  <a:moveTo>
                    <a:pt x="98" y="121"/>
                  </a:moveTo>
                  <a:lnTo>
                    <a:pt x="98" y="121"/>
                  </a:lnTo>
                  <a:lnTo>
                    <a:pt x="98" y="113"/>
                  </a:lnTo>
                  <a:lnTo>
                    <a:pt x="90" y="106"/>
                  </a:lnTo>
                  <a:lnTo>
                    <a:pt x="75" y="106"/>
                  </a:lnTo>
                  <a:lnTo>
                    <a:pt x="53" y="106"/>
                  </a:lnTo>
                  <a:lnTo>
                    <a:pt x="53" y="106"/>
                  </a:lnTo>
                  <a:lnTo>
                    <a:pt x="38" y="106"/>
                  </a:lnTo>
                  <a:lnTo>
                    <a:pt x="38" y="106"/>
                  </a:lnTo>
                  <a:lnTo>
                    <a:pt x="30" y="83"/>
                  </a:lnTo>
                  <a:lnTo>
                    <a:pt x="30" y="61"/>
                  </a:lnTo>
                  <a:lnTo>
                    <a:pt x="38" y="30"/>
                  </a:lnTo>
                  <a:lnTo>
                    <a:pt x="53" y="0"/>
                  </a:lnTo>
                  <a:lnTo>
                    <a:pt x="53" y="0"/>
                  </a:lnTo>
                  <a:lnTo>
                    <a:pt x="38" y="15"/>
                  </a:lnTo>
                  <a:lnTo>
                    <a:pt x="15" y="30"/>
                  </a:lnTo>
                  <a:lnTo>
                    <a:pt x="8" y="53"/>
                  </a:lnTo>
                  <a:lnTo>
                    <a:pt x="0" y="76"/>
                  </a:lnTo>
                  <a:lnTo>
                    <a:pt x="0" y="98"/>
                  </a:lnTo>
                  <a:lnTo>
                    <a:pt x="0" y="113"/>
                  </a:lnTo>
                  <a:lnTo>
                    <a:pt x="8" y="128"/>
                  </a:lnTo>
                  <a:lnTo>
                    <a:pt x="23" y="143"/>
                  </a:lnTo>
                  <a:lnTo>
                    <a:pt x="23" y="143"/>
                  </a:lnTo>
                  <a:lnTo>
                    <a:pt x="23" y="143"/>
                  </a:lnTo>
                  <a:lnTo>
                    <a:pt x="23" y="143"/>
                  </a:lnTo>
                  <a:lnTo>
                    <a:pt x="45" y="151"/>
                  </a:lnTo>
                  <a:lnTo>
                    <a:pt x="45" y="151"/>
                  </a:lnTo>
                  <a:lnTo>
                    <a:pt x="75" y="151"/>
                  </a:lnTo>
                  <a:lnTo>
                    <a:pt x="90" y="143"/>
                  </a:lnTo>
                  <a:lnTo>
                    <a:pt x="98" y="136"/>
                  </a:lnTo>
                  <a:lnTo>
                    <a:pt x="98" y="121"/>
                  </a:lnTo>
                  <a:lnTo>
                    <a:pt x="98" y="12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79" name="Google Shape;4179;p80"/>
            <p:cNvSpPr/>
            <p:nvPr/>
          </p:nvSpPr>
          <p:spPr>
            <a:xfrm>
              <a:off x="3144838" y="4130675"/>
              <a:ext cx="596900" cy="1289050"/>
            </a:xfrm>
            <a:custGeom>
              <a:avLst/>
              <a:gdLst/>
              <a:ahLst/>
              <a:cxnLst/>
              <a:rect l="l" t="t" r="r" b="b"/>
              <a:pathLst>
                <a:path w="376" h="812" extrusionOk="0">
                  <a:moveTo>
                    <a:pt x="271" y="511"/>
                  </a:moveTo>
                  <a:lnTo>
                    <a:pt x="271" y="511"/>
                  </a:lnTo>
                  <a:lnTo>
                    <a:pt x="308" y="444"/>
                  </a:lnTo>
                  <a:lnTo>
                    <a:pt x="331" y="383"/>
                  </a:lnTo>
                  <a:lnTo>
                    <a:pt x="354" y="331"/>
                  </a:lnTo>
                  <a:lnTo>
                    <a:pt x="369" y="278"/>
                  </a:lnTo>
                  <a:lnTo>
                    <a:pt x="376" y="233"/>
                  </a:lnTo>
                  <a:lnTo>
                    <a:pt x="376" y="188"/>
                  </a:lnTo>
                  <a:lnTo>
                    <a:pt x="376" y="151"/>
                  </a:lnTo>
                  <a:lnTo>
                    <a:pt x="369" y="121"/>
                  </a:lnTo>
                  <a:lnTo>
                    <a:pt x="361" y="91"/>
                  </a:lnTo>
                  <a:lnTo>
                    <a:pt x="346" y="60"/>
                  </a:lnTo>
                  <a:lnTo>
                    <a:pt x="331" y="45"/>
                  </a:lnTo>
                  <a:lnTo>
                    <a:pt x="316" y="23"/>
                  </a:lnTo>
                  <a:lnTo>
                    <a:pt x="278" y="8"/>
                  </a:lnTo>
                  <a:lnTo>
                    <a:pt x="241" y="0"/>
                  </a:lnTo>
                  <a:lnTo>
                    <a:pt x="241" y="0"/>
                  </a:lnTo>
                  <a:lnTo>
                    <a:pt x="203" y="15"/>
                  </a:lnTo>
                  <a:lnTo>
                    <a:pt x="181" y="30"/>
                  </a:lnTo>
                  <a:lnTo>
                    <a:pt x="181" y="30"/>
                  </a:lnTo>
                  <a:lnTo>
                    <a:pt x="211" y="23"/>
                  </a:lnTo>
                  <a:lnTo>
                    <a:pt x="211" y="23"/>
                  </a:lnTo>
                  <a:lnTo>
                    <a:pt x="248" y="30"/>
                  </a:lnTo>
                  <a:lnTo>
                    <a:pt x="286" y="45"/>
                  </a:lnTo>
                  <a:lnTo>
                    <a:pt x="301" y="60"/>
                  </a:lnTo>
                  <a:lnTo>
                    <a:pt x="316" y="83"/>
                  </a:lnTo>
                  <a:lnTo>
                    <a:pt x="331" y="113"/>
                  </a:lnTo>
                  <a:lnTo>
                    <a:pt x="339" y="136"/>
                  </a:lnTo>
                  <a:lnTo>
                    <a:pt x="346" y="173"/>
                  </a:lnTo>
                  <a:lnTo>
                    <a:pt x="346" y="211"/>
                  </a:lnTo>
                  <a:lnTo>
                    <a:pt x="346" y="256"/>
                  </a:lnTo>
                  <a:lnTo>
                    <a:pt x="339" y="301"/>
                  </a:lnTo>
                  <a:lnTo>
                    <a:pt x="323" y="353"/>
                  </a:lnTo>
                  <a:lnTo>
                    <a:pt x="301" y="406"/>
                  </a:lnTo>
                  <a:lnTo>
                    <a:pt x="278" y="466"/>
                  </a:lnTo>
                  <a:lnTo>
                    <a:pt x="241" y="534"/>
                  </a:lnTo>
                  <a:lnTo>
                    <a:pt x="241" y="534"/>
                  </a:lnTo>
                  <a:lnTo>
                    <a:pt x="188" y="609"/>
                  </a:lnTo>
                  <a:lnTo>
                    <a:pt x="136" y="684"/>
                  </a:lnTo>
                  <a:lnTo>
                    <a:pt x="68" y="751"/>
                  </a:lnTo>
                  <a:lnTo>
                    <a:pt x="0" y="812"/>
                  </a:lnTo>
                  <a:lnTo>
                    <a:pt x="31" y="789"/>
                  </a:lnTo>
                  <a:lnTo>
                    <a:pt x="31" y="789"/>
                  </a:lnTo>
                  <a:lnTo>
                    <a:pt x="98" y="729"/>
                  </a:lnTo>
                  <a:lnTo>
                    <a:pt x="158" y="661"/>
                  </a:lnTo>
                  <a:lnTo>
                    <a:pt x="218" y="594"/>
                  </a:lnTo>
                  <a:lnTo>
                    <a:pt x="271" y="511"/>
                  </a:lnTo>
                  <a:lnTo>
                    <a:pt x="271" y="51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80" name="Google Shape;4180;p80"/>
            <p:cNvSpPr/>
            <p:nvPr/>
          </p:nvSpPr>
          <p:spPr>
            <a:xfrm>
              <a:off x="3265488" y="3321050"/>
              <a:ext cx="201613" cy="190500"/>
            </a:xfrm>
            <a:custGeom>
              <a:avLst/>
              <a:gdLst/>
              <a:ahLst/>
              <a:cxnLst/>
              <a:rect l="l" t="t" r="r" b="b"/>
              <a:pathLst>
                <a:path w="127" h="120" extrusionOk="0">
                  <a:moveTo>
                    <a:pt x="120" y="60"/>
                  </a:moveTo>
                  <a:lnTo>
                    <a:pt x="120" y="60"/>
                  </a:lnTo>
                  <a:lnTo>
                    <a:pt x="112" y="52"/>
                  </a:lnTo>
                  <a:lnTo>
                    <a:pt x="97" y="52"/>
                  </a:lnTo>
                  <a:lnTo>
                    <a:pt x="90" y="60"/>
                  </a:lnTo>
                  <a:lnTo>
                    <a:pt x="75" y="75"/>
                  </a:lnTo>
                  <a:lnTo>
                    <a:pt x="75" y="75"/>
                  </a:lnTo>
                  <a:lnTo>
                    <a:pt x="67" y="90"/>
                  </a:lnTo>
                  <a:lnTo>
                    <a:pt x="67" y="90"/>
                  </a:lnTo>
                  <a:lnTo>
                    <a:pt x="45" y="75"/>
                  </a:lnTo>
                  <a:lnTo>
                    <a:pt x="22" y="60"/>
                  </a:lnTo>
                  <a:lnTo>
                    <a:pt x="7" y="30"/>
                  </a:lnTo>
                  <a:lnTo>
                    <a:pt x="7" y="0"/>
                  </a:lnTo>
                  <a:lnTo>
                    <a:pt x="7" y="0"/>
                  </a:lnTo>
                  <a:lnTo>
                    <a:pt x="0" y="22"/>
                  </a:lnTo>
                  <a:lnTo>
                    <a:pt x="0" y="45"/>
                  </a:lnTo>
                  <a:lnTo>
                    <a:pt x="7" y="67"/>
                  </a:lnTo>
                  <a:lnTo>
                    <a:pt x="15" y="90"/>
                  </a:lnTo>
                  <a:lnTo>
                    <a:pt x="30" y="105"/>
                  </a:lnTo>
                  <a:lnTo>
                    <a:pt x="45" y="120"/>
                  </a:lnTo>
                  <a:lnTo>
                    <a:pt x="60" y="120"/>
                  </a:lnTo>
                  <a:lnTo>
                    <a:pt x="75" y="120"/>
                  </a:lnTo>
                  <a:lnTo>
                    <a:pt x="75" y="120"/>
                  </a:lnTo>
                  <a:lnTo>
                    <a:pt x="75" y="120"/>
                  </a:lnTo>
                  <a:lnTo>
                    <a:pt x="75" y="120"/>
                  </a:lnTo>
                  <a:lnTo>
                    <a:pt x="105" y="112"/>
                  </a:lnTo>
                  <a:lnTo>
                    <a:pt x="105" y="112"/>
                  </a:lnTo>
                  <a:lnTo>
                    <a:pt x="120" y="97"/>
                  </a:lnTo>
                  <a:lnTo>
                    <a:pt x="127" y="82"/>
                  </a:lnTo>
                  <a:lnTo>
                    <a:pt x="127" y="67"/>
                  </a:lnTo>
                  <a:lnTo>
                    <a:pt x="120" y="60"/>
                  </a:lnTo>
                  <a:lnTo>
                    <a:pt x="120" y="6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81" name="Google Shape;4181;p80"/>
            <p:cNvSpPr/>
            <p:nvPr/>
          </p:nvSpPr>
          <p:spPr>
            <a:xfrm>
              <a:off x="3276600" y="3165475"/>
              <a:ext cx="644525" cy="1263650"/>
            </a:xfrm>
            <a:custGeom>
              <a:avLst/>
              <a:gdLst/>
              <a:ahLst/>
              <a:cxnLst/>
              <a:rect l="l" t="t" r="r" b="b"/>
              <a:pathLst>
                <a:path w="406" h="796" extrusionOk="0">
                  <a:moveTo>
                    <a:pt x="383" y="391"/>
                  </a:moveTo>
                  <a:lnTo>
                    <a:pt x="383" y="391"/>
                  </a:lnTo>
                  <a:lnTo>
                    <a:pt x="368" y="323"/>
                  </a:lnTo>
                  <a:lnTo>
                    <a:pt x="346" y="263"/>
                  </a:lnTo>
                  <a:lnTo>
                    <a:pt x="323" y="203"/>
                  </a:lnTo>
                  <a:lnTo>
                    <a:pt x="301" y="158"/>
                  </a:lnTo>
                  <a:lnTo>
                    <a:pt x="278" y="120"/>
                  </a:lnTo>
                  <a:lnTo>
                    <a:pt x="248" y="83"/>
                  </a:lnTo>
                  <a:lnTo>
                    <a:pt x="225" y="53"/>
                  </a:lnTo>
                  <a:lnTo>
                    <a:pt x="195" y="38"/>
                  </a:lnTo>
                  <a:lnTo>
                    <a:pt x="165" y="23"/>
                  </a:lnTo>
                  <a:lnTo>
                    <a:pt x="143" y="7"/>
                  </a:lnTo>
                  <a:lnTo>
                    <a:pt x="120" y="0"/>
                  </a:lnTo>
                  <a:lnTo>
                    <a:pt x="90" y="0"/>
                  </a:lnTo>
                  <a:lnTo>
                    <a:pt x="53" y="15"/>
                  </a:lnTo>
                  <a:lnTo>
                    <a:pt x="23" y="38"/>
                  </a:lnTo>
                  <a:lnTo>
                    <a:pt x="23" y="38"/>
                  </a:lnTo>
                  <a:lnTo>
                    <a:pt x="8" y="68"/>
                  </a:lnTo>
                  <a:lnTo>
                    <a:pt x="0" y="98"/>
                  </a:lnTo>
                  <a:lnTo>
                    <a:pt x="0" y="98"/>
                  </a:lnTo>
                  <a:lnTo>
                    <a:pt x="15" y="75"/>
                  </a:lnTo>
                  <a:lnTo>
                    <a:pt x="15" y="75"/>
                  </a:lnTo>
                  <a:lnTo>
                    <a:pt x="45" y="45"/>
                  </a:lnTo>
                  <a:lnTo>
                    <a:pt x="83" y="38"/>
                  </a:lnTo>
                  <a:lnTo>
                    <a:pt x="113" y="38"/>
                  </a:lnTo>
                  <a:lnTo>
                    <a:pt x="135" y="45"/>
                  </a:lnTo>
                  <a:lnTo>
                    <a:pt x="158" y="53"/>
                  </a:lnTo>
                  <a:lnTo>
                    <a:pt x="188" y="68"/>
                  </a:lnTo>
                  <a:lnTo>
                    <a:pt x="218" y="90"/>
                  </a:lnTo>
                  <a:lnTo>
                    <a:pt x="240" y="120"/>
                  </a:lnTo>
                  <a:lnTo>
                    <a:pt x="271" y="150"/>
                  </a:lnTo>
                  <a:lnTo>
                    <a:pt x="293" y="195"/>
                  </a:lnTo>
                  <a:lnTo>
                    <a:pt x="316" y="240"/>
                  </a:lnTo>
                  <a:lnTo>
                    <a:pt x="338" y="293"/>
                  </a:lnTo>
                  <a:lnTo>
                    <a:pt x="361" y="361"/>
                  </a:lnTo>
                  <a:lnTo>
                    <a:pt x="376" y="428"/>
                  </a:lnTo>
                  <a:lnTo>
                    <a:pt x="376" y="428"/>
                  </a:lnTo>
                  <a:lnTo>
                    <a:pt x="391" y="518"/>
                  </a:lnTo>
                  <a:lnTo>
                    <a:pt x="398" y="616"/>
                  </a:lnTo>
                  <a:lnTo>
                    <a:pt x="398" y="706"/>
                  </a:lnTo>
                  <a:lnTo>
                    <a:pt x="383" y="796"/>
                  </a:lnTo>
                  <a:lnTo>
                    <a:pt x="391" y="766"/>
                  </a:lnTo>
                  <a:lnTo>
                    <a:pt x="391" y="766"/>
                  </a:lnTo>
                  <a:lnTo>
                    <a:pt x="406" y="668"/>
                  </a:lnTo>
                  <a:lnTo>
                    <a:pt x="406" y="578"/>
                  </a:lnTo>
                  <a:lnTo>
                    <a:pt x="398" y="488"/>
                  </a:lnTo>
                  <a:lnTo>
                    <a:pt x="383" y="391"/>
                  </a:lnTo>
                  <a:lnTo>
                    <a:pt x="383" y="39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82" name="Google Shape;4182;p80"/>
            <p:cNvSpPr/>
            <p:nvPr/>
          </p:nvSpPr>
          <p:spPr>
            <a:xfrm>
              <a:off x="3408363" y="5932488"/>
              <a:ext cx="130175" cy="142875"/>
            </a:xfrm>
            <a:custGeom>
              <a:avLst/>
              <a:gdLst/>
              <a:ahLst/>
              <a:cxnLst/>
              <a:rect l="l" t="t" r="r" b="b"/>
              <a:pathLst>
                <a:path w="82" h="90" extrusionOk="0">
                  <a:moveTo>
                    <a:pt x="52" y="7"/>
                  </a:moveTo>
                  <a:lnTo>
                    <a:pt x="52" y="7"/>
                  </a:lnTo>
                  <a:lnTo>
                    <a:pt x="52" y="15"/>
                  </a:lnTo>
                  <a:lnTo>
                    <a:pt x="52" y="22"/>
                  </a:lnTo>
                  <a:lnTo>
                    <a:pt x="37" y="37"/>
                  </a:lnTo>
                  <a:lnTo>
                    <a:pt x="37" y="37"/>
                  </a:lnTo>
                  <a:lnTo>
                    <a:pt x="30" y="45"/>
                  </a:lnTo>
                  <a:lnTo>
                    <a:pt x="30" y="45"/>
                  </a:lnTo>
                  <a:lnTo>
                    <a:pt x="30" y="60"/>
                  </a:lnTo>
                  <a:lnTo>
                    <a:pt x="45" y="75"/>
                  </a:lnTo>
                  <a:lnTo>
                    <a:pt x="60" y="82"/>
                  </a:lnTo>
                  <a:lnTo>
                    <a:pt x="82" y="90"/>
                  </a:lnTo>
                  <a:lnTo>
                    <a:pt x="82" y="90"/>
                  </a:lnTo>
                  <a:lnTo>
                    <a:pt x="52" y="90"/>
                  </a:lnTo>
                  <a:lnTo>
                    <a:pt x="22" y="75"/>
                  </a:lnTo>
                  <a:lnTo>
                    <a:pt x="7" y="52"/>
                  </a:lnTo>
                  <a:lnTo>
                    <a:pt x="0" y="45"/>
                  </a:lnTo>
                  <a:lnTo>
                    <a:pt x="7" y="30"/>
                  </a:lnTo>
                  <a:lnTo>
                    <a:pt x="7" y="30"/>
                  </a:lnTo>
                  <a:lnTo>
                    <a:pt x="7" y="30"/>
                  </a:lnTo>
                  <a:lnTo>
                    <a:pt x="7" y="30"/>
                  </a:lnTo>
                  <a:lnTo>
                    <a:pt x="15" y="15"/>
                  </a:lnTo>
                  <a:lnTo>
                    <a:pt x="15" y="15"/>
                  </a:lnTo>
                  <a:lnTo>
                    <a:pt x="30" y="7"/>
                  </a:lnTo>
                  <a:lnTo>
                    <a:pt x="37" y="0"/>
                  </a:lnTo>
                  <a:lnTo>
                    <a:pt x="52" y="7"/>
                  </a:lnTo>
                  <a:lnTo>
                    <a:pt x="52" y="7"/>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83" name="Google Shape;4183;p80"/>
            <p:cNvSpPr/>
            <p:nvPr/>
          </p:nvSpPr>
          <p:spPr>
            <a:xfrm>
              <a:off x="2835275" y="5573713"/>
              <a:ext cx="811213" cy="501650"/>
            </a:xfrm>
            <a:custGeom>
              <a:avLst/>
              <a:gdLst/>
              <a:ahLst/>
              <a:cxnLst/>
              <a:rect l="l" t="t" r="r" b="b"/>
              <a:pathLst>
                <a:path w="511" h="316" extrusionOk="0">
                  <a:moveTo>
                    <a:pt x="271" y="30"/>
                  </a:moveTo>
                  <a:lnTo>
                    <a:pt x="271" y="30"/>
                  </a:lnTo>
                  <a:lnTo>
                    <a:pt x="361" y="68"/>
                  </a:lnTo>
                  <a:lnTo>
                    <a:pt x="428" y="105"/>
                  </a:lnTo>
                  <a:lnTo>
                    <a:pt x="473" y="150"/>
                  </a:lnTo>
                  <a:lnTo>
                    <a:pt x="503" y="188"/>
                  </a:lnTo>
                  <a:lnTo>
                    <a:pt x="511" y="226"/>
                  </a:lnTo>
                  <a:lnTo>
                    <a:pt x="511" y="256"/>
                  </a:lnTo>
                  <a:lnTo>
                    <a:pt x="503" y="286"/>
                  </a:lnTo>
                  <a:lnTo>
                    <a:pt x="481" y="308"/>
                  </a:lnTo>
                  <a:lnTo>
                    <a:pt x="481" y="308"/>
                  </a:lnTo>
                  <a:lnTo>
                    <a:pt x="466" y="316"/>
                  </a:lnTo>
                  <a:lnTo>
                    <a:pt x="443" y="316"/>
                  </a:lnTo>
                  <a:lnTo>
                    <a:pt x="443" y="316"/>
                  </a:lnTo>
                  <a:lnTo>
                    <a:pt x="458" y="308"/>
                  </a:lnTo>
                  <a:lnTo>
                    <a:pt x="458" y="308"/>
                  </a:lnTo>
                  <a:lnTo>
                    <a:pt x="481" y="286"/>
                  </a:lnTo>
                  <a:lnTo>
                    <a:pt x="488" y="263"/>
                  </a:lnTo>
                  <a:lnTo>
                    <a:pt x="488" y="226"/>
                  </a:lnTo>
                  <a:lnTo>
                    <a:pt x="473" y="188"/>
                  </a:lnTo>
                  <a:lnTo>
                    <a:pt x="443" y="150"/>
                  </a:lnTo>
                  <a:lnTo>
                    <a:pt x="398" y="105"/>
                  </a:lnTo>
                  <a:lnTo>
                    <a:pt x="338" y="68"/>
                  </a:lnTo>
                  <a:lnTo>
                    <a:pt x="248" y="30"/>
                  </a:lnTo>
                  <a:lnTo>
                    <a:pt x="248" y="30"/>
                  </a:lnTo>
                  <a:lnTo>
                    <a:pt x="188" y="15"/>
                  </a:lnTo>
                  <a:lnTo>
                    <a:pt x="120" y="8"/>
                  </a:lnTo>
                  <a:lnTo>
                    <a:pt x="60" y="0"/>
                  </a:lnTo>
                  <a:lnTo>
                    <a:pt x="0" y="0"/>
                  </a:lnTo>
                  <a:lnTo>
                    <a:pt x="23" y="0"/>
                  </a:lnTo>
                  <a:lnTo>
                    <a:pt x="23" y="0"/>
                  </a:lnTo>
                  <a:lnTo>
                    <a:pt x="83" y="0"/>
                  </a:lnTo>
                  <a:lnTo>
                    <a:pt x="150" y="0"/>
                  </a:lnTo>
                  <a:lnTo>
                    <a:pt x="211" y="15"/>
                  </a:lnTo>
                  <a:lnTo>
                    <a:pt x="271" y="30"/>
                  </a:lnTo>
                  <a:lnTo>
                    <a:pt x="271" y="3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84" name="Google Shape;4184;p80"/>
            <p:cNvSpPr/>
            <p:nvPr/>
          </p:nvSpPr>
          <p:spPr>
            <a:xfrm>
              <a:off x="4027488" y="5956300"/>
              <a:ext cx="192088" cy="201613"/>
            </a:xfrm>
            <a:custGeom>
              <a:avLst/>
              <a:gdLst/>
              <a:ahLst/>
              <a:cxnLst/>
              <a:rect l="l" t="t" r="r" b="b"/>
              <a:pathLst>
                <a:path w="121" h="127" extrusionOk="0">
                  <a:moveTo>
                    <a:pt x="68" y="7"/>
                  </a:moveTo>
                  <a:lnTo>
                    <a:pt x="68" y="7"/>
                  </a:lnTo>
                  <a:lnTo>
                    <a:pt x="75" y="15"/>
                  </a:lnTo>
                  <a:lnTo>
                    <a:pt x="75" y="30"/>
                  </a:lnTo>
                  <a:lnTo>
                    <a:pt x="60" y="37"/>
                  </a:lnTo>
                  <a:lnTo>
                    <a:pt x="45" y="52"/>
                  </a:lnTo>
                  <a:lnTo>
                    <a:pt x="45" y="52"/>
                  </a:lnTo>
                  <a:lnTo>
                    <a:pt x="38" y="60"/>
                  </a:lnTo>
                  <a:lnTo>
                    <a:pt x="38" y="60"/>
                  </a:lnTo>
                  <a:lnTo>
                    <a:pt x="45" y="82"/>
                  </a:lnTo>
                  <a:lnTo>
                    <a:pt x="68" y="105"/>
                  </a:lnTo>
                  <a:lnTo>
                    <a:pt x="90" y="120"/>
                  </a:lnTo>
                  <a:lnTo>
                    <a:pt x="121" y="120"/>
                  </a:lnTo>
                  <a:lnTo>
                    <a:pt x="121" y="120"/>
                  </a:lnTo>
                  <a:lnTo>
                    <a:pt x="98" y="127"/>
                  </a:lnTo>
                  <a:lnTo>
                    <a:pt x="75" y="127"/>
                  </a:lnTo>
                  <a:lnTo>
                    <a:pt x="53" y="120"/>
                  </a:lnTo>
                  <a:lnTo>
                    <a:pt x="30" y="112"/>
                  </a:lnTo>
                  <a:lnTo>
                    <a:pt x="15" y="97"/>
                  </a:lnTo>
                  <a:lnTo>
                    <a:pt x="8" y="82"/>
                  </a:lnTo>
                  <a:lnTo>
                    <a:pt x="0" y="67"/>
                  </a:lnTo>
                  <a:lnTo>
                    <a:pt x="0" y="52"/>
                  </a:lnTo>
                  <a:lnTo>
                    <a:pt x="0" y="52"/>
                  </a:lnTo>
                  <a:lnTo>
                    <a:pt x="0" y="45"/>
                  </a:lnTo>
                  <a:lnTo>
                    <a:pt x="0" y="45"/>
                  </a:lnTo>
                  <a:lnTo>
                    <a:pt x="15" y="22"/>
                  </a:lnTo>
                  <a:lnTo>
                    <a:pt x="15" y="22"/>
                  </a:lnTo>
                  <a:lnTo>
                    <a:pt x="30" y="7"/>
                  </a:lnTo>
                  <a:lnTo>
                    <a:pt x="45" y="0"/>
                  </a:lnTo>
                  <a:lnTo>
                    <a:pt x="60" y="0"/>
                  </a:lnTo>
                  <a:lnTo>
                    <a:pt x="68" y="7"/>
                  </a:lnTo>
                  <a:lnTo>
                    <a:pt x="68" y="7"/>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85" name="Google Shape;4185;p80"/>
            <p:cNvSpPr/>
            <p:nvPr/>
          </p:nvSpPr>
          <p:spPr>
            <a:xfrm>
              <a:off x="3133725" y="5478463"/>
              <a:ext cx="1239838" cy="668338"/>
            </a:xfrm>
            <a:custGeom>
              <a:avLst/>
              <a:gdLst/>
              <a:ahLst/>
              <a:cxnLst/>
              <a:rect l="l" t="t" r="r" b="b"/>
              <a:pathLst>
                <a:path w="781" h="421" extrusionOk="0">
                  <a:moveTo>
                    <a:pt x="406" y="30"/>
                  </a:moveTo>
                  <a:lnTo>
                    <a:pt x="406" y="30"/>
                  </a:lnTo>
                  <a:lnTo>
                    <a:pt x="473" y="45"/>
                  </a:lnTo>
                  <a:lnTo>
                    <a:pt x="533" y="68"/>
                  </a:lnTo>
                  <a:lnTo>
                    <a:pt x="593" y="98"/>
                  </a:lnTo>
                  <a:lnTo>
                    <a:pt x="638" y="120"/>
                  </a:lnTo>
                  <a:lnTo>
                    <a:pt x="676" y="150"/>
                  </a:lnTo>
                  <a:lnTo>
                    <a:pt x="706" y="173"/>
                  </a:lnTo>
                  <a:lnTo>
                    <a:pt x="736" y="203"/>
                  </a:lnTo>
                  <a:lnTo>
                    <a:pt x="759" y="233"/>
                  </a:lnTo>
                  <a:lnTo>
                    <a:pt x="766" y="256"/>
                  </a:lnTo>
                  <a:lnTo>
                    <a:pt x="781" y="286"/>
                  </a:lnTo>
                  <a:lnTo>
                    <a:pt x="781" y="308"/>
                  </a:lnTo>
                  <a:lnTo>
                    <a:pt x="781" y="331"/>
                  </a:lnTo>
                  <a:lnTo>
                    <a:pt x="774" y="376"/>
                  </a:lnTo>
                  <a:lnTo>
                    <a:pt x="744" y="406"/>
                  </a:lnTo>
                  <a:lnTo>
                    <a:pt x="744" y="406"/>
                  </a:lnTo>
                  <a:lnTo>
                    <a:pt x="714" y="421"/>
                  </a:lnTo>
                  <a:lnTo>
                    <a:pt x="684" y="421"/>
                  </a:lnTo>
                  <a:lnTo>
                    <a:pt x="684" y="421"/>
                  </a:lnTo>
                  <a:lnTo>
                    <a:pt x="706" y="413"/>
                  </a:lnTo>
                  <a:lnTo>
                    <a:pt x="706" y="413"/>
                  </a:lnTo>
                  <a:lnTo>
                    <a:pt x="736" y="383"/>
                  </a:lnTo>
                  <a:lnTo>
                    <a:pt x="751" y="338"/>
                  </a:lnTo>
                  <a:lnTo>
                    <a:pt x="751" y="316"/>
                  </a:lnTo>
                  <a:lnTo>
                    <a:pt x="744" y="293"/>
                  </a:lnTo>
                  <a:lnTo>
                    <a:pt x="736" y="263"/>
                  </a:lnTo>
                  <a:lnTo>
                    <a:pt x="721" y="233"/>
                  </a:lnTo>
                  <a:lnTo>
                    <a:pt x="699" y="210"/>
                  </a:lnTo>
                  <a:lnTo>
                    <a:pt x="676" y="180"/>
                  </a:lnTo>
                  <a:lnTo>
                    <a:pt x="638" y="150"/>
                  </a:lnTo>
                  <a:lnTo>
                    <a:pt x="601" y="128"/>
                  </a:lnTo>
                  <a:lnTo>
                    <a:pt x="556" y="98"/>
                  </a:lnTo>
                  <a:lnTo>
                    <a:pt x="503" y="75"/>
                  </a:lnTo>
                  <a:lnTo>
                    <a:pt x="436" y="53"/>
                  </a:lnTo>
                  <a:lnTo>
                    <a:pt x="368" y="30"/>
                  </a:lnTo>
                  <a:lnTo>
                    <a:pt x="368" y="30"/>
                  </a:lnTo>
                  <a:lnTo>
                    <a:pt x="278" y="15"/>
                  </a:lnTo>
                  <a:lnTo>
                    <a:pt x="180" y="8"/>
                  </a:lnTo>
                  <a:lnTo>
                    <a:pt x="90" y="8"/>
                  </a:lnTo>
                  <a:lnTo>
                    <a:pt x="0" y="15"/>
                  </a:lnTo>
                  <a:lnTo>
                    <a:pt x="38" y="8"/>
                  </a:lnTo>
                  <a:lnTo>
                    <a:pt x="38" y="8"/>
                  </a:lnTo>
                  <a:lnTo>
                    <a:pt x="128" y="0"/>
                  </a:lnTo>
                  <a:lnTo>
                    <a:pt x="218" y="0"/>
                  </a:lnTo>
                  <a:lnTo>
                    <a:pt x="315" y="8"/>
                  </a:lnTo>
                  <a:lnTo>
                    <a:pt x="406" y="30"/>
                  </a:lnTo>
                  <a:lnTo>
                    <a:pt x="406" y="3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86" name="Google Shape;4186;p80"/>
            <p:cNvSpPr/>
            <p:nvPr/>
          </p:nvSpPr>
          <p:spPr>
            <a:xfrm>
              <a:off x="-2381" y="2092325"/>
              <a:ext cx="643732" cy="1728788"/>
            </a:xfrm>
            <a:custGeom>
              <a:avLst/>
              <a:gdLst/>
              <a:ahLst/>
              <a:cxnLst/>
              <a:rect l="l" t="t" r="r" b="b"/>
              <a:pathLst>
                <a:path w="643732" h="1728788" extrusionOk="0">
                  <a:moveTo>
                    <a:pt x="24607" y="0"/>
                  </a:moveTo>
                  <a:lnTo>
                    <a:pt x="72232" y="11113"/>
                  </a:lnTo>
                  <a:lnTo>
                    <a:pt x="143669" y="47625"/>
                  </a:lnTo>
                  <a:lnTo>
                    <a:pt x="215107" y="95250"/>
                  </a:lnTo>
                  <a:lnTo>
                    <a:pt x="310357" y="179388"/>
                  </a:lnTo>
                  <a:lnTo>
                    <a:pt x="405607" y="285750"/>
                  </a:lnTo>
                  <a:lnTo>
                    <a:pt x="488157" y="428625"/>
                  </a:lnTo>
                  <a:lnTo>
                    <a:pt x="537369" y="523875"/>
                  </a:lnTo>
                  <a:lnTo>
                    <a:pt x="572294" y="620713"/>
                  </a:lnTo>
                  <a:lnTo>
                    <a:pt x="596107" y="715963"/>
                  </a:lnTo>
                  <a:lnTo>
                    <a:pt x="619920" y="811213"/>
                  </a:lnTo>
                  <a:lnTo>
                    <a:pt x="643732" y="1001713"/>
                  </a:lnTo>
                  <a:lnTo>
                    <a:pt x="643732" y="1181101"/>
                  </a:lnTo>
                  <a:lnTo>
                    <a:pt x="632620" y="1358901"/>
                  </a:lnTo>
                  <a:lnTo>
                    <a:pt x="619920" y="1514476"/>
                  </a:lnTo>
                  <a:lnTo>
                    <a:pt x="596107" y="1633538"/>
                  </a:lnTo>
                  <a:lnTo>
                    <a:pt x="572294" y="1728788"/>
                  </a:lnTo>
                  <a:lnTo>
                    <a:pt x="584995" y="1443038"/>
                  </a:lnTo>
                  <a:lnTo>
                    <a:pt x="572294" y="1204913"/>
                  </a:lnTo>
                  <a:lnTo>
                    <a:pt x="561182" y="1096963"/>
                  </a:lnTo>
                  <a:lnTo>
                    <a:pt x="537369" y="1025525"/>
                  </a:lnTo>
                  <a:lnTo>
                    <a:pt x="488157" y="954088"/>
                  </a:lnTo>
                  <a:lnTo>
                    <a:pt x="440532" y="906463"/>
                  </a:lnTo>
                  <a:lnTo>
                    <a:pt x="392907" y="882650"/>
                  </a:lnTo>
                  <a:lnTo>
                    <a:pt x="334169" y="882650"/>
                  </a:lnTo>
                  <a:lnTo>
                    <a:pt x="310357" y="882650"/>
                  </a:lnTo>
                  <a:lnTo>
                    <a:pt x="286544" y="893763"/>
                  </a:lnTo>
                  <a:lnTo>
                    <a:pt x="238919" y="930275"/>
                  </a:lnTo>
                  <a:lnTo>
                    <a:pt x="191294" y="965200"/>
                  </a:lnTo>
                  <a:lnTo>
                    <a:pt x="167482" y="977900"/>
                  </a:lnTo>
                  <a:lnTo>
                    <a:pt x="83344" y="954088"/>
                  </a:lnTo>
                  <a:lnTo>
                    <a:pt x="794" y="930275"/>
                  </a:lnTo>
                  <a:lnTo>
                    <a:pt x="0" y="929758"/>
                  </a:lnTo>
                  <a:lnTo>
                    <a:pt x="0" y="735358"/>
                  </a:lnTo>
                  <a:lnTo>
                    <a:pt x="24607" y="703263"/>
                  </a:lnTo>
                  <a:lnTo>
                    <a:pt x="72232" y="668338"/>
                  </a:lnTo>
                  <a:lnTo>
                    <a:pt x="119857" y="631825"/>
                  </a:lnTo>
                  <a:lnTo>
                    <a:pt x="178594" y="620713"/>
                  </a:lnTo>
                  <a:lnTo>
                    <a:pt x="250032" y="631825"/>
                  </a:lnTo>
                  <a:lnTo>
                    <a:pt x="310357" y="655638"/>
                  </a:lnTo>
                  <a:lnTo>
                    <a:pt x="357982" y="692150"/>
                  </a:lnTo>
                  <a:lnTo>
                    <a:pt x="405607" y="727075"/>
                  </a:lnTo>
                  <a:lnTo>
                    <a:pt x="488157" y="811213"/>
                  </a:lnTo>
                  <a:lnTo>
                    <a:pt x="537369" y="882650"/>
                  </a:lnTo>
                  <a:lnTo>
                    <a:pt x="561182" y="893763"/>
                  </a:lnTo>
                  <a:lnTo>
                    <a:pt x="561182" y="882650"/>
                  </a:lnTo>
                  <a:lnTo>
                    <a:pt x="561182" y="822325"/>
                  </a:lnTo>
                  <a:lnTo>
                    <a:pt x="524670" y="739775"/>
                  </a:lnTo>
                  <a:lnTo>
                    <a:pt x="500857" y="655638"/>
                  </a:lnTo>
                  <a:lnTo>
                    <a:pt x="453232" y="584200"/>
                  </a:lnTo>
                  <a:lnTo>
                    <a:pt x="405607" y="536575"/>
                  </a:lnTo>
                  <a:lnTo>
                    <a:pt x="357982" y="512763"/>
                  </a:lnTo>
                  <a:lnTo>
                    <a:pt x="310357" y="488950"/>
                  </a:lnTo>
                  <a:lnTo>
                    <a:pt x="273844" y="488950"/>
                  </a:lnTo>
                  <a:lnTo>
                    <a:pt x="250032" y="500063"/>
                  </a:lnTo>
                  <a:lnTo>
                    <a:pt x="215107" y="512763"/>
                  </a:lnTo>
                  <a:lnTo>
                    <a:pt x="226219" y="417513"/>
                  </a:lnTo>
                  <a:lnTo>
                    <a:pt x="226219" y="333375"/>
                  </a:lnTo>
                  <a:lnTo>
                    <a:pt x="215107" y="238125"/>
                  </a:lnTo>
                  <a:lnTo>
                    <a:pt x="202407" y="190500"/>
                  </a:lnTo>
                  <a:lnTo>
                    <a:pt x="167482" y="142875"/>
                  </a:lnTo>
                  <a:lnTo>
                    <a:pt x="107157" y="71438"/>
                  </a:lnTo>
                  <a:lnTo>
                    <a:pt x="48419" y="1111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87" name="Google Shape;4187;p80"/>
            <p:cNvSpPr/>
            <p:nvPr/>
          </p:nvSpPr>
          <p:spPr>
            <a:xfrm>
              <a:off x="2000250" y="5740400"/>
              <a:ext cx="573088" cy="739775"/>
            </a:xfrm>
            <a:custGeom>
              <a:avLst/>
              <a:gdLst/>
              <a:ahLst/>
              <a:cxnLst/>
              <a:rect l="l" t="t" r="r" b="b"/>
              <a:pathLst>
                <a:path w="361" h="466" extrusionOk="0">
                  <a:moveTo>
                    <a:pt x="0" y="0"/>
                  </a:moveTo>
                  <a:lnTo>
                    <a:pt x="0" y="0"/>
                  </a:lnTo>
                  <a:lnTo>
                    <a:pt x="68" y="60"/>
                  </a:lnTo>
                  <a:lnTo>
                    <a:pt x="113" y="113"/>
                  </a:lnTo>
                  <a:lnTo>
                    <a:pt x="136" y="143"/>
                  </a:lnTo>
                  <a:lnTo>
                    <a:pt x="151" y="173"/>
                  </a:lnTo>
                  <a:lnTo>
                    <a:pt x="151" y="173"/>
                  </a:lnTo>
                  <a:lnTo>
                    <a:pt x="158" y="211"/>
                  </a:lnTo>
                  <a:lnTo>
                    <a:pt x="158" y="256"/>
                  </a:lnTo>
                  <a:lnTo>
                    <a:pt x="151" y="293"/>
                  </a:lnTo>
                  <a:lnTo>
                    <a:pt x="151" y="293"/>
                  </a:lnTo>
                  <a:lnTo>
                    <a:pt x="188" y="293"/>
                  </a:lnTo>
                  <a:lnTo>
                    <a:pt x="226" y="301"/>
                  </a:lnTo>
                  <a:lnTo>
                    <a:pt x="248" y="308"/>
                  </a:lnTo>
                  <a:lnTo>
                    <a:pt x="248" y="308"/>
                  </a:lnTo>
                  <a:lnTo>
                    <a:pt x="278" y="331"/>
                  </a:lnTo>
                  <a:lnTo>
                    <a:pt x="301" y="353"/>
                  </a:lnTo>
                  <a:lnTo>
                    <a:pt x="338" y="406"/>
                  </a:lnTo>
                  <a:lnTo>
                    <a:pt x="353" y="444"/>
                  </a:lnTo>
                  <a:lnTo>
                    <a:pt x="361" y="466"/>
                  </a:lnTo>
                  <a:lnTo>
                    <a:pt x="361" y="466"/>
                  </a:lnTo>
                  <a:lnTo>
                    <a:pt x="361" y="263"/>
                  </a:lnTo>
                  <a:lnTo>
                    <a:pt x="361" y="263"/>
                  </a:lnTo>
                  <a:lnTo>
                    <a:pt x="353" y="181"/>
                  </a:lnTo>
                  <a:lnTo>
                    <a:pt x="346" y="151"/>
                  </a:lnTo>
                  <a:lnTo>
                    <a:pt x="346" y="151"/>
                  </a:lnTo>
                  <a:lnTo>
                    <a:pt x="286" y="128"/>
                  </a:lnTo>
                  <a:lnTo>
                    <a:pt x="286" y="128"/>
                  </a:lnTo>
                  <a:lnTo>
                    <a:pt x="248" y="113"/>
                  </a:lnTo>
                  <a:lnTo>
                    <a:pt x="203" y="98"/>
                  </a:lnTo>
                  <a:lnTo>
                    <a:pt x="151" y="68"/>
                  </a:lnTo>
                  <a:lnTo>
                    <a:pt x="151" y="68"/>
                  </a:lnTo>
                  <a:lnTo>
                    <a:pt x="203" y="106"/>
                  </a:lnTo>
                  <a:lnTo>
                    <a:pt x="241" y="143"/>
                  </a:lnTo>
                  <a:lnTo>
                    <a:pt x="271" y="181"/>
                  </a:lnTo>
                  <a:lnTo>
                    <a:pt x="271" y="181"/>
                  </a:lnTo>
                  <a:lnTo>
                    <a:pt x="293" y="218"/>
                  </a:lnTo>
                  <a:lnTo>
                    <a:pt x="308" y="248"/>
                  </a:lnTo>
                  <a:lnTo>
                    <a:pt x="316" y="293"/>
                  </a:lnTo>
                  <a:lnTo>
                    <a:pt x="316" y="293"/>
                  </a:lnTo>
                  <a:lnTo>
                    <a:pt x="293" y="248"/>
                  </a:lnTo>
                  <a:lnTo>
                    <a:pt x="271" y="218"/>
                  </a:lnTo>
                  <a:lnTo>
                    <a:pt x="241" y="173"/>
                  </a:lnTo>
                  <a:lnTo>
                    <a:pt x="241" y="173"/>
                  </a:lnTo>
                  <a:lnTo>
                    <a:pt x="181" y="121"/>
                  </a:lnTo>
                  <a:lnTo>
                    <a:pt x="106" y="68"/>
                  </a:lnTo>
                  <a:lnTo>
                    <a:pt x="0" y="0"/>
                  </a:lnTo>
                  <a:lnTo>
                    <a:pt x="0" y="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88" name="Google Shape;4188;p80"/>
            <p:cNvSpPr/>
            <p:nvPr/>
          </p:nvSpPr>
          <p:spPr>
            <a:xfrm>
              <a:off x="450850" y="6099175"/>
              <a:ext cx="1012825" cy="608013"/>
            </a:xfrm>
            <a:custGeom>
              <a:avLst/>
              <a:gdLst/>
              <a:ahLst/>
              <a:cxnLst/>
              <a:rect l="l" t="t" r="r" b="b"/>
              <a:pathLst>
                <a:path w="638" h="383" extrusionOk="0">
                  <a:moveTo>
                    <a:pt x="218" y="308"/>
                  </a:moveTo>
                  <a:lnTo>
                    <a:pt x="218" y="308"/>
                  </a:lnTo>
                  <a:lnTo>
                    <a:pt x="270" y="330"/>
                  </a:lnTo>
                  <a:lnTo>
                    <a:pt x="330" y="338"/>
                  </a:lnTo>
                  <a:lnTo>
                    <a:pt x="391" y="330"/>
                  </a:lnTo>
                  <a:lnTo>
                    <a:pt x="451" y="315"/>
                  </a:lnTo>
                  <a:lnTo>
                    <a:pt x="503" y="285"/>
                  </a:lnTo>
                  <a:lnTo>
                    <a:pt x="548" y="248"/>
                  </a:lnTo>
                  <a:lnTo>
                    <a:pt x="586" y="203"/>
                  </a:lnTo>
                  <a:lnTo>
                    <a:pt x="616" y="150"/>
                  </a:lnTo>
                  <a:lnTo>
                    <a:pt x="616" y="150"/>
                  </a:lnTo>
                  <a:lnTo>
                    <a:pt x="623" y="112"/>
                  </a:lnTo>
                  <a:lnTo>
                    <a:pt x="631" y="75"/>
                  </a:lnTo>
                  <a:lnTo>
                    <a:pt x="631" y="37"/>
                  </a:lnTo>
                  <a:lnTo>
                    <a:pt x="631" y="0"/>
                  </a:lnTo>
                  <a:lnTo>
                    <a:pt x="631" y="0"/>
                  </a:lnTo>
                  <a:lnTo>
                    <a:pt x="638" y="45"/>
                  </a:lnTo>
                  <a:lnTo>
                    <a:pt x="638" y="90"/>
                  </a:lnTo>
                  <a:lnTo>
                    <a:pt x="638" y="135"/>
                  </a:lnTo>
                  <a:lnTo>
                    <a:pt x="623" y="180"/>
                  </a:lnTo>
                  <a:lnTo>
                    <a:pt x="623" y="180"/>
                  </a:lnTo>
                  <a:lnTo>
                    <a:pt x="593" y="233"/>
                  </a:lnTo>
                  <a:lnTo>
                    <a:pt x="556" y="285"/>
                  </a:lnTo>
                  <a:lnTo>
                    <a:pt x="518" y="323"/>
                  </a:lnTo>
                  <a:lnTo>
                    <a:pt x="466" y="353"/>
                  </a:lnTo>
                  <a:lnTo>
                    <a:pt x="413" y="375"/>
                  </a:lnTo>
                  <a:lnTo>
                    <a:pt x="353" y="383"/>
                  </a:lnTo>
                  <a:lnTo>
                    <a:pt x="293" y="375"/>
                  </a:lnTo>
                  <a:lnTo>
                    <a:pt x="225" y="360"/>
                  </a:lnTo>
                  <a:lnTo>
                    <a:pt x="225" y="360"/>
                  </a:lnTo>
                  <a:lnTo>
                    <a:pt x="180" y="338"/>
                  </a:lnTo>
                  <a:lnTo>
                    <a:pt x="143" y="315"/>
                  </a:lnTo>
                  <a:lnTo>
                    <a:pt x="113" y="285"/>
                  </a:lnTo>
                  <a:lnTo>
                    <a:pt x="83" y="248"/>
                  </a:lnTo>
                  <a:lnTo>
                    <a:pt x="53" y="203"/>
                  </a:lnTo>
                  <a:lnTo>
                    <a:pt x="30" y="165"/>
                  </a:lnTo>
                  <a:lnTo>
                    <a:pt x="15" y="120"/>
                  </a:lnTo>
                  <a:lnTo>
                    <a:pt x="0" y="75"/>
                  </a:lnTo>
                  <a:lnTo>
                    <a:pt x="0" y="75"/>
                  </a:lnTo>
                  <a:lnTo>
                    <a:pt x="38" y="150"/>
                  </a:lnTo>
                  <a:lnTo>
                    <a:pt x="83" y="218"/>
                  </a:lnTo>
                  <a:lnTo>
                    <a:pt x="143" y="270"/>
                  </a:lnTo>
                  <a:lnTo>
                    <a:pt x="180" y="293"/>
                  </a:lnTo>
                  <a:lnTo>
                    <a:pt x="218" y="308"/>
                  </a:lnTo>
                  <a:lnTo>
                    <a:pt x="218" y="30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89" name="Google Shape;4189;p80"/>
            <p:cNvSpPr/>
            <p:nvPr/>
          </p:nvSpPr>
          <p:spPr>
            <a:xfrm>
              <a:off x="773113" y="5788025"/>
              <a:ext cx="679450" cy="525463"/>
            </a:xfrm>
            <a:custGeom>
              <a:avLst/>
              <a:gdLst/>
              <a:ahLst/>
              <a:cxnLst/>
              <a:rect l="l" t="t" r="r" b="b"/>
              <a:pathLst>
                <a:path w="428" h="331" extrusionOk="0">
                  <a:moveTo>
                    <a:pt x="293" y="53"/>
                  </a:moveTo>
                  <a:lnTo>
                    <a:pt x="293" y="53"/>
                  </a:lnTo>
                  <a:lnTo>
                    <a:pt x="255" y="46"/>
                  </a:lnTo>
                  <a:lnTo>
                    <a:pt x="225" y="38"/>
                  </a:lnTo>
                  <a:lnTo>
                    <a:pt x="195" y="46"/>
                  </a:lnTo>
                  <a:lnTo>
                    <a:pt x="165" y="46"/>
                  </a:lnTo>
                  <a:lnTo>
                    <a:pt x="135" y="61"/>
                  </a:lnTo>
                  <a:lnTo>
                    <a:pt x="105" y="76"/>
                  </a:lnTo>
                  <a:lnTo>
                    <a:pt x="82" y="98"/>
                  </a:lnTo>
                  <a:lnTo>
                    <a:pt x="60" y="121"/>
                  </a:lnTo>
                  <a:lnTo>
                    <a:pt x="60" y="121"/>
                  </a:lnTo>
                  <a:lnTo>
                    <a:pt x="45" y="143"/>
                  </a:lnTo>
                  <a:lnTo>
                    <a:pt x="45" y="166"/>
                  </a:lnTo>
                  <a:lnTo>
                    <a:pt x="45" y="181"/>
                  </a:lnTo>
                  <a:lnTo>
                    <a:pt x="45" y="181"/>
                  </a:lnTo>
                  <a:lnTo>
                    <a:pt x="52" y="196"/>
                  </a:lnTo>
                  <a:lnTo>
                    <a:pt x="67" y="203"/>
                  </a:lnTo>
                  <a:lnTo>
                    <a:pt x="90" y="218"/>
                  </a:lnTo>
                  <a:lnTo>
                    <a:pt x="90" y="218"/>
                  </a:lnTo>
                  <a:lnTo>
                    <a:pt x="120" y="248"/>
                  </a:lnTo>
                  <a:lnTo>
                    <a:pt x="127" y="278"/>
                  </a:lnTo>
                  <a:lnTo>
                    <a:pt x="127" y="301"/>
                  </a:lnTo>
                  <a:lnTo>
                    <a:pt x="120" y="316"/>
                  </a:lnTo>
                  <a:lnTo>
                    <a:pt x="120" y="316"/>
                  </a:lnTo>
                  <a:lnTo>
                    <a:pt x="105" y="331"/>
                  </a:lnTo>
                  <a:lnTo>
                    <a:pt x="75" y="331"/>
                  </a:lnTo>
                  <a:lnTo>
                    <a:pt x="60" y="331"/>
                  </a:lnTo>
                  <a:lnTo>
                    <a:pt x="45" y="316"/>
                  </a:lnTo>
                  <a:lnTo>
                    <a:pt x="30" y="301"/>
                  </a:lnTo>
                  <a:lnTo>
                    <a:pt x="15" y="278"/>
                  </a:lnTo>
                  <a:lnTo>
                    <a:pt x="15" y="278"/>
                  </a:lnTo>
                  <a:lnTo>
                    <a:pt x="7" y="256"/>
                  </a:lnTo>
                  <a:lnTo>
                    <a:pt x="0" y="226"/>
                  </a:lnTo>
                  <a:lnTo>
                    <a:pt x="7" y="181"/>
                  </a:lnTo>
                  <a:lnTo>
                    <a:pt x="15" y="143"/>
                  </a:lnTo>
                  <a:lnTo>
                    <a:pt x="22" y="128"/>
                  </a:lnTo>
                  <a:lnTo>
                    <a:pt x="22" y="128"/>
                  </a:lnTo>
                  <a:lnTo>
                    <a:pt x="45" y="91"/>
                  </a:lnTo>
                  <a:lnTo>
                    <a:pt x="67" y="61"/>
                  </a:lnTo>
                  <a:lnTo>
                    <a:pt x="97" y="38"/>
                  </a:lnTo>
                  <a:lnTo>
                    <a:pt x="135" y="23"/>
                  </a:lnTo>
                  <a:lnTo>
                    <a:pt x="165" y="8"/>
                  </a:lnTo>
                  <a:lnTo>
                    <a:pt x="203" y="0"/>
                  </a:lnTo>
                  <a:lnTo>
                    <a:pt x="240" y="0"/>
                  </a:lnTo>
                  <a:lnTo>
                    <a:pt x="285" y="15"/>
                  </a:lnTo>
                  <a:lnTo>
                    <a:pt x="285" y="15"/>
                  </a:lnTo>
                  <a:lnTo>
                    <a:pt x="308" y="30"/>
                  </a:lnTo>
                  <a:lnTo>
                    <a:pt x="330" y="46"/>
                  </a:lnTo>
                  <a:lnTo>
                    <a:pt x="375" y="91"/>
                  </a:lnTo>
                  <a:lnTo>
                    <a:pt x="405" y="143"/>
                  </a:lnTo>
                  <a:lnTo>
                    <a:pt x="428" y="196"/>
                  </a:lnTo>
                  <a:lnTo>
                    <a:pt x="428" y="196"/>
                  </a:lnTo>
                  <a:lnTo>
                    <a:pt x="405" y="158"/>
                  </a:lnTo>
                  <a:lnTo>
                    <a:pt x="375" y="113"/>
                  </a:lnTo>
                  <a:lnTo>
                    <a:pt x="338" y="83"/>
                  </a:lnTo>
                  <a:lnTo>
                    <a:pt x="293" y="53"/>
                  </a:lnTo>
                  <a:lnTo>
                    <a:pt x="293" y="5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90" name="Google Shape;4190;p80"/>
            <p:cNvSpPr/>
            <p:nvPr/>
          </p:nvSpPr>
          <p:spPr>
            <a:xfrm>
              <a:off x="414338" y="5287963"/>
              <a:ext cx="1562100" cy="930275"/>
            </a:xfrm>
            <a:custGeom>
              <a:avLst/>
              <a:gdLst/>
              <a:ahLst/>
              <a:cxnLst/>
              <a:rect l="l" t="t" r="r" b="b"/>
              <a:pathLst>
                <a:path w="984" h="586" extrusionOk="0">
                  <a:moveTo>
                    <a:pt x="669" y="98"/>
                  </a:moveTo>
                  <a:lnTo>
                    <a:pt x="669" y="98"/>
                  </a:lnTo>
                  <a:lnTo>
                    <a:pt x="624" y="83"/>
                  </a:lnTo>
                  <a:lnTo>
                    <a:pt x="571" y="75"/>
                  </a:lnTo>
                  <a:lnTo>
                    <a:pt x="526" y="68"/>
                  </a:lnTo>
                  <a:lnTo>
                    <a:pt x="481" y="60"/>
                  </a:lnTo>
                  <a:lnTo>
                    <a:pt x="391" y="75"/>
                  </a:lnTo>
                  <a:lnTo>
                    <a:pt x="301" y="98"/>
                  </a:lnTo>
                  <a:lnTo>
                    <a:pt x="226" y="143"/>
                  </a:lnTo>
                  <a:lnTo>
                    <a:pt x="151" y="195"/>
                  </a:lnTo>
                  <a:lnTo>
                    <a:pt x="121" y="233"/>
                  </a:lnTo>
                  <a:lnTo>
                    <a:pt x="91" y="270"/>
                  </a:lnTo>
                  <a:lnTo>
                    <a:pt x="68" y="308"/>
                  </a:lnTo>
                  <a:lnTo>
                    <a:pt x="45" y="353"/>
                  </a:lnTo>
                  <a:lnTo>
                    <a:pt x="45" y="353"/>
                  </a:lnTo>
                  <a:lnTo>
                    <a:pt x="23" y="413"/>
                  </a:lnTo>
                  <a:lnTo>
                    <a:pt x="15" y="473"/>
                  </a:lnTo>
                  <a:lnTo>
                    <a:pt x="15" y="533"/>
                  </a:lnTo>
                  <a:lnTo>
                    <a:pt x="23" y="586"/>
                  </a:lnTo>
                  <a:lnTo>
                    <a:pt x="23" y="586"/>
                  </a:lnTo>
                  <a:lnTo>
                    <a:pt x="8" y="518"/>
                  </a:lnTo>
                  <a:lnTo>
                    <a:pt x="0" y="451"/>
                  </a:lnTo>
                  <a:lnTo>
                    <a:pt x="8" y="376"/>
                  </a:lnTo>
                  <a:lnTo>
                    <a:pt x="30" y="300"/>
                  </a:lnTo>
                  <a:lnTo>
                    <a:pt x="30" y="300"/>
                  </a:lnTo>
                  <a:lnTo>
                    <a:pt x="76" y="218"/>
                  </a:lnTo>
                  <a:lnTo>
                    <a:pt x="98" y="180"/>
                  </a:lnTo>
                  <a:lnTo>
                    <a:pt x="128" y="143"/>
                  </a:lnTo>
                  <a:lnTo>
                    <a:pt x="166" y="105"/>
                  </a:lnTo>
                  <a:lnTo>
                    <a:pt x="203" y="75"/>
                  </a:lnTo>
                  <a:lnTo>
                    <a:pt x="248" y="45"/>
                  </a:lnTo>
                  <a:lnTo>
                    <a:pt x="293" y="22"/>
                  </a:lnTo>
                  <a:lnTo>
                    <a:pt x="293" y="22"/>
                  </a:lnTo>
                  <a:lnTo>
                    <a:pt x="338" y="7"/>
                  </a:lnTo>
                  <a:lnTo>
                    <a:pt x="383" y="0"/>
                  </a:lnTo>
                  <a:lnTo>
                    <a:pt x="429" y="0"/>
                  </a:lnTo>
                  <a:lnTo>
                    <a:pt x="481" y="0"/>
                  </a:lnTo>
                  <a:lnTo>
                    <a:pt x="579" y="15"/>
                  </a:lnTo>
                  <a:lnTo>
                    <a:pt x="669" y="53"/>
                  </a:lnTo>
                  <a:lnTo>
                    <a:pt x="669" y="53"/>
                  </a:lnTo>
                  <a:lnTo>
                    <a:pt x="737" y="83"/>
                  </a:lnTo>
                  <a:lnTo>
                    <a:pt x="789" y="120"/>
                  </a:lnTo>
                  <a:lnTo>
                    <a:pt x="834" y="158"/>
                  </a:lnTo>
                  <a:lnTo>
                    <a:pt x="872" y="203"/>
                  </a:lnTo>
                  <a:lnTo>
                    <a:pt x="909" y="255"/>
                  </a:lnTo>
                  <a:lnTo>
                    <a:pt x="939" y="308"/>
                  </a:lnTo>
                  <a:lnTo>
                    <a:pt x="984" y="413"/>
                  </a:lnTo>
                  <a:lnTo>
                    <a:pt x="984" y="413"/>
                  </a:lnTo>
                  <a:lnTo>
                    <a:pt x="962" y="368"/>
                  </a:lnTo>
                  <a:lnTo>
                    <a:pt x="932" y="315"/>
                  </a:lnTo>
                  <a:lnTo>
                    <a:pt x="894" y="270"/>
                  </a:lnTo>
                  <a:lnTo>
                    <a:pt x="857" y="225"/>
                  </a:lnTo>
                  <a:lnTo>
                    <a:pt x="812" y="188"/>
                  </a:lnTo>
                  <a:lnTo>
                    <a:pt x="767" y="158"/>
                  </a:lnTo>
                  <a:lnTo>
                    <a:pt x="721" y="128"/>
                  </a:lnTo>
                  <a:lnTo>
                    <a:pt x="669" y="98"/>
                  </a:lnTo>
                  <a:lnTo>
                    <a:pt x="669" y="9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91" name="Google Shape;4191;p80"/>
            <p:cNvSpPr/>
            <p:nvPr/>
          </p:nvSpPr>
          <p:spPr>
            <a:xfrm>
              <a:off x="-74612" y="5956300"/>
              <a:ext cx="2159000" cy="930729"/>
            </a:xfrm>
            <a:custGeom>
              <a:avLst/>
              <a:gdLst/>
              <a:ahLst/>
              <a:cxnLst/>
              <a:rect l="l" t="t" r="r" b="b"/>
              <a:pathLst>
                <a:path w="2159000" h="930729" extrusionOk="0">
                  <a:moveTo>
                    <a:pt x="0" y="917575"/>
                  </a:moveTo>
                  <a:lnTo>
                    <a:pt x="10085" y="930729"/>
                  </a:lnTo>
                  <a:lnTo>
                    <a:pt x="7962" y="930729"/>
                  </a:lnTo>
                  <a:close/>
                  <a:moveTo>
                    <a:pt x="2063750" y="0"/>
                  </a:moveTo>
                  <a:lnTo>
                    <a:pt x="2098675" y="82550"/>
                  </a:lnTo>
                  <a:lnTo>
                    <a:pt x="2122488" y="177800"/>
                  </a:lnTo>
                  <a:lnTo>
                    <a:pt x="2146300" y="285750"/>
                  </a:lnTo>
                  <a:lnTo>
                    <a:pt x="2159000" y="381000"/>
                  </a:lnTo>
                  <a:lnTo>
                    <a:pt x="2159000" y="476250"/>
                  </a:lnTo>
                  <a:lnTo>
                    <a:pt x="2146300" y="584200"/>
                  </a:lnTo>
                  <a:lnTo>
                    <a:pt x="2122488" y="679450"/>
                  </a:lnTo>
                  <a:lnTo>
                    <a:pt x="2087563" y="774700"/>
                  </a:lnTo>
                  <a:lnTo>
                    <a:pt x="2039938" y="881063"/>
                  </a:lnTo>
                  <a:lnTo>
                    <a:pt x="2003298" y="930729"/>
                  </a:lnTo>
                  <a:lnTo>
                    <a:pt x="1904263" y="930729"/>
                  </a:lnTo>
                  <a:lnTo>
                    <a:pt x="1931988" y="893763"/>
                  </a:lnTo>
                  <a:lnTo>
                    <a:pt x="1992313" y="785813"/>
                  </a:lnTo>
                  <a:lnTo>
                    <a:pt x="2039938" y="679450"/>
                  </a:lnTo>
                  <a:lnTo>
                    <a:pt x="2074863" y="595313"/>
                  </a:lnTo>
                  <a:lnTo>
                    <a:pt x="2098675" y="512763"/>
                  </a:lnTo>
                  <a:lnTo>
                    <a:pt x="2111375" y="415925"/>
                  </a:lnTo>
                  <a:lnTo>
                    <a:pt x="2111375" y="333375"/>
                  </a:lnTo>
                  <a:lnTo>
                    <a:pt x="2111375" y="249238"/>
                  </a:lnTo>
                  <a:lnTo>
                    <a:pt x="2098675" y="166688"/>
                  </a:lnTo>
                  <a:lnTo>
                    <a:pt x="2087563" y="8255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92" name="Google Shape;4192;p80"/>
            <p:cNvSpPr/>
            <p:nvPr/>
          </p:nvSpPr>
          <p:spPr>
            <a:xfrm>
              <a:off x="998538" y="6051550"/>
              <a:ext cx="227013" cy="261938"/>
            </a:xfrm>
            <a:custGeom>
              <a:avLst/>
              <a:gdLst/>
              <a:ahLst/>
              <a:cxnLst/>
              <a:rect l="l" t="t" r="r" b="b"/>
              <a:pathLst>
                <a:path w="143" h="165" extrusionOk="0">
                  <a:moveTo>
                    <a:pt x="136" y="52"/>
                  </a:moveTo>
                  <a:lnTo>
                    <a:pt x="136" y="52"/>
                  </a:lnTo>
                  <a:lnTo>
                    <a:pt x="143" y="75"/>
                  </a:lnTo>
                  <a:lnTo>
                    <a:pt x="143" y="97"/>
                  </a:lnTo>
                  <a:lnTo>
                    <a:pt x="136" y="120"/>
                  </a:lnTo>
                  <a:lnTo>
                    <a:pt x="128" y="135"/>
                  </a:lnTo>
                  <a:lnTo>
                    <a:pt x="113" y="150"/>
                  </a:lnTo>
                  <a:lnTo>
                    <a:pt x="91" y="165"/>
                  </a:lnTo>
                  <a:lnTo>
                    <a:pt x="76" y="165"/>
                  </a:lnTo>
                  <a:lnTo>
                    <a:pt x="53" y="165"/>
                  </a:lnTo>
                  <a:lnTo>
                    <a:pt x="53" y="165"/>
                  </a:lnTo>
                  <a:lnTo>
                    <a:pt x="76" y="150"/>
                  </a:lnTo>
                  <a:lnTo>
                    <a:pt x="98" y="120"/>
                  </a:lnTo>
                  <a:lnTo>
                    <a:pt x="106" y="90"/>
                  </a:lnTo>
                  <a:lnTo>
                    <a:pt x="98" y="67"/>
                  </a:lnTo>
                  <a:lnTo>
                    <a:pt x="91" y="52"/>
                  </a:lnTo>
                  <a:lnTo>
                    <a:pt x="91" y="52"/>
                  </a:lnTo>
                  <a:lnTo>
                    <a:pt x="76" y="30"/>
                  </a:lnTo>
                  <a:lnTo>
                    <a:pt x="53" y="22"/>
                  </a:lnTo>
                  <a:lnTo>
                    <a:pt x="31" y="7"/>
                  </a:lnTo>
                  <a:lnTo>
                    <a:pt x="0" y="7"/>
                  </a:lnTo>
                  <a:lnTo>
                    <a:pt x="0" y="7"/>
                  </a:lnTo>
                  <a:lnTo>
                    <a:pt x="46" y="0"/>
                  </a:lnTo>
                  <a:lnTo>
                    <a:pt x="83" y="7"/>
                  </a:lnTo>
                  <a:lnTo>
                    <a:pt x="113" y="30"/>
                  </a:lnTo>
                  <a:lnTo>
                    <a:pt x="136" y="52"/>
                  </a:lnTo>
                  <a:lnTo>
                    <a:pt x="136" y="52"/>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193" name="Google Shape;4193;p80"/>
            <p:cNvSpPr/>
            <p:nvPr/>
          </p:nvSpPr>
          <p:spPr>
            <a:xfrm>
              <a:off x="820738" y="4822825"/>
              <a:ext cx="238125" cy="285750"/>
            </a:xfrm>
            <a:custGeom>
              <a:avLst/>
              <a:gdLst/>
              <a:ahLst/>
              <a:cxnLst/>
              <a:rect l="l" t="t" r="r" b="b"/>
              <a:pathLst>
                <a:path w="150" h="180" extrusionOk="0">
                  <a:moveTo>
                    <a:pt x="143" y="135"/>
                  </a:moveTo>
                  <a:lnTo>
                    <a:pt x="143" y="135"/>
                  </a:lnTo>
                  <a:lnTo>
                    <a:pt x="127" y="158"/>
                  </a:lnTo>
                  <a:lnTo>
                    <a:pt x="112" y="173"/>
                  </a:lnTo>
                  <a:lnTo>
                    <a:pt x="90" y="180"/>
                  </a:lnTo>
                  <a:lnTo>
                    <a:pt x="67" y="180"/>
                  </a:lnTo>
                  <a:lnTo>
                    <a:pt x="45" y="180"/>
                  </a:lnTo>
                  <a:lnTo>
                    <a:pt x="22" y="173"/>
                  </a:lnTo>
                  <a:lnTo>
                    <a:pt x="7" y="158"/>
                  </a:lnTo>
                  <a:lnTo>
                    <a:pt x="0" y="135"/>
                  </a:lnTo>
                  <a:lnTo>
                    <a:pt x="0" y="135"/>
                  </a:lnTo>
                  <a:lnTo>
                    <a:pt x="30" y="150"/>
                  </a:lnTo>
                  <a:lnTo>
                    <a:pt x="67" y="150"/>
                  </a:lnTo>
                  <a:lnTo>
                    <a:pt x="90" y="135"/>
                  </a:lnTo>
                  <a:lnTo>
                    <a:pt x="105" y="120"/>
                  </a:lnTo>
                  <a:lnTo>
                    <a:pt x="112" y="105"/>
                  </a:lnTo>
                  <a:lnTo>
                    <a:pt x="112" y="105"/>
                  </a:lnTo>
                  <a:lnTo>
                    <a:pt x="120" y="83"/>
                  </a:lnTo>
                  <a:lnTo>
                    <a:pt x="120" y="53"/>
                  </a:lnTo>
                  <a:lnTo>
                    <a:pt x="112" y="30"/>
                  </a:lnTo>
                  <a:lnTo>
                    <a:pt x="97" y="0"/>
                  </a:lnTo>
                  <a:lnTo>
                    <a:pt x="97" y="0"/>
                  </a:lnTo>
                  <a:lnTo>
                    <a:pt x="127" y="38"/>
                  </a:lnTo>
                  <a:lnTo>
                    <a:pt x="143" y="75"/>
                  </a:lnTo>
                  <a:lnTo>
                    <a:pt x="150" y="105"/>
                  </a:lnTo>
                  <a:lnTo>
                    <a:pt x="143" y="135"/>
                  </a:lnTo>
                  <a:lnTo>
                    <a:pt x="143" y="13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grpSp>
      <p:sp>
        <p:nvSpPr>
          <p:cNvPr id="4194" name="Google Shape;4194;p80"/>
          <p:cNvSpPr txBox="1"/>
          <p:nvPr/>
        </p:nvSpPr>
        <p:spPr>
          <a:xfrm>
            <a:off x="6527633" y="630862"/>
            <a:ext cx="3946500" cy="4894800"/>
          </a:xfrm>
          <a:prstGeom prst="rect">
            <a:avLst/>
          </a:prstGeom>
          <a:noFill/>
          <a:ln>
            <a:noFill/>
          </a:ln>
        </p:spPr>
        <p:txBody>
          <a:bodyPr spcFirstLastPara="1" wrap="square" lIns="91425" tIns="45700" rIns="91425" bIns="45700" anchor="t" anchorCtr="0">
            <a:spAutoFit/>
          </a:bodyPr>
          <a:lstStyle/>
          <a:p>
            <a:endParaRPr sz="2400" b="1" dirty="0">
              <a:solidFill>
                <a:srgbClr val="1D1B10"/>
              </a:solidFill>
              <a:latin typeface="Arial"/>
              <a:ea typeface="Arial"/>
              <a:cs typeface="Arial"/>
              <a:sym typeface="Arial"/>
            </a:endParaRPr>
          </a:p>
          <a:p>
            <a:r>
              <a:rPr lang="en-US" sz="2400" b="1" dirty="0">
                <a:solidFill>
                  <a:srgbClr val="1D1B10"/>
                </a:solidFill>
                <a:latin typeface="Arial"/>
                <a:ea typeface="Arial"/>
                <a:cs typeface="Arial"/>
                <a:sym typeface="Arial"/>
              </a:rPr>
              <a:t>Preparation</a:t>
            </a:r>
            <a:r>
              <a:rPr lang="en-US" sz="2400" dirty="0">
                <a:solidFill>
                  <a:srgbClr val="1D1B10"/>
                </a:solidFill>
                <a:latin typeface="Arial"/>
                <a:ea typeface="Arial"/>
                <a:cs typeface="Arial"/>
                <a:sym typeface="Arial"/>
              </a:rPr>
              <a:t>: </a:t>
            </a:r>
            <a:endParaRPr dirty="0"/>
          </a:p>
          <a:p>
            <a:endParaRPr sz="2400" dirty="0">
              <a:solidFill>
                <a:srgbClr val="1D1B10"/>
              </a:solidFill>
              <a:latin typeface="Arial"/>
              <a:ea typeface="Arial"/>
              <a:cs typeface="Arial"/>
              <a:sym typeface="Arial"/>
            </a:endParaRPr>
          </a:p>
          <a:p>
            <a:r>
              <a:rPr lang="en-US" sz="2400" dirty="0">
                <a:solidFill>
                  <a:srgbClr val="1D1B10"/>
                </a:solidFill>
                <a:latin typeface="Arial"/>
                <a:ea typeface="Arial"/>
                <a:cs typeface="Arial"/>
                <a:sym typeface="Arial"/>
              </a:rPr>
              <a:t>Part of showing respect for the Instructor is to come to class prepared.  If preparation is required for the class and the student comes to class unprepared, he/she may have to observe during that portion of the class which required preparation.  </a:t>
            </a:r>
            <a:endParaRPr dirty="0"/>
          </a:p>
        </p:txBody>
      </p:sp>
      <p:sp>
        <p:nvSpPr>
          <p:cNvPr id="4195" name="Google Shape;4195;p80"/>
          <p:cNvSpPr/>
          <p:nvPr/>
        </p:nvSpPr>
        <p:spPr>
          <a:xfrm>
            <a:off x="1522817" y="899848"/>
            <a:ext cx="7964400" cy="584700"/>
          </a:xfrm>
          <a:prstGeom prst="rect">
            <a:avLst/>
          </a:prstGeom>
          <a:noFill/>
          <a:ln>
            <a:noFill/>
          </a:ln>
        </p:spPr>
        <p:txBody>
          <a:bodyPr spcFirstLastPara="1" wrap="square" lIns="91425" tIns="45700" rIns="91425" bIns="45700" anchor="t" anchorCtr="0">
            <a:spAutoFit/>
          </a:bodyPr>
          <a:lstStyle/>
          <a:p>
            <a:r>
              <a:rPr lang="en-US" sz="3200" b="1">
                <a:solidFill>
                  <a:srgbClr val="1D1B10"/>
                </a:solidFill>
                <a:latin typeface="Arial"/>
                <a:ea typeface="Arial"/>
                <a:cs typeface="Arial"/>
                <a:sym typeface="Arial"/>
              </a:rPr>
              <a:t>9.  Be prepared!</a:t>
            </a:r>
            <a:endParaRPr sz="3200">
              <a:solidFill>
                <a:srgbClr val="1D1B10"/>
              </a:solidFill>
              <a:latin typeface="Arial"/>
              <a:ea typeface="Arial"/>
              <a:cs typeface="Arial"/>
              <a:sym typeface="Arial"/>
            </a:endParaRPr>
          </a:p>
        </p:txBody>
      </p:sp>
      <p:pic>
        <p:nvPicPr>
          <p:cNvPr id="4196" name="Google Shape;4196;p80"/>
          <p:cNvPicPr preferRelativeResize="0"/>
          <p:nvPr/>
        </p:nvPicPr>
        <p:blipFill rotWithShape="1">
          <a:blip r:embed="rId3">
            <a:alphaModFix/>
          </a:blip>
          <a:srcRect/>
          <a:stretch/>
        </p:blipFill>
        <p:spPr>
          <a:xfrm>
            <a:off x="2596212" y="1945352"/>
            <a:ext cx="2908466" cy="437064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01"/>
        <p:cNvGrpSpPr/>
        <p:nvPr/>
      </p:nvGrpSpPr>
      <p:grpSpPr>
        <a:xfrm>
          <a:off x="0" y="0"/>
          <a:ext cx="0" cy="0"/>
          <a:chOff x="0" y="0"/>
          <a:chExt cx="0" cy="0"/>
        </a:xfrm>
      </p:grpSpPr>
      <p:sp>
        <p:nvSpPr>
          <p:cNvPr id="4253" name="Google Shape;4253;p81"/>
          <p:cNvSpPr txBox="1"/>
          <p:nvPr/>
        </p:nvSpPr>
        <p:spPr>
          <a:xfrm>
            <a:off x="6324409" y="326063"/>
            <a:ext cx="4149751" cy="5632311"/>
          </a:xfrm>
          <a:prstGeom prst="rect">
            <a:avLst/>
          </a:prstGeom>
          <a:noFill/>
          <a:ln>
            <a:noFill/>
          </a:ln>
        </p:spPr>
        <p:txBody>
          <a:bodyPr spcFirstLastPara="1" wrap="square" lIns="91425" tIns="45700" rIns="91425" bIns="45700" anchor="t" anchorCtr="0">
            <a:spAutoFit/>
          </a:bodyPr>
          <a:lstStyle/>
          <a:p>
            <a:endParaRPr sz="2400" b="1" dirty="0">
              <a:solidFill>
                <a:srgbClr val="1D1B10"/>
              </a:solidFill>
              <a:latin typeface="Arial"/>
              <a:ea typeface="Arial"/>
              <a:cs typeface="Arial"/>
              <a:sym typeface="Arial"/>
            </a:endParaRPr>
          </a:p>
          <a:p>
            <a:endParaRPr sz="2400" b="1" dirty="0">
              <a:solidFill>
                <a:srgbClr val="1D1B10"/>
              </a:solidFill>
              <a:latin typeface="Arial"/>
              <a:ea typeface="Arial"/>
              <a:cs typeface="Arial"/>
              <a:sym typeface="Arial"/>
            </a:endParaRPr>
          </a:p>
          <a:p>
            <a:r>
              <a:rPr lang="en-US" sz="2400" b="1" dirty="0">
                <a:solidFill>
                  <a:srgbClr val="1D1B10"/>
                </a:solidFill>
                <a:latin typeface="Arial"/>
                <a:ea typeface="Arial"/>
                <a:cs typeface="Arial"/>
                <a:sym typeface="Arial"/>
              </a:rPr>
              <a:t>  Being an Example: </a:t>
            </a:r>
            <a:endParaRPr sz="2400" dirty="0">
              <a:solidFill>
                <a:srgbClr val="1D1B10"/>
              </a:solidFill>
              <a:latin typeface="Arial"/>
              <a:ea typeface="Arial"/>
              <a:cs typeface="Arial"/>
              <a:sym typeface="Arial"/>
            </a:endParaRPr>
          </a:p>
          <a:p>
            <a:endParaRPr sz="2400" dirty="0">
              <a:solidFill>
                <a:srgbClr val="1D1B10"/>
              </a:solidFill>
              <a:latin typeface="Arial"/>
              <a:ea typeface="Arial"/>
              <a:cs typeface="Arial"/>
              <a:sym typeface="Arial"/>
            </a:endParaRPr>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All members should be mindful that they will be looked to by younger peers for examples of the standard of behavior in each situation. </a:t>
            </a:r>
            <a:endParaRPr dirty="0"/>
          </a:p>
          <a:p>
            <a:pPr marL="342900" indent="-190500">
              <a:buClr>
                <a:schemeClr val="lt1"/>
              </a:buClr>
              <a:buSzPts val="2400"/>
            </a:pPr>
            <a:endParaRPr sz="2400" dirty="0">
              <a:solidFill>
                <a:srgbClr val="1D1B10"/>
              </a:solidFill>
              <a:latin typeface="Arial"/>
              <a:ea typeface="Arial"/>
              <a:cs typeface="Arial"/>
              <a:sym typeface="Arial"/>
            </a:endParaRPr>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Set a good example and offer deference to younger members at all events.</a:t>
            </a:r>
            <a:endParaRPr dirty="0"/>
          </a:p>
          <a:p>
            <a:r>
              <a:rPr lang="en-US" sz="2400" dirty="0">
                <a:solidFill>
                  <a:srgbClr val="1D1B10"/>
                </a:solidFill>
                <a:latin typeface="Arial"/>
                <a:ea typeface="Arial"/>
                <a:cs typeface="Arial"/>
                <a:sym typeface="Arial"/>
              </a:rPr>
              <a:t> </a:t>
            </a:r>
            <a:endParaRPr dirty="0"/>
          </a:p>
        </p:txBody>
      </p:sp>
      <p:sp>
        <p:nvSpPr>
          <p:cNvPr id="4254" name="Google Shape;4254;p81"/>
          <p:cNvSpPr/>
          <p:nvPr/>
        </p:nvSpPr>
        <p:spPr>
          <a:xfrm>
            <a:off x="1522817" y="928984"/>
            <a:ext cx="7964400" cy="584700"/>
          </a:xfrm>
          <a:prstGeom prst="rect">
            <a:avLst/>
          </a:prstGeom>
          <a:noFill/>
          <a:ln>
            <a:noFill/>
          </a:ln>
        </p:spPr>
        <p:txBody>
          <a:bodyPr spcFirstLastPara="1" wrap="square" lIns="91425" tIns="45700" rIns="91425" bIns="45700" anchor="t" anchorCtr="0">
            <a:spAutoFit/>
          </a:bodyPr>
          <a:lstStyle/>
          <a:p>
            <a:r>
              <a:rPr lang="en-US" sz="3200" b="1">
                <a:solidFill>
                  <a:srgbClr val="1D1B10"/>
                </a:solidFill>
                <a:latin typeface="Arial"/>
                <a:ea typeface="Arial"/>
                <a:cs typeface="Arial"/>
                <a:sym typeface="Arial"/>
              </a:rPr>
              <a:t>10. Set an example!</a:t>
            </a:r>
            <a:endParaRPr sz="3200">
              <a:solidFill>
                <a:srgbClr val="1D1B10"/>
              </a:solidFill>
              <a:latin typeface="Arial"/>
              <a:ea typeface="Arial"/>
              <a:cs typeface="Arial"/>
              <a:sym typeface="Arial"/>
            </a:endParaRPr>
          </a:p>
        </p:txBody>
      </p:sp>
      <p:pic>
        <p:nvPicPr>
          <p:cNvPr id="4255" name="Google Shape;4255;p81"/>
          <p:cNvPicPr preferRelativeResize="0"/>
          <p:nvPr/>
        </p:nvPicPr>
        <p:blipFill rotWithShape="1">
          <a:blip r:embed="rId3">
            <a:alphaModFix/>
          </a:blip>
          <a:srcRect/>
          <a:stretch/>
        </p:blipFill>
        <p:spPr>
          <a:xfrm>
            <a:off x="1923852" y="2597977"/>
            <a:ext cx="4381897" cy="291595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60"/>
        <p:cNvGrpSpPr/>
        <p:nvPr/>
      </p:nvGrpSpPr>
      <p:grpSpPr>
        <a:xfrm>
          <a:off x="0" y="0"/>
          <a:ext cx="0" cy="0"/>
          <a:chOff x="0" y="0"/>
          <a:chExt cx="0" cy="0"/>
        </a:xfrm>
      </p:grpSpPr>
      <p:grpSp>
        <p:nvGrpSpPr>
          <p:cNvPr id="4267" name="Google Shape;4267;p82"/>
          <p:cNvGrpSpPr/>
          <p:nvPr/>
        </p:nvGrpSpPr>
        <p:grpSpPr>
          <a:xfrm>
            <a:off x="1449389" y="1066801"/>
            <a:ext cx="5318125" cy="5820229"/>
            <a:chOff x="-74612" y="1066800"/>
            <a:chExt cx="5318125" cy="5820229"/>
          </a:xfrm>
        </p:grpSpPr>
        <p:sp>
          <p:nvSpPr>
            <p:cNvPr id="4268" name="Google Shape;4268;p82"/>
            <p:cNvSpPr/>
            <p:nvPr/>
          </p:nvSpPr>
          <p:spPr>
            <a:xfrm>
              <a:off x="-2380" y="4214813"/>
              <a:ext cx="596107" cy="1399666"/>
            </a:xfrm>
            <a:custGeom>
              <a:avLst/>
              <a:gdLst/>
              <a:ahLst/>
              <a:cxnLst/>
              <a:rect l="l" t="t" r="r" b="b"/>
              <a:pathLst>
                <a:path w="596107" h="1399666" extrusionOk="0">
                  <a:moveTo>
                    <a:pt x="96044" y="0"/>
                  </a:moveTo>
                  <a:lnTo>
                    <a:pt x="202407" y="34925"/>
                  </a:lnTo>
                  <a:lnTo>
                    <a:pt x="262732" y="71438"/>
                  </a:lnTo>
                  <a:lnTo>
                    <a:pt x="321469" y="107950"/>
                  </a:lnTo>
                  <a:lnTo>
                    <a:pt x="416719" y="203200"/>
                  </a:lnTo>
                  <a:lnTo>
                    <a:pt x="500857" y="322263"/>
                  </a:lnTo>
                  <a:lnTo>
                    <a:pt x="561182" y="441325"/>
                  </a:lnTo>
                  <a:lnTo>
                    <a:pt x="596107" y="571500"/>
                  </a:lnTo>
                  <a:lnTo>
                    <a:pt x="596107" y="715963"/>
                  </a:lnTo>
                  <a:lnTo>
                    <a:pt x="596107" y="774701"/>
                  </a:lnTo>
                  <a:lnTo>
                    <a:pt x="584995" y="846138"/>
                  </a:lnTo>
                  <a:lnTo>
                    <a:pt x="561182" y="906463"/>
                  </a:lnTo>
                  <a:lnTo>
                    <a:pt x="537370" y="977901"/>
                  </a:lnTo>
                  <a:lnTo>
                    <a:pt x="500857" y="1049338"/>
                  </a:lnTo>
                  <a:lnTo>
                    <a:pt x="453232" y="1108076"/>
                  </a:lnTo>
                  <a:lnTo>
                    <a:pt x="392907" y="1168401"/>
                  </a:lnTo>
                  <a:lnTo>
                    <a:pt x="345282" y="1228726"/>
                  </a:lnTo>
                  <a:lnTo>
                    <a:pt x="273844" y="1276351"/>
                  </a:lnTo>
                  <a:lnTo>
                    <a:pt x="215107" y="1311276"/>
                  </a:lnTo>
                  <a:lnTo>
                    <a:pt x="72232" y="1382713"/>
                  </a:lnTo>
                  <a:lnTo>
                    <a:pt x="0" y="1399666"/>
                  </a:lnTo>
                  <a:lnTo>
                    <a:pt x="0" y="1343982"/>
                  </a:lnTo>
                  <a:lnTo>
                    <a:pt x="24607" y="1335088"/>
                  </a:lnTo>
                  <a:lnTo>
                    <a:pt x="154782" y="1263651"/>
                  </a:lnTo>
                  <a:lnTo>
                    <a:pt x="273844" y="1181101"/>
                  </a:lnTo>
                  <a:lnTo>
                    <a:pt x="369094" y="1060451"/>
                  </a:lnTo>
                  <a:lnTo>
                    <a:pt x="453232" y="930276"/>
                  </a:lnTo>
                  <a:lnTo>
                    <a:pt x="500857" y="798513"/>
                  </a:lnTo>
                  <a:lnTo>
                    <a:pt x="513557" y="668338"/>
                  </a:lnTo>
                  <a:lnTo>
                    <a:pt x="513557" y="536575"/>
                  </a:lnTo>
                  <a:lnTo>
                    <a:pt x="477045" y="404813"/>
                  </a:lnTo>
                  <a:lnTo>
                    <a:pt x="429420" y="285750"/>
                  </a:lnTo>
                  <a:lnTo>
                    <a:pt x="345282" y="179388"/>
                  </a:lnTo>
                  <a:lnTo>
                    <a:pt x="250032" y="95250"/>
                  </a:lnTo>
                  <a:lnTo>
                    <a:pt x="143669" y="2381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69" name="Google Shape;4269;p82"/>
            <p:cNvSpPr/>
            <p:nvPr/>
          </p:nvSpPr>
          <p:spPr>
            <a:xfrm>
              <a:off x="-2380" y="4524063"/>
              <a:ext cx="167481" cy="549901"/>
            </a:xfrm>
            <a:custGeom>
              <a:avLst/>
              <a:gdLst/>
              <a:ahLst/>
              <a:cxnLst/>
              <a:rect l="l" t="t" r="r" b="b"/>
              <a:pathLst>
                <a:path w="167481" h="549901" extrusionOk="0">
                  <a:moveTo>
                    <a:pt x="0" y="0"/>
                  </a:moveTo>
                  <a:lnTo>
                    <a:pt x="794" y="313"/>
                  </a:lnTo>
                  <a:lnTo>
                    <a:pt x="59531" y="36825"/>
                  </a:lnTo>
                  <a:lnTo>
                    <a:pt x="107156" y="95563"/>
                  </a:lnTo>
                  <a:lnTo>
                    <a:pt x="130969" y="155888"/>
                  </a:lnTo>
                  <a:lnTo>
                    <a:pt x="154781" y="214625"/>
                  </a:lnTo>
                  <a:lnTo>
                    <a:pt x="167481" y="274950"/>
                  </a:lnTo>
                  <a:lnTo>
                    <a:pt x="154781" y="346388"/>
                  </a:lnTo>
                  <a:lnTo>
                    <a:pt x="130969" y="406713"/>
                  </a:lnTo>
                  <a:lnTo>
                    <a:pt x="96044" y="465451"/>
                  </a:lnTo>
                  <a:lnTo>
                    <a:pt x="48418" y="513076"/>
                  </a:lnTo>
                  <a:lnTo>
                    <a:pt x="794" y="549588"/>
                  </a:lnTo>
                  <a:lnTo>
                    <a:pt x="0" y="549901"/>
                  </a:lnTo>
                  <a:lnTo>
                    <a:pt x="0" y="478910"/>
                  </a:lnTo>
                  <a:lnTo>
                    <a:pt x="794" y="478151"/>
                  </a:lnTo>
                  <a:lnTo>
                    <a:pt x="48418" y="430526"/>
                  </a:lnTo>
                  <a:lnTo>
                    <a:pt x="72231" y="382901"/>
                  </a:lnTo>
                  <a:lnTo>
                    <a:pt x="96044" y="298763"/>
                  </a:lnTo>
                  <a:lnTo>
                    <a:pt x="96044" y="214625"/>
                  </a:lnTo>
                  <a:lnTo>
                    <a:pt x="72231" y="143188"/>
                  </a:lnTo>
                  <a:lnTo>
                    <a:pt x="24606" y="71750"/>
                  </a:lnTo>
                  <a:lnTo>
                    <a:pt x="0" y="7175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70" name="Google Shape;4270;p82"/>
            <p:cNvSpPr/>
            <p:nvPr/>
          </p:nvSpPr>
          <p:spPr>
            <a:xfrm>
              <a:off x="2251075" y="1651000"/>
              <a:ext cx="214313" cy="190500"/>
            </a:xfrm>
            <a:custGeom>
              <a:avLst/>
              <a:gdLst/>
              <a:ahLst/>
              <a:cxnLst/>
              <a:rect l="l" t="t" r="r" b="b"/>
              <a:pathLst>
                <a:path w="135" h="120" extrusionOk="0">
                  <a:moveTo>
                    <a:pt x="30" y="23"/>
                  </a:moveTo>
                  <a:lnTo>
                    <a:pt x="30" y="23"/>
                  </a:lnTo>
                  <a:lnTo>
                    <a:pt x="53" y="8"/>
                  </a:lnTo>
                  <a:lnTo>
                    <a:pt x="68" y="0"/>
                  </a:lnTo>
                  <a:lnTo>
                    <a:pt x="105" y="8"/>
                  </a:lnTo>
                  <a:lnTo>
                    <a:pt x="128" y="15"/>
                  </a:lnTo>
                  <a:lnTo>
                    <a:pt x="135" y="23"/>
                  </a:lnTo>
                  <a:lnTo>
                    <a:pt x="135" y="23"/>
                  </a:lnTo>
                  <a:lnTo>
                    <a:pt x="113" y="23"/>
                  </a:lnTo>
                  <a:lnTo>
                    <a:pt x="83" y="23"/>
                  </a:lnTo>
                  <a:lnTo>
                    <a:pt x="60" y="30"/>
                  </a:lnTo>
                  <a:lnTo>
                    <a:pt x="60" y="30"/>
                  </a:lnTo>
                  <a:lnTo>
                    <a:pt x="38" y="53"/>
                  </a:lnTo>
                  <a:lnTo>
                    <a:pt x="23" y="75"/>
                  </a:lnTo>
                  <a:lnTo>
                    <a:pt x="8" y="98"/>
                  </a:lnTo>
                  <a:lnTo>
                    <a:pt x="0" y="113"/>
                  </a:lnTo>
                  <a:lnTo>
                    <a:pt x="0" y="113"/>
                  </a:lnTo>
                  <a:lnTo>
                    <a:pt x="0" y="120"/>
                  </a:lnTo>
                  <a:lnTo>
                    <a:pt x="0" y="120"/>
                  </a:lnTo>
                  <a:lnTo>
                    <a:pt x="0" y="90"/>
                  </a:lnTo>
                  <a:lnTo>
                    <a:pt x="8" y="60"/>
                  </a:lnTo>
                  <a:lnTo>
                    <a:pt x="23" y="38"/>
                  </a:lnTo>
                  <a:lnTo>
                    <a:pt x="30" y="23"/>
                  </a:lnTo>
                  <a:lnTo>
                    <a:pt x="30" y="2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71" name="Google Shape;4271;p82"/>
            <p:cNvSpPr/>
            <p:nvPr/>
          </p:nvSpPr>
          <p:spPr>
            <a:xfrm>
              <a:off x="2000250" y="1436688"/>
              <a:ext cx="692150" cy="404813"/>
            </a:xfrm>
            <a:custGeom>
              <a:avLst/>
              <a:gdLst/>
              <a:ahLst/>
              <a:cxnLst/>
              <a:rect l="l" t="t" r="r" b="b"/>
              <a:pathLst>
                <a:path w="436" h="255" extrusionOk="0">
                  <a:moveTo>
                    <a:pt x="263" y="0"/>
                  </a:moveTo>
                  <a:lnTo>
                    <a:pt x="263" y="0"/>
                  </a:lnTo>
                  <a:lnTo>
                    <a:pt x="293" y="7"/>
                  </a:lnTo>
                  <a:lnTo>
                    <a:pt x="331" y="22"/>
                  </a:lnTo>
                  <a:lnTo>
                    <a:pt x="361" y="37"/>
                  </a:lnTo>
                  <a:lnTo>
                    <a:pt x="383" y="60"/>
                  </a:lnTo>
                  <a:lnTo>
                    <a:pt x="406" y="82"/>
                  </a:lnTo>
                  <a:lnTo>
                    <a:pt x="421" y="113"/>
                  </a:lnTo>
                  <a:lnTo>
                    <a:pt x="436" y="150"/>
                  </a:lnTo>
                  <a:lnTo>
                    <a:pt x="436" y="180"/>
                  </a:lnTo>
                  <a:lnTo>
                    <a:pt x="436" y="180"/>
                  </a:lnTo>
                  <a:lnTo>
                    <a:pt x="429" y="150"/>
                  </a:lnTo>
                  <a:lnTo>
                    <a:pt x="414" y="128"/>
                  </a:lnTo>
                  <a:lnTo>
                    <a:pt x="399" y="97"/>
                  </a:lnTo>
                  <a:lnTo>
                    <a:pt x="376" y="82"/>
                  </a:lnTo>
                  <a:lnTo>
                    <a:pt x="353" y="60"/>
                  </a:lnTo>
                  <a:lnTo>
                    <a:pt x="323" y="45"/>
                  </a:lnTo>
                  <a:lnTo>
                    <a:pt x="293" y="37"/>
                  </a:lnTo>
                  <a:lnTo>
                    <a:pt x="263" y="30"/>
                  </a:lnTo>
                  <a:lnTo>
                    <a:pt x="263" y="30"/>
                  </a:lnTo>
                  <a:lnTo>
                    <a:pt x="211" y="30"/>
                  </a:lnTo>
                  <a:lnTo>
                    <a:pt x="166" y="45"/>
                  </a:lnTo>
                  <a:lnTo>
                    <a:pt x="121" y="60"/>
                  </a:lnTo>
                  <a:lnTo>
                    <a:pt x="83" y="90"/>
                  </a:lnTo>
                  <a:lnTo>
                    <a:pt x="53" y="120"/>
                  </a:lnTo>
                  <a:lnTo>
                    <a:pt x="30" y="165"/>
                  </a:lnTo>
                  <a:lnTo>
                    <a:pt x="8" y="210"/>
                  </a:lnTo>
                  <a:lnTo>
                    <a:pt x="0" y="255"/>
                  </a:lnTo>
                  <a:lnTo>
                    <a:pt x="0" y="255"/>
                  </a:lnTo>
                  <a:lnTo>
                    <a:pt x="0" y="218"/>
                  </a:lnTo>
                  <a:lnTo>
                    <a:pt x="15" y="173"/>
                  </a:lnTo>
                  <a:lnTo>
                    <a:pt x="30" y="120"/>
                  </a:lnTo>
                  <a:lnTo>
                    <a:pt x="61" y="75"/>
                  </a:lnTo>
                  <a:lnTo>
                    <a:pt x="83" y="52"/>
                  </a:lnTo>
                  <a:lnTo>
                    <a:pt x="106" y="37"/>
                  </a:lnTo>
                  <a:lnTo>
                    <a:pt x="136" y="22"/>
                  </a:lnTo>
                  <a:lnTo>
                    <a:pt x="173" y="7"/>
                  </a:lnTo>
                  <a:lnTo>
                    <a:pt x="211" y="0"/>
                  </a:lnTo>
                  <a:lnTo>
                    <a:pt x="263" y="0"/>
                  </a:lnTo>
                  <a:lnTo>
                    <a:pt x="263" y="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72" name="Google Shape;4272;p82"/>
            <p:cNvSpPr/>
            <p:nvPr/>
          </p:nvSpPr>
          <p:spPr>
            <a:xfrm>
              <a:off x="2251075" y="1722438"/>
              <a:ext cx="454025" cy="322263"/>
            </a:xfrm>
            <a:custGeom>
              <a:avLst/>
              <a:gdLst/>
              <a:ahLst/>
              <a:cxnLst/>
              <a:rect l="l" t="t" r="r" b="b"/>
              <a:pathLst>
                <a:path w="286" h="203" extrusionOk="0">
                  <a:moveTo>
                    <a:pt x="113" y="203"/>
                  </a:moveTo>
                  <a:lnTo>
                    <a:pt x="113" y="203"/>
                  </a:lnTo>
                  <a:lnTo>
                    <a:pt x="90" y="203"/>
                  </a:lnTo>
                  <a:lnTo>
                    <a:pt x="68" y="188"/>
                  </a:lnTo>
                  <a:lnTo>
                    <a:pt x="53" y="180"/>
                  </a:lnTo>
                  <a:lnTo>
                    <a:pt x="30" y="165"/>
                  </a:lnTo>
                  <a:lnTo>
                    <a:pt x="15" y="143"/>
                  </a:lnTo>
                  <a:lnTo>
                    <a:pt x="8" y="120"/>
                  </a:lnTo>
                  <a:lnTo>
                    <a:pt x="0" y="98"/>
                  </a:lnTo>
                  <a:lnTo>
                    <a:pt x="0" y="75"/>
                  </a:lnTo>
                  <a:lnTo>
                    <a:pt x="0" y="75"/>
                  </a:lnTo>
                  <a:lnTo>
                    <a:pt x="15" y="105"/>
                  </a:lnTo>
                  <a:lnTo>
                    <a:pt x="30" y="135"/>
                  </a:lnTo>
                  <a:lnTo>
                    <a:pt x="68" y="158"/>
                  </a:lnTo>
                  <a:lnTo>
                    <a:pt x="113" y="173"/>
                  </a:lnTo>
                  <a:lnTo>
                    <a:pt x="113" y="173"/>
                  </a:lnTo>
                  <a:lnTo>
                    <a:pt x="143" y="180"/>
                  </a:lnTo>
                  <a:lnTo>
                    <a:pt x="173" y="173"/>
                  </a:lnTo>
                  <a:lnTo>
                    <a:pt x="203" y="158"/>
                  </a:lnTo>
                  <a:lnTo>
                    <a:pt x="225" y="143"/>
                  </a:lnTo>
                  <a:lnTo>
                    <a:pt x="248" y="120"/>
                  </a:lnTo>
                  <a:lnTo>
                    <a:pt x="263" y="90"/>
                  </a:lnTo>
                  <a:lnTo>
                    <a:pt x="278" y="60"/>
                  </a:lnTo>
                  <a:lnTo>
                    <a:pt x="278" y="30"/>
                  </a:lnTo>
                  <a:lnTo>
                    <a:pt x="278" y="30"/>
                  </a:lnTo>
                  <a:lnTo>
                    <a:pt x="278" y="0"/>
                  </a:lnTo>
                  <a:lnTo>
                    <a:pt x="278" y="0"/>
                  </a:lnTo>
                  <a:lnTo>
                    <a:pt x="286" y="60"/>
                  </a:lnTo>
                  <a:lnTo>
                    <a:pt x="286" y="60"/>
                  </a:lnTo>
                  <a:lnTo>
                    <a:pt x="278" y="90"/>
                  </a:lnTo>
                  <a:lnTo>
                    <a:pt x="271" y="120"/>
                  </a:lnTo>
                  <a:lnTo>
                    <a:pt x="248" y="143"/>
                  </a:lnTo>
                  <a:lnTo>
                    <a:pt x="233" y="165"/>
                  </a:lnTo>
                  <a:lnTo>
                    <a:pt x="203" y="180"/>
                  </a:lnTo>
                  <a:lnTo>
                    <a:pt x="180" y="195"/>
                  </a:lnTo>
                  <a:lnTo>
                    <a:pt x="150" y="203"/>
                  </a:lnTo>
                  <a:lnTo>
                    <a:pt x="113" y="203"/>
                  </a:lnTo>
                  <a:lnTo>
                    <a:pt x="113" y="20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73" name="Google Shape;4273;p82"/>
            <p:cNvSpPr/>
            <p:nvPr/>
          </p:nvSpPr>
          <p:spPr>
            <a:xfrm>
              <a:off x="-2381" y="3689628"/>
              <a:ext cx="191294" cy="96561"/>
            </a:xfrm>
            <a:custGeom>
              <a:avLst/>
              <a:gdLst/>
              <a:ahLst/>
              <a:cxnLst/>
              <a:rect l="l" t="t" r="r" b="b"/>
              <a:pathLst>
                <a:path w="191294" h="96561" extrusionOk="0">
                  <a:moveTo>
                    <a:pt x="0" y="0"/>
                  </a:moveTo>
                  <a:lnTo>
                    <a:pt x="24606" y="23536"/>
                  </a:lnTo>
                  <a:lnTo>
                    <a:pt x="59531" y="48936"/>
                  </a:lnTo>
                  <a:lnTo>
                    <a:pt x="107156" y="72749"/>
                  </a:lnTo>
                  <a:lnTo>
                    <a:pt x="143669" y="83861"/>
                  </a:lnTo>
                  <a:lnTo>
                    <a:pt x="191294" y="83861"/>
                  </a:lnTo>
                  <a:lnTo>
                    <a:pt x="143669" y="96561"/>
                  </a:lnTo>
                  <a:lnTo>
                    <a:pt x="96044" y="96561"/>
                  </a:lnTo>
                  <a:lnTo>
                    <a:pt x="48419" y="96561"/>
                  </a:lnTo>
                  <a:lnTo>
                    <a:pt x="11906" y="72749"/>
                  </a:lnTo>
                  <a:lnTo>
                    <a:pt x="0" y="6084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74" name="Google Shape;4274;p82"/>
            <p:cNvSpPr/>
            <p:nvPr/>
          </p:nvSpPr>
          <p:spPr>
            <a:xfrm>
              <a:off x="-2381" y="3999845"/>
              <a:ext cx="273844" cy="48281"/>
            </a:xfrm>
            <a:custGeom>
              <a:avLst/>
              <a:gdLst/>
              <a:ahLst/>
              <a:cxnLst/>
              <a:rect l="l" t="t" r="r" b="b"/>
              <a:pathLst>
                <a:path w="273844" h="48281" extrusionOk="0">
                  <a:moveTo>
                    <a:pt x="0" y="0"/>
                  </a:moveTo>
                  <a:lnTo>
                    <a:pt x="24606" y="11769"/>
                  </a:lnTo>
                  <a:lnTo>
                    <a:pt x="107156" y="35581"/>
                  </a:lnTo>
                  <a:lnTo>
                    <a:pt x="191294" y="35581"/>
                  </a:lnTo>
                  <a:lnTo>
                    <a:pt x="273844" y="35581"/>
                  </a:lnTo>
                  <a:lnTo>
                    <a:pt x="202406" y="48281"/>
                  </a:lnTo>
                  <a:lnTo>
                    <a:pt x="130969" y="48281"/>
                  </a:lnTo>
                  <a:lnTo>
                    <a:pt x="35719" y="48281"/>
                  </a:lnTo>
                  <a:lnTo>
                    <a:pt x="0" y="3935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75" name="Google Shape;4275;p82"/>
            <p:cNvSpPr/>
            <p:nvPr/>
          </p:nvSpPr>
          <p:spPr>
            <a:xfrm>
              <a:off x="-61912" y="3308350"/>
              <a:ext cx="417513" cy="465138"/>
            </a:xfrm>
            <a:custGeom>
              <a:avLst/>
              <a:gdLst/>
              <a:ahLst/>
              <a:cxnLst/>
              <a:rect l="l" t="t" r="r" b="b"/>
              <a:pathLst>
                <a:path w="263" h="293" extrusionOk="0">
                  <a:moveTo>
                    <a:pt x="263" y="135"/>
                  </a:moveTo>
                  <a:lnTo>
                    <a:pt x="263" y="135"/>
                  </a:lnTo>
                  <a:lnTo>
                    <a:pt x="263" y="158"/>
                  </a:lnTo>
                  <a:lnTo>
                    <a:pt x="263" y="188"/>
                  </a:lnTo>
                  <a:lnTo>
                    <a:pt x="255" y="210"/>
                  </a:lnTo>
                  <a:lnTo>
                    <a:pt x="240" y="233"/>
                  </a:lnTo>
                  <a:lnTo>
                    <a:pt x="225" y="255"/>
                  </a:lnTo>
                  <a:lnTo>
                    <a:pt x="203" y="271"/>
                  </a:lnTo>
                  <a:lnTo>
                    <a:pt x="180" y="286"/>
                  </a:lnTo>
                  <a:lnTo>
                    <a:pt x="158" y="293"/>
                  </a:lnTo>
                  <a:lnTo>
                    <a:pt x="158" y="293"/>
                  </a:lnTo>
                  <a:lnTo>
                    <a:pt x="188" y="271"/>
                  </a:lnTo>
                  <a:lnTo>
                    <a:pt x="218" y="240"/>
                  </a:lnTo>
                  <a:lnTo>
                    <a:pt x="233" y="203"/>
                  </a:lnTo>
                  <a:lnTo>
                    <a:pt x="233" y="143"/>
                  </a:lnTo>
                  <a:lnTo>
                    <a:pt x="233" y="143"/>
                  </a:lnTo>
                  <a:lnTo>
                    <a:pt x="225" y="113"/>
                  </a:lnTo>
                  <a:lnTo>
                    <a:pt x="210" y="83"/>
                  </a:lnTo>
                  <a:lnTo>
                    <a:pt x="188" y="60"/>
                  </a:lnTo>
                  <a:lnTo>
                    <a:pt x="165" y="38"/>
                  </a:lnTo>
                  <a:lnTo>
                    <a:pt x="135" y="23"/>
                  </a:lnTo>
                  <a:lnTo>
                    <a:pt x="98" y="15"/>
                  </a:lnTo>
                  <a:lnTo>
                    <a:pt x="68" y="8"/>
                  </a:lnTo>
                  <a:lnTo>
                    <a:pt x="30" y="15"/>
                  </a:lnTo>
                  <a:lnTo>
                    <a:pt x="30" y="15"/>
                  </a:lnTo>
                  <a:lnTo>
                    <a:pt x="0" y="23"/>
                  </a:lnTo>
                  <a:lnTo>
                    <a:pt x="0" y="23"/>
                  </a:lnTo>
                  <a:lnTo>
                    <a:pt x="60" y="0"/>
                  </a:lnTo>
                  <a:lnTo>
                    <a:pt x="60" y="0"/>
                  </a:lnTo>
                  <a:lnTo>
                    <a:pt x="90" y="0"/>
                  </a:lnTo>
                  <a:lnTo>
                    <a:pt x="128" y="0"/>
                  </a:lnTo>
                  <a:lnTo>
                    <a:pt x="158" y="15"/>
                  </a:lnTo>
                  <a:lnTo>
                    <a:pt x="188" y="30"/>
                  </a:lnTo>
                  <a:lnTo>
                    <a:pt x="210" y="45"/>
                  </a:lnTo>
                  <a:lnTo>
                    <a:pt x="233" y="75"/>
                  </a:lnTo>
                  <a:lnTo>
                    <a:pt x="248" y="98"/>
                  </a:lnTo>
                  <a:lnTo>
                    <a:pt x="263" y="135"/>
                  </a:lnTo>
                  <a:lnTo>
                    <a:pt x="263" y="13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76" name="Google Shape;4276;p82"/>
            <p:cNvSpPr/>
            <p:nvPr/>
          </p:nvSpPr>
          <p:spPr>
            <a:xfrm>
              <a:off x="4659313" y="4381500"/>
              <a:ext cx="358775" cy="309563"/>
            </a:xfrm>
            <a:custGeom>
              <a:avLst/>
              <a:gdLst/>
              <a:ahLst/>
              <a:cxnLst/>
              <a:rect l="l" t="t" r="r" b="b"/>
              <a:pathLst>
                <a:path w="226" h="195" extrusionOk="0">
                  <a:moveTo>
                    <a:pt x="8" y="90"/>
                  </a:moveTo>
                  <a:lnTo>
                    <a:pt x="8" y="90"/>
                  </a:lnTo>
                  <a:lnTo>
                    <a:pt x="30" y="45"/>
                  </a:lnTo>
                  <a:lnTo>
                    <a:pt x="61" y="15"/>
                  </a:lnTo>
                  <a:lnTo>
                    <a:pt x="83" y="8"/>
                  </a:lnTo>
                  <a:lnTo>
                    <a:pt x="106" y="0"/>
                  </a:lnTo>
                  <a:lnTo>
                    <a:pt x="136" y="0"/>
                  </a:lnTo>
                  <a:lnTo>
                    <a:pt x="158" y="0"/>
                  </a:lnTo>
                  <a:lnTo>
                    <a:pt x="158" y="0"/>
                  </a:lnTo>
                  <a:lnTo>
                    <a:pt x="181" y="15"/>
                  </a:lnTo>
                  <a:lnTo>
                    <a:pt x="203" y="30"/>
                  </a:lnTo>
                  <a:lnTo>
                    <a:pt x="218" y="53"/>
                  </a:lnTo>
                  <a:lnTo>
                    <a:pt x="226" y="75"/>
                  </a:lnTo>
                  <a:lnTo>
                    <a:pt x="226" y="75"/>
                  </a:lnTo>
                  <a:lnTo>
                    <a:pt x="203" y="45"/>
                  </a:lnTo>
                  <a:lnTo>
                    <a:pt x="173" y="30"/>
                  </a:lnTo>
                  <a:lnTo>
                    <a:pt x="173" y="30"/>
                  </a:lnTo>
                  <a:lnTo>
                    <a:pt x="143" y="23"/>
                  </a:lnTo>
                  <a:lnTo>
                    <a:pt x="121" y="30"/>
                  </a:lnTo>
                  <a:lnTo>
                    <a:pt x="98" y="30"/>
                  </a:lnTo>
                  <a:lnTo>
                    <a:pt x="76" y="45"/>
                  </a:lnTo>
                  <a:lnTo>
                    <a:pt x="38" y="75"/>
                  </a:lnTo>
                  <a:lnTo>
                    <a:pt x="15" y="113"/>
                  </a:lnTo>
                  <a:lnTo>
                    <a:pt x="15" y="113"/>
                  </a:lnTo>
                  <a:lnTo>
                    <a:pt x="8" y="158"/>
                  </a:lnTo>
                  <a:lnTo>
                    <a:pt x="15" y="195"/>
                  </a:lnTo>
                  <a:lnTo>
                    <a:pt x="15" y="195"/>
                  </a:lnTo>
                  <a:lnTo>
                    <a:pt x="8" y="173"/>
                  </a:lnTo>
                  <a:lnTo>
                    <a:pt x="0" y="143"/>
                  </a:lnTo>
                  <a:lnTo>
                    <a:pt x="0" y="113"/>
                  </a:lnTo>
                  <a:lnTo>
                    <a:pt x="8" y="90"/>
                  </a:lnTo>
                  <a:lnTo>
                    <a:pt x="8" y="9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77" name="Google Shape;4277;p82"/>
            <p:cNvSpPr/>
            <p:nvPr/>
          </p:nvSpPr>
          <p:spPr>
            <a:xfrm>
              <a:off x="4827588" y="4500563"/>
              <a:ext cx="214313" cy="190500"/>
            </a:xfrm>
            <a:custGeom>
              <a:avLst/>
              <a:gdLst/>
              <a:ahLst/>
              <a:cxnLst/>
              <a:rect l="l" t="t" r="r" b="b"/>
              <a:pathLst>
                <a:path w="135" h="120" extrusionOk="0">
                  <a:moveTo>
                    <a:pt x="7" y="60"/>
                  </a:moveTo>
                  <a:lnTo>
                    <a:pt x="7" y="60"/>
                  </a:lnTo>
                  <a:lnTo>
                    <a:pt x="15" y="60"/>
                  </a:lnTo>
                  <a:lnTo>
                    <a:pt x="22" y="60"/>
                  </a:lnTo>
                  <a:lnTo>
                    <a:pt x="37" y="83"/>
                  </a:lnTo>
                  <a:lnTo>
                    <a:pt x="37" y="83"/>
                  </a:lnTo>
                  <a:lnTo>
                    <a:pt x="45" y="98"/>
                  </a:lnTo>
                  <a:lnTo>
                    <a:pt x="60" y="105"/>
                  </a:lnTo>
                  <a:lnTo>
                    <a:pt x="60" y="105"/>
                  </a:lnTo>
                  <a:lnTo>
                    <a:pt x="75" y="98"/>
                  </a:lnTo>
                  <a:lnTo>
                    <a:pt x="97" y="83"/>
                  </a:lnTo>
                  <a:lnTo>
                    <a:pt x="112" y="68"/>
                  </a:lnTo>
                  <a:lnTo>
                    <a:pt x="120" y="45"/>
                  </a:lnTo>
                  <a:lnTo>
                    <a:pt x="120" y="45"/>
                  </a:lnTo>
                  <a:lnTo>
                    <a:pt x="127" y="23"/>
                  </a:lnTo>
                  <a:lnTo>
                    <a:pt x="120" y="0"/>
                  </a:lnTo>
                  <a:lnTo>
                    <a:pt x="120" y="0"/>
                  </a:lnTo>
                  <a:lnTo>
                    <a:pt x="135" y="38"/>
                  </a:lnTo>
                  <a:lnTo>
                    <a:pt x="135" y="53"/>
                  </a:lnTo>
                  <a:lnTo>
                    <a:pt x="135" y="75"/>
                  </a:lnTo>
                  <a:lnTo>
                    <a:pt x="135" y="75"/>
                  </a:lnTo>
                  <a:lnTo>
                    <a:pt x="120" y="90"/>
                  </a:lnTo>
                  <a:lnTo>
                    <a:pt x="112" y="105"/>
                  </a:lnTo>
                  <a:lnTo>
                    <a:pt x="82" y="120"/>
                  </a:lnTo>
                  <a:lnTo>
                    <a:pt x="60" y="120"/>
                  </a:lnTo>
                  <a:lnTo>
                    <a:pt x="37" y="113"/>
                  </a:lnTo>
                  <a:lnTo>
                    <a:pt x="37" y="113"/>
                  </a:lnTo>
                  <a:lnTo>
                    <a:pt x="22" y="105"/>
                  </a:lnTo>
                  <a:lnTo>
                    <a:pt x="7" y="98"/>
                  </a:lnTo>
                  <a:lnTo>
                    <a:pt x="7" y="98"/>
                  </a:lnTo>
                  <a:lnTo>
                    <a:pt x="0" y="83"/>
                  </a:lnTo>
                  <a:lnTo>
                    <a:pt x="0" y="68"/>
                  </a:lnTo>
                  <a:lnTo>
                    <a:pt x="7" y="60"/>
                  </a:lnTo>
                  <a:lnTo>
                    <a:pt x="7" y="6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78" name="Google Shape;4278;p82"/>
            <p:cNvSpPr/>
            <p:nvPr/>
          </p:nvSpPr>
          <p:spPr>
            <a:xfrm>
              <a:off x="4683125" y="4394200"/>
              <a:ext cx="560388" cy="488950"/>
            </a:xfrm>
            <a:custGeom>
              <a:avLst/>
              <a:gdLst/>
              <a:ahLst/>
              <a:cxnLst/>
              <a:rect l="l" t="t" r="r" b="b"/>
              <a:pathLst>
                <a:path w="353" h="308" extrusionOk="0">
                  <a:moveTo>
                    <a:pt x="346" y="172"/>
                  </a:moveTo>
                  <a:lnTo>
                    <a:pt x="346" y="172"/>
                  </a:lnTo>
                  <a:lnTo>
                    <a:pt x="331" y="202"/>
                  </a:lnTo>
                  <a:lnTo>
                    <a:pt x="308" y="240"/>
                  </a:lnTo>
                  <a:lnTo>
                    <a:pt x="286" y="263"/>
                  </a:lnTo>
                  <a:lnTo>
                    <a:pt x="256" y="285"/>
                  </a:lnTo>
                  <a:lnTo>
                    <a:pt x="218" y="293"/>
                  </a:lnTo>
                  <a:lnTo>
                    <a:pt x="181" y="300"/>
                  </a:lnTo>
                  <a:lnTo>
                    <a:pt x="151" y="308"/>
                  </a:lnTo>
                  <a:lnTo>
                    <a:pt x="113" y="300"/>
                  </a:lnTo>
                  <a:lnTo>
                    <a:pt x="113" y="300"/>
                  </a:lnTo>
                  <a:lnTo>
                    <a:pt x="76" y="278"/>
                  </a:lnTo>
                  <a:lnTo>
                    <a:pt x="46" y="255"/>
                  </a:lnTo>
                  <a:lnTo>
                    <a:pt x="15" y="225"/>
                  </a:lnTo>
                  <a:lnTo>
                    <a:pt x="0" y="187"/>
                  </a:lnTo>
                  <a:lnTo>
                    <a:pt x="0" y="187"/>
                  </a:lnTo>
                  <a:lnTo>
                    <a:pt x="15" y="217"/>
                  </a:lnTo>
                  <a:lnTo>
                    <a:pt x="38" y="232"/>
                  </a:lnTo>
                  <a:lnTo>
                    <a:pt x="61" y="247"/>
                  </a:lnTo>
                  <a:lnTo>
                    <a:pt x="91" y="263"/>
                  </a:lnTo>
                  <a:lnTo>
                    <a:pt x="91" y="263"/>
                  </a:lnTo>
                  <a:lnTo>
                    <a:pt x="121" y="270"/>
                  </a:lnTo>
                  <a:lnTo>
                    <a:pt x="158" y="270"/>
                  </a:lnTo>
                  <a:lnTo>
                    <a:pt x="196" y="263"/>
                  </a:lnTo>
                  <a:lnTo>
                    <a:pt x="226" y="247"/>
                  </a:lnTo>
                  <a:lnTo>
                    <a:pt x="256" y="225"/>
                  </a:lnTo>
                  <a:lnTo>
                    <a:pt x="286" y="202"/>
                  </a:lnTo>
                  <a:lnTo>
                    <a:pt x="308" y="172"/>
                  </a:lnTo>
                  <a:lnTo>
                    <a:pt x="323" y="135"/>
                  </a:lnTo>
                  <a:lnTo>
                    <a:pt x="323" y="135"/>
                  </a:lnTo>
                  <a:lnTo>
                    <a:pt x="331" y="97"/>
                  </a:lnTo>
                  <a:lnTo>
                    <a:pt x="338" y="60"/>
                  </a:lnTo>
                  <a:lnTo>
                    <a:pt x="338" y="30"/>
                  </a:lnTo>
                  <a:lnTo>
                    <a:pt x="331" y="0"/>
                  </a:lnTo>
                  <a:lnTo>
                    <a:pt x="331" y="0"/>
                  </a:lnTo>
                  <a:lnTo>
                    <a:pt x="346" y="37"/>
                  </a:lnTo>
                  <a:lnTo>
                    <a:pt x="353" y="75"/>
                  </a:lnTo>
                  <a:lnTo>
                    <a:pt x="353" y="120"/>
                  </a:lnTo>
                  <a:lnTo>
                    <a:pt x="346" y="172"/>
                  </a:lnTo>
                  <a:lnTo>
                    <a:pt x="346" y="172"/>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79" name="Google Shape;4279;p82"/>
            <p:cNvSpPr/>
            <p:nvPr/>
          </p:nvSpPr>
          <p:spPr>
            <a:xfrm>
              <a:off x="3575050" y="4143375"/>
              <a:ext cx="1633538" cy="1179513"/>
            </a:xfrm>
            <a:custGeom>
              <a:avLst/>
              <a:gdLst/>
              <a:ahLst/>
              <a:cxnLst/>
              <a:rect l="l" t="t" r="r" b="b"/>
              <a:pathLst>
                <a:path w="1029" h="743" extrusionOk="0">
                  <a:moveTo>
                    <a:pt x="744" y="15"/>
                  </a:moveTo>
                  <a:lnTo>
                    <a:pt x="744" y="15"/>
                  </a:lnTo>
                  <a:lnTo>
                    <a:pt x="691" y="37"/>
                  </a:lnTo>
                  <a:lnTo>
                    <a:pt x="646" y="67"/>
                  </a:lnTo>
                  <a:lnTo>
                    <a:pt x="601" y="105"/>
                  </a:lnTo>
                  <a:lnTo>
                    <a:pt x="563" y="150"/>
                  </a:lnTo>
                  <a:lnTo>
                    <a:pt x="488" y="248"/>
                  </a:lnTo>
                  <a:lnTo>
                    <a:pt x="398" y="360"/>
                  </a:lnTo>
                  <a:lnTo>
                    <a:pt x="398" y="360"/>
                  </a:lnTo>
                  <a:lnTo>
                    <a:pt x="330" y="443"/>
                  </a:lnTo>
                  <a:lnTo>
                    <a:pt x="263" y="511"/>
                  </a:lnTo>
                  <a:lnTo>
                    <a:pt x="135" y="631"/>
                  </a:lnTo>
                  <a:lnTo>
                    <a:pt x="37" y="713"/>
                  </a:lnTo>
                  <a:lnTo>
                    <a:pt x="0" y="743"/>
                  </a:lnTo>
                  <a:lnTo>
                    <a:pt x="0" y="743"/>
                  </a:lnTo>
                  <a:lnTo>
                    <a:pt x="22" y="728"/>
                  </a:lnTo>
                  <a:lnTo>
                    <a:pt x="105" y="676"/>
                  </a:lnTo>
                  <a:lnTo>
                    <a:pt x="218" y="593"/>
                  </a:lnTo>
                  <a:lnTo>
                    <a:pt x="285" y="533"/>
                  </a:lnTo>
                  <a:lnTo>
                    <a:pt x="353" y="473"/>
                  </a:lnTo>
                  <a:lnTo>
                    <a:pt x="353" y="473"/>
                  </a:lnTo>
                  <a:lnTo>
                    <a:pt x="421" y="398"/>
                  </a:lnTo>
                  <a:lnTo>
                    <a:pt x="488" y="315"/>
                  </a:lnTo>
                  <a:lnTo>
                    <a:pt x="556" y="233"/>
                  </a:lnTo>
                  <a:lnTo>
                    <a:pt x="616" y="165"/>
                  </a:lnTo>
                  <a:lnTo>
                    <a:pt x="676" y="105"/>
                  </a:lnTo>
                  <a:lnTo>
                    <a:pt x="713" y="83"/>
                  </a:lnTo>
                  <a:lnTo>
                    <a:pt x="744" y="60"/>
                  </a:lnTo>
                  <a:lnTo>
                    <a:pt x="781" y="52"/>
                  </a:lnTo>
                  <a:lnTo>
                    <a:pt x="811" y="45"/>
                  </a:lnTo>
                  <a:lnTo>
                    <a:pt x="849" y="45"/>
                  </a:lnTo>
                  <a:lnTo>
                    <a:pt x="886" y="60"/>
                  </a:lnTo>
                  <a:lnTo>
                    <a:pt x="886" y="60"/>
                  </a:lnTo>
                  <a:lnTo>
                    <a:pt x="931" y="75"/>
                  </a:lnTo>
                  <a:lnTo>
                    <a:pt x="976" y="98"/>
                  </a:lnTo>
                  <a:lnTo>
                    <a:pt x="1006" y="128"/>
                  </a:lnTo>
                  <a:lnTo>
                    <a:pt x="1029" y="158"/>
                  </a:lnTo>
                  <a:lnTo>
                    <a:pt x="1029" y="158"/>
                  </a:lnTo>
                  <a:lnTo>
                    <a:pt x="1006" y="113"/>
                  </a:lnTo>
                  <a:lnTo>
                    <a:pt x="976" y="67"/>
                  </a:lnTo>
                  <a:lnTo>
                    <a:pt x="931" y="37"/>
                  </a:lnTo>
                  <a:lnTo>
                    <a:pt x="871" y="15"/>
                  </a:lnTo>
                  <a:lnTo>
                    <a:pt x="871" y="15"/>
                  </a:lnTo>
                  <a:lnTo>
                    <a:pt x="811" y="0"/>
                  </a:lnTo>
                  <a:lnTo>
                    <a:pt x="781" y="0"/>
                  </a:lnTo>
                  <a:lnTo>
                    <a:pt x="744" y="15"/>
                  </a:lnTo>
                  <a:lnTo>
                    <a:pt x="744" y="1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80" name="Google Shape;4280;p82"/>
            <p:cNvSpPr/>
            <p:nvPr/>
          </p:nvSpPr>
          <p:spPr>
            <a:xfrm>
              <a:off x="-2381" y="6348413"/>
              <a:ext cx="321469" cy="538616"/>
            </a:xfrm>
            <a:custGeom>
              <a:avLst/>
              <a:gdLst/>
              <a:ahLst/>
              <a:cxnLst/>
              <a:rect l="l" t="t" r="r" b="b"/>
              <a:pathLst>
                <a:path w="321469" h="538616" extrusionOk="0">
                  <a:moveTo>
                    <a:pt x="107157" y="0"/>
                  </a:moveTo>
                  <a:lnTo>
                    <a:pt x="143669" y="0"/>
                  </a:lnTo>
                  <a:lnTo>
                    <a:pt x="178594" y="0"/>
                  </a:lnTo>
                  <a:lnTo>
                    <a:pt x="226219" y="0"/>
                  </a:lnTo>
                  <a:lnTo>
                    <a:pt x="297657" y="23812"/>
                  </a:lnTo>
                  <a:lnTo>
                    <a:pt x="321469" y="36512"/>
                  </a:lnTo>
                  <a:lnTo>
                    <a:pt x="310357" y="96837"/>
                  </a:lnTo>
                  <a:lnTo>
                    <a:pt x="286544" y="144462"/>
                  </a:lnTo>
                  <a:lnTo>
                    <a:pt x="250032" y="192087"/>
                  </a:lnTo>
                  <a:lnTo>
                    <a:pt x="226219" y="203200"/>
                  </a:lnTo>
                  <a:lnTo>
                    <a:pt x="191294" y="203200"/>
                  </a:lnTo>
                  <a:lnTo>
                    <a:pt x="154782" y="215900"/>
                  </a:lnTo>
                  <a:lnTo>
                    <a:pt x="119857" y="227012"/>
                  </a:lnTo>
                  <a:lnTo>
                    <a:pt x="96044" y="263525"/>
                  </a:lnTo>
                  <a:lnTo>
                    <a:pt x="83344" y="298450"/>
                  </a:lnTo>
                  <a:lnTo>
                    <a:pt x="72232" y="346075"/>
                  </a:lnTo>
                  <a:lnTo>
                    <a:pt x="96044" y="393700"/>
                  </a:lnTo>
                  <a:lnTo>
                    <a:pt x="119857" y="454025"/>
                  </a:lnTo>
                  <a:lnTo>
                    <a:pt x="154782" y="501650"/>
                  </a:lnTo>
                  <a:lnTo>
                    <a:pt x="188185" y="538616"/>
                  </a:lnTo>
                  <a:lnTo>
                    <a:pt x="122164" y="538616"/>
                  </a:lnTo>
                  <a:lnTo>
                    <a:pt x="119857" y="536575"/>
                  </a:lnTo>
                  <a:lnTo>
                    <a:pt x="24607" y="441325"/>
                  </a:lnTo>
                  <a:lnTo>
                    <a:pt x="0" y="410218"/>
                  </a:lnTo>
                  <a:lnTo>
                    <a:pt x="0" y="334686"/>
                  </a:lnTo>
                  <a:lnTo>
                    <a:pt x="11906" y="346075"/>
                  </a:lnTo>
                  <a:lnTo>
                    <a:pt x="24607" y="334962"/>
                  </a:lnTo>
                  <a:lnTo>
                    <a:pt x="11906" y="274637"/>
                  </a:lnTo>
                  <a:lnTo>
                    <a:pt x="11906" y="192087"/>
                  </a:lnTo>
                  <a:lnTo>
                    <a:pt x="11906" y="144462"/>
                  </a:lnTo>
                  <a:lnTo>
                    <a:pt x="24607" y="107950"/>
                  </a:lnTo>
                  <a:lnTo>
                    <a:pt x="35719" y="60325"/>
                  </a:lnTo>
                  <a:lnTo>
                    <a:pt x="72232" y="23812"/>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81" name="Google Shape;4281;p82"/>
            <p:cNvSpPr/>
            <p:nvPr/>
          </p:nvSpPr>
          <p:spPr>
            <a:xfrm>
              <a:off x="4243388" y="3463925"/>
              <a:ext cx="976313" cy="822325"/>
            </a:xfrm>
            <a:custGeom>
              <a:avLst/>
              <a:gdLst/>
              <a:ahLst/>
              <a:cxnLst/>
              <a:rect l="l" t="t" r="r" b="b"/>
              <a:pathLst>
                <a:path w="615" h="518" extrusionOk="0">
                  <a:moveTo>
                    <a:pt x="0" y="518"/>
                  </a:moveTo>
                  <a:lnTo>
                    <a:pt x="0" y="518"/>
                  </a:lnTo>
                  <a:lnTo>
                    <a:pt x="15" y="473"/>
                  </a:lnTo>
                  <a:lnTo>
                    <a:pt x="67" y="368"/>
                  </a:lnTo>
                  <a:lnTo>
                    <a:pt x="105" y="300"/>
                  </a:lnTo>
                  <a:lnTo>
                    <a:pt x="150" y="233"/>
                  </a:lnTo>
                  <a:lnTo>
                    <a:pt x="202" y="165"/>
                  </a:lnTo>
                  <a:lnTo>
                    <a:pt x="262" y="112"/>
                  </a:lnTo>
                  <a:lnTo>
                    <a:pt x="262" y="112"/>
                  </a:lnTo>
                  <a:lnTo>
                    <a:pt x="338" y="60"/>
                  </a:lnTo>
                  <a:lnTo>
                    <a:pt x="405" y="30"/>
                  </a:lnTo>
                  <a:lnTo>
                    <a:pt x="465" y="7"/>
                  </a:lnTo>
                  <a:lnTo>
                    <a:pt x="518" y="0"/>
                  </a:lnTo>
                  <a:lnTo>
                    <a:pt x="563" y="0"/>
                  </a:lnTo>
                  <a:lnTo>
                    <a:pt x="593" y="7"/>
                  </a:lnTo>
                  <a:lnTo>
                    <a:pt x="615" y="15"/>
                  </a:lnTo>
                  <a:lnTo>
                    <a:pt x="615" y="15"/>
                  </a:lnTo>
                  <a:lnTo>
                    <a:pt x="570" y="15"/>
                  </a:lnTo>
                  <a:lnTo>
                    <a:pt x="525" y="30"/>
                  </a:lnTo>
                  <a:lnTo>
                    <a:pt x="488" y="52"/>
                  </a:lnTo>
                  <a:lnTo>
                    <a:pt x="488" y="52"/>
                  </a:lnTo>
                  <a:lnTo>
                    <a:pt x="458" y="82"/>
                  </a:lnTo>
                  <a:lnTo>
                    <a:pt x="435" y="112"/>
                  </a:lnTo>
                  <a:lnTo>
                    <a:pt x="420" y="150"/>
                  </a:lnTo>
                  <a:lnTo>
                    <a:pt x="420" y="150"/>
                  </a:lnTo>
                  <a:lnTo>
                    <a:pt x="413" y="142"/>
                  </a:lnTo>
                  <a:lnTo>
                    <a:pt x="390" y="127"/>
                  </a:lnTo>
                  <a:lnTo>
                    <a:pt x="368" y="120"/>
                  </a:lnTo>
                  <a:lnTo>
                    <a:pt x="345" y="120"/>
                  </a:lnTo>
                  <a:lnTo>
                    <a:pt x="315" y="127"/>
                  </a:lnTo>
                  <a:lnTo>
                    <a:pt x="285" y="142"/>
                  </a:lnTo>
                  <a:lnTo>
                    <a:pt x="285" y="142"/>
                  </a:lnTo>
                  <a:lnTo>
                    <a:pt x="225" y="188"/>
                  </a:lnTo>
                  <a:lnTo>
                    <a:pt x="202" y="210"/>
                  </a:lnTo>
                  <a:lnTo>
                    <a:pt x="210" y="218"/>
                  </a:lnTo>
                  <a:lnTo>
                    <a:pt x="217" y="218"/>
                  </a:lnTo>
                  <a:lnTo>
                    <a:pt x="217" y="218"/>
                  </a:lnTo>
                  <a:lnTo>
                    <a:pt x="247" y="203"/>
                  </a:lnTo>
                  <a:lnTo>
                    <a:pt x="300" y="188"/>
                  </a:lnTo>
                  <a:lnTo>
                    <a:pt x="330" y="188"/>
                  </a:lnTo>
                  <a:lnTo>
                    <a:pt x="353" y="188"/>
                  </a:lnTo>
                  <a:lnTo>
                    <a:pt x="383" y="195"/>
                  </a:lnTo>
                  <a:lnTo>
                    <a:pt x="413" y="203"/>
                  </a:lnTo>
                  <a:lnTo>
                    <a:pt x="413" y="203"/>
                  </a:lnTo>
                  <a:lnTo>
                    <a:pt x="428" y="225"/>
                  </a:lnTo>
                  <a:lnTo>
                    <a:pt x="435" y="248"/>
                  </a:lnTo>
                  <a:lnTo>
                    <a:pt x="443" y="270"/>
                  </a:lnTo>
                  <a:lnTo>
                    <a:pt x="450" y="300"/>
                  </a:lnTo>
                  <a:lnTo>
                    <a:pt x="443" y="338"/>
                  </a:lnTo>
                  <a:lnTo>
                    <a:pt x="443" y="360"/>
                  </a:lnTo>
                  <a:lnTo>
                    <a:pt x="443" y="360"/>
                  </a:lnTo>
                  <a:lnTo>
                    <a:pt x="405" y="360"/>
                  </a:lnTo>
                  <a:lnTo>
                    <a:pt x="368" y="353"/>
                  </a:lnTo>
                  <a:lnTo>
                    <a:pt x="330" y="338"/>
                  </a:lnTo>
                  <a:lnTo>
                    <a:pt x="330" y="338"/>
                  </a:lnTo>
                  <a:lnTo>
                    <a:pt x="323" y="323"/>
                  </a:lnTo>
                  <a:lnTo>
                    <a:pt x="315" y="308"/>
                  </a:lnTo>
                  <a:lnTo>
                    <a:pt x="308" y="278"/>
                  </a:lnTo>
                  <a:lnTo>
                    <a:pt x="292" y="263"/>
                  </a:lnTo>
                  <a:lnTo>
                    <a:pt x="292" y="263"/>
                  </a:lnTo>
                  <a:lnTo>
                    <a:pt x="270" y="248"/>
                  </a:lnTo>
                  <a:lnTo>
                    <a:pt x="240" y="248"/>
                  </a:lnTo>
                  <a:lnTo>
                    <a:pt x="217" y="248"/>
                  </a:lnTo>
                  <a:lnTo>
                    <a:pt x="180" y="270"/>
                  </a:lnTo>
                  <a:lnTo>
                    <a:pt x="180" y="270"/>
                  </a:lnTo>
                  <a:lnTo>
                    <a:pt x="157" y="293"/>
                  </a:lnTo>
                  <a:lnTo>
                    <a:pt x="127" y="323"/>
                  </a:lnTo>
                  <a:lnTo>
                    <a:pt x="67" y="413"/>
                  </a:lnTo>
                  <a:lnTo>
                    <a:pt x="0" y="518"/>
                  </a:lnTo>
                  <a:lnTo>
                    <a:pt x="0" y="51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82" name="Google Shape;4282;p82"/>
            <p:cNvSpPr/>
            <p:nvPr/>
          </p:nvSpPr>
          <p:spPr>
            <a:xfrm>
              <a:off x="2216150" y="2533650"/>
              <a:ext cx="344488" cy="214313"/>
            </a:xfrm>
            <a:custGeom>
              <a:avLst/>
              <a:gdLst/>
              <a:ahLst/>
              <a:cxnLst/>
              <a:rect l="l" t="t" r="r" b="b"/>
              <a:pathLst>
                <a:path w="217" h="135" extrusionOk="0">
                  <a:moveTo>
                    <a:pt x="30" y="0"/>
                  </a:moveTo>
                  <a:lnTo>
                    <a:pt x="30" y="0"/>
                  </a:lnTo>
                  <a:lnTo>
                    <a:pt x="45" y="0"/>
                  </a:lnTo>
                  <a:lnTo>
                    <a:pt x="60" y="15"/>
                  </a:lnTo>
                  <a:lnTo>
                    <a:pt x="67" y="30"/>
                  </a:lnTo>
                  <a:lnTo>
                    <a:pt x="75" y="67"/>
                  </a:lnTo>
                  <a:lnTo>
                    <a:pt x="75" y="67"/>
                  </a:lnTo>
                  <a:lnTo>
                    <a:pt x="75" y="83"/>
                  </a:lnTo>
                  <a:lnTo>
                    <a:pt x="75" y="83"/>
                  </a:lnTo>
                  <a:lnTo>
                    <a:pt x="112" y="90"/>
                  </a:lnTo>
                  <a:lnTo>
                    <a:pt x="150" y="75"/>
                  </a:lnTo>
                  <a:lnTo>
                    <a:pt x="187" y="52"/>
                  </a:lnTo>
                  <a:lnTo>
                    <a:pt x="217" y="22"/>
                  </a:lnTo>
                  <a:lnTo>
                    <a:pt x="217" y="22"/>
                  </a:lnTo>
                  <a:lnTo>
                    <a:pt x="202" y="52"/>
                  </a:lnTo>
                  <a:lnTo>
                    <a:pt x="187" y="83"/>
                  </a:lnTo>
                  <a:lnTo>
                    <a:pt x="165" y="105"/>
                  </a:lnTo>
                  <a:lnTo>
                    <a:pt x="135" y="128"/>
                  </a:lnTo>
                  <a:lnTo>
                    <a:pt x="105" y="135"/>
                  </a:lnTo>
                  <a:lnTo>
                    <a:pt x="82" y="135"/>
                  </a:lnTo>
                  <a:lnTo>
                    <a:pt x="52" y="128"/>
                  </a:lnTo>
                  <a:lnTo>
                    <a:pt x="37" y="113"/>
                  </a:lnTo>
                  <a:lnTo>
                    <a:pt x="37" y="113"/>
                  </a:lnTo>
                  <a:lnTo>
                    <a:pt x="30" y="113"/>
                  </a:lnTo>
                  <a:lnTo>
                    <a:pt x="30" y="113"/>
                  </a:lnTo>
                  <a:lnTo>
                    <a:pt x="22" y="105"/>
                  </a:lnTo>
                  <a:lnTo>
                    <a:pt x="7" y="83"/>
                  </a:lnTo>
                  <a:lnTo>
                    <a:pt x="7" y="83"/>
                  </a:lnTo>
                  <a:lnTo>
                    <a:pt x="0" y="45"/>
                  </a:lnTo>
                  <a:lnTo>
                    <a:pt x="7" y="22"/>
                  </a:lnTo>
                  <a:lnTo>
                    <a:pt x="15" y="7"/>
                  </a:lnTo>
                  <a:lnTo>
                    <a:pt x="30" y="0"/>
                  </a:lnTo>
                  <a:lnTo>
                    <a:pt x="30" y="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83" name="Google Shape;4283;p82"/>
            <p:cNvSpPr/>
            <p:nvPr/>
          </p:nvSpPr>
          <p:spPr>
            <a:xfrm>
              <a:off x="950913" y="2211388"/>
              <a:ext cx="1633538" cy="1216025"/>
            </a:xfrm>
            <a:custGeom>
              <a:avLst/>
              <a:gdLst/>
              <a:ahLst/>
              <a:cxnLst/>
              <a:rect l="l" t="t" r="r" b="b"/>
              <a:pathLst>
                <a:path w="1029" h="766" extrusionOk="0">
                  <a:moveTo>
                    <a:pt x="316" y="278"/>
                  </a:moveTo>
                  <a:lnTo>
                    <a:pt x="316" y="278"/>
                  </a:lnTo>
                  <a:lnTo>
                    <a:pt x="391" y="210"/>
                  </a:lnTo>
                  <a:lnTo>
                    <a:pt x="466" y="150"/>
                  </a:lnTo>
                  <a:lnTo>
                    <a:pt x="534" y="98"/>
                  </a:lnTo>
                  <a:lnTo>
                    <a:pt x="601" y="60"/>
                  </a:lnTo>
                  <a:lnTo>
                    <a:pt x="661" y="38"/>
                  </a:lnTo>
                  <a:lnTo>
                    <a:pt x="722" y="15"/>
                  </a:lnTo>
                  <a:lnTo>
                    <a:pt x="774" y="0"/>
                  </a:lnTo>
                  <a:lnTo>
                    <a:pt x="827" y="0"/>
                  </a:lnTo>
                  <a:lnTo>
                    <a:pt x="872" y="0"/>
                  </a:lnTo>
                  <a:lnTo>
                    <a:pt x="909" y="8"/>
                  </a:lnTo>
                  <a:lnTo>
                    <a:pt x="939" y="23"/>
                  </a:lnTo>
                  <a:lnTo>
                    <a:pt x="969" y="38"/>
                  </a:lnTo>
                  <a:lnTo>
                    <a:pt x="992" y="60"/>
                  </a:lnTo>
                  <a:lnTo>
                    <a:pt x="1014" y="83"/>
                  </a:lnTo>
                  <a:lnTo>
                    <a:pt x="1022" y="113"/>
                  </a:lnTo>
                  <a:lnTo>
                    <a:pt x="1029" y="135"/>
                  </a:lnTo>
                  <a:lnTo>
                    <a:pt x="1029" y="135"/>
                  </a:lnTo>
                  <a:lnTo>
                    <a:pt x="1029" y="188"/>
                  </a:lnTo>
                  <a:lnTo>
                    <a:pt x="1014" y="225"/>
                  </a:lnTo>
                  <a:lnTo>
                    <a:pt x="1014" y="225"/>
                  </a:lnTo>
                  <a:lnTo>
                    <a:pt x="1014" y="188"/>
                  </a:lnTo>
                  <a:lnTo>
                    <a:pt x="1014" y="188"/>
                  </a:lnTo>
                  <a:lnTo>
                    <a:pt x="1007" y="158"/>
                  </a:lnTo>
                  <a:lnTo>
                    <a:pt x="992" y="128"/>
                  </a:lnTo>
                  <a:lnTo>
                    <a:pt x="977" y="105"/>
                  </a:lnTo>
                  <a:lnTo>
                    <a:pt x="954" y="83"/>
                  </a:lnTo>
                  <a:lnTo>
                    <a:pt x="924" y="68"/>
                  </a:lnTo>
                  <a:lnTo>
                    <a:pt x="887" y="53"/>
                  </a:lnTo>
                  <a:lnTo>
                    <a:pt x="849" y="45"/>
                  </a:lnTo>
                  <a:lnTo>
                    <a:pt x="804" y="45"/>
                  </a:lnTo>
                  <a:lnTo>
                    <a:pt x="759" y="53"/>
                  </a:lnTo>
                  <a:lnTo>
                    <a:pt x="699" y="60"/>
                  </a:lnTo>
                  <a:lnTo>
                    <a:pt x="646" y="83"/>
                  </a:lnTo>
                  <a:lnTo>
                    <a:pt x="586" y="113"/>
                  </a:lnTo>
                  <a:lnTo>
                    <a:pt x="519" y="150"/>
                  </a:lnTo>
                  <a:lnTo>
                    <a:pt x="451" y="195"/>
                  </a:lnTo>
                  <a:lnTo>
                    <a:pt x="376" y="255"/>
                  </a:lnTo>
                  <a:lnTo>
                    <a:pt x="301" y="323"/>
                  </a:lnTo>
                  <a:lnTo>
                    <a:pt x="301" y="323"/>
                  </a:lnTo>
                  <a:lnTo>
                    <a:pt x="203" y="428"/>
                  </a:lnTo>
                  <a:lnTo>
                    <a:pt x="128" y="533"/>
                  </a:lnTo>
                  <a:lnTo>
                    <a:pt x="61" y="646"/>
                  </a:lnTo>
                  <a:lnTo>
                    <a:pt x="0" y="766"/>
                  </a:lnTo>
                  <a:lnTo>
                    <a:pt x="23" y="721"/>
                  </a:lnTo>
                  <a:lnTo>
                    <a:pt x="23" y="721"/>
                  </a:lnTo>
                  <a:lnTo>
                    <a:pt x="76" y="601"/>
                  </a:lnTo>
                  <a:lnTo>
                    <a:pt x="143" y="488"/>
                  </a:lnTo>
                  <a:lnTo>
                    <a:pt x="226" y="376"/>
                  </a:lnTo>
                  <a:lnTo>
                    <a:pt x="316" y="278"/>
                  </a:lnTo>
                  <a:lnTo>
                    <a:pt x="316" y="27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84" name="Google Shape;4284;p82"/>
            <p:cNvSpPr/>
            <p:nvPr/>
          </p:nvSpPr>
          <p:spPr>
            <a:xfrm>
              <a:off x="808038" y="1484313"/>
              <a:ext cx="488950" cy="763588"/>
            </a:xfrm>
            <a:custGeom>
              <a:avLst/>
              <a:gdLst/>
              <a:ahLst/>
              <a:cxnLst/>
              <a:rect l="l" t="t" r="r" b="b"/>
              <a:pathLst>
                <a:path w="308" h="481" extrusionOk="0">
                  <a:moveTo>
                    <a:pt x="211" y="421"/>
                  </a:moveTo>
                  <a:lnTo>
                    <a:pt x="211" y="421"/>
                  </a:lnTo>
                  <a:lnTo>
                    <a:pt x="241" y="383"/>
                  </a:lnTo>
                  <a:lnTo>
                    <a:pt x="271" y="345"/>
                  </a:lnTo>
                  <a:lnTo>
                    <a:pt x="293" y="308"/>
                  </a:lnTo>
                  <a:lnTo>
                    <a:pt x="301" y="263"/>
                  </a:lnTo>
                  <a:lnTo>
                    <a:pt x="308" y="218"/>
                  </a:lnTo>
                  <a:lnTo>
                    <a:pt x="301" y="165"/>
                  </a:lnTo>
                  <a:lnTo>
                    <a:pt x="286" y="120"/>
                  </a:lnTo>
                  <a:lnTo>
                    <a:pt x="263" y="75"/>
                  </a:lnTo>
                  <a:lnTo>
                    <a:pt x="263" y="75"/>
                  </a:lnTo>
                  <a:lnTo>
                    <a:pt x="226" y="45"/>
                  </a:lnTo>
                  <a:lnTo>
                    <a:pt x="181" y="15"/>
                  </a:lnTo>
                  <a:lnTo>
                    <a:pt x="128" y="0"/>
                  </a:lnTo>
                  <a:lnTo>
                    <a:pt x="83" y="0"/>
                  </a:lnTo>
                  <a:lnTo>
                    <a:pt x="83" y="0"/>
                  </a:lnTo>
                  <a:lnTo>
                    <a:pt x="113" y="15"/>
                  </a:lnTo>
                  <a:lnTo>
                    <a:pt x="143" y="30"/>
                  </a:lnTo>
                  <a:lnTo>
                    <a:pt x="173" y="52"/>
                  </a:lnTo>
                  <a:lnTo>
                    <a:pt x="196" y="75"/>
                  </a:lnTo>
                  <a:lnTo>
                    <a:pt x="196" y="75"/>
                  </a:lnTo>
                  <a:lnTo>
                    <a:pt x="226" y="120"/>
                  </a:lnTo>
                  <a:lnTo>
                    <a:pt x="241" y="165"/>
                  </a:lnTo>
                  <a:lnTo>
                    <a:pt x="248" y="210"/>
                  </a:lnTo>
                  <a:lnTo>
                    <a:pt x="241" y="255"/>
                  </a:lnTo>
                  <a:lnTo>
                    <a:pt x="233" y="300"/>
                  </a:lnTo>
                  <a:lnTo>
                    <a:pt x="211" y="345"/>
                  </a:lnTo>
                  <a:lnTo>
                    <a:pt x="181" y="383"/>
                  </a:lnTo>
                  <a:lnTo>
                    <a:pt x="151" y="421"/>
                  </a:lnTo>
                  <a:lnTo>
                    <a:pt x="151" y="421"/>
                  </a:lnTo>
                  <a:lnTo>
                    <a:pt x="113" y="443"/>
                  </a:lnTo>
                  <a:lnTo>
                    <a:pt x="83" y="458"/>
                  </a:lnTo>
                  <a:lnTo>
                    <a:pt x="38" y="473"/>
                  </a:lnTo>
                  <a:lnTo>
                    <a:pt x="0" y="481"/>
                  </a:lnTo>
                  <a:lnTo>
                    <a:pt x="0" y="481"/>
                  </a:lnTo>
                  <a:lnTo>
                    <a:pt x="53" y="481"/>
                  </a:lnTo>
                  <a:lnTo>
                    <a:pt x="113" y="473"/>
                  </a:lnTo>
                  <a:lnTo>
                    <a:pt x="166" y="451"/>
                  </a:lnTo>
                  <a:lnTo>
                    <a:pt x="211" y="421"/>
                  </a:lnTo>
                  <a:lnTo>
                    <a:pt x="211" y="42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85" name="Google Shape;4285;p82"/>
            <p:cNvSpPr/>
            <p:nvPr/>
          </p:nvSpPr>
          <p:spPr>
            <a:xfrm>
              <a:off x="630238" y="1484313"/>
              <a:ext cx="309563" cy="452438"/>
            </a:xfrm>
            <a:custGeom>
              <a:avLst/>
              <a:gdLst/>
              <a:ahLst/>
              <a:cxnLst/>
              <a:rect l="l" t="t" r="r" b="b"/>
              <a:pathLst>
                <a:path w="195" h="285" extrusionOk="0">
                  <a:moveTo>
                    <a:pt x="165" y="255"/>
                  </a:moveTo>
                  <a:lnTo>
                    <a:pt x="165" y="255"/>
                  </a:lnTo>
                  <a:lnTo>
                    <a:pt x="165" y="240"/>
                  </a:lnTo>
                  <a:lnTo>
                    <a:pt x="150" y="225"/>
                  </a:lnTo>
                  <a:lnTo>
                    <a:pt x="127" y="218"/>
                  </a:lnTo>
                  <a:lnTo>
                    <a:pt x="105" y="218"/>
                  </a:lnTo>
                  <a:lnTo>
                    <a:pt x="105" y="218"/>
                  </a:lnTo>
                  <a:lnTo>
                    <a:pt x="67" y="210"/>
                  </a:lnTo>
                  <a:lnTo>
                    <a:pt x="45" y="195"/>
                  </a:lnTo>
                  <a:lnTo>
                    <a:pt x="45" y="195"/>
                  </a:lnTo>
                  <a:lnTo>
                    <a:pt x="45" y="150"/>
                  </a:lnTo>
                  <a:lnTo>
                    <a:pt x="52" y="113"/>
                  </a:lnTo>
                  <a:lnTo>
                    <a:pt x="75" y="67"/>
                  </a:lnTo>
                  <a:lnTo>
                    <a:pt x="105" y="37"/>
                  </a:lnTo>
                  <a:lnTo>
                    <a:pt x="105" y="37"/>
                  </a:lnTo>
                  <a:lnTo>
                    <a:pt x="150" y="15"/>
                  </a:lnTo>
                  <a:lnTo>
                    <a:pt x="195" y="0"/>
                  </a:lnTo>
                  <a:lnTo>
                    <a:pt x="195" y="0"/>
                  </a:lnTo>
                  <a:lnTo>
                    <a:pt x="150" y="0"/>
                  </a:lnTo>
                  <a:lnTo>
                    <a:pt x="112" y="0"/>
                  </a:lnTo>
                  <a:lnTo>
                    <a:pt x="82" y="15"/>
                  </a:lnTo>
                  <a:lnTo>
                    <a:pt x="45" y="37"/>
                  </a:lnTo>
                  <a:lnTo>
                    <a:pt x="45" y="37"/>
                  </a:lnTo>
                  <a:lnTo>
                    <a:pt x="22" y="67"/>
                  </a:lnTo>
                  <a:lnTo>
                    <a:pt x="7" y="98"/>
                  </a:lnTo>
                  <a:lnTo>
                    <a:pt x="0" y="128"/>
                  </a:lnTo>
                  <a:lnTo>
                    <a:pt x="0" y="150"/>
                  </a:lnTo>
                  <a:lnTo>
                    <a:pt x="7" y="180"/>
                  </a:lnTo>
                  <a:lnTo>
                    <a:pt x="22" y="203"/>
                  </a:lnTo>
                  <a:lnTo>
                    <a:pt x="45" y="240"/>
                  </a:lnTo>
                  <a:lnTo>
                    <a:pt x="45" y="240"/>
                  </a:lnTo>
                  <a:lnTo>
                    <a:pt x="67" y="263"/>
                  </a:lnTo>
                  <a:lnTo>
                    <a:pt x="97" y="278"/>
                  </a:lnTo>
                  <a:lnTo>
                    <a:pt x="97" y="278"/>
                  </a:lnTo>
                  <a:lnTo>
                    <a:pt x="127" y="285"/>
                  </a:lnTo>
                  <a:lnTo>
                    <a:pt x="150" y="278"/>
                  </a:lnTo>
                  <a:lnTo>
                    <a:pt x="157" y="270"/>
                  </a:lnTo>
                  <a:lnTo>
                    <a:pt x="165" y="255"/>
                  </a:lnTo>
                  <a:lnTo>
                    <a:pt x="165" y="25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86" name="Google Shape;4286;p82"/>
            <p:cNvSpPr/>
            <p:nvPr/>
          </p:nvSpPr>
          <p:spPr>
            <a:xfrm>
              <a:off x="260350" y="1066800"/>
              <a:ext cx="738188" cy="1181100"/>
            </a:xfrm>
            <a:custGeom>
              <a:avLst/>
              <a:gdLst/>
              <a:ahLst/>
              <a:cxnLst/>
              <a:rect l="l" t="t" r="r" b="b"/>
              <a:pathLst>
                <a:path w="465" h="744" extrusionOk="0">
                  <a:moveTo>
                    <a:pt x="142" y="90"/>
                  </a:moveTo>
                  <a:lnTo>
                    <a:pt x="142" y="90"/>
                  </a:lnTo>
                  <a:lnTo>
                    <a:pt x="82" y="143"/>
                  </a:lnTo>
                  <a:lnTo>
                    <a:pt x="45" y="203"/>
                  </a:lnTo>
                  <a:lnTo>
                    <a:pt x="15" y="270"/>
                  </a:lnTo>
                  <a:lnTo>
                    <a:pt x="0" y="346"/>
                  </a:lnTo>
                  <a:lnTo>
                    <a:pt x="0" y="413"/>
                  </a:lnTo>
                  <a:lnTo>
                    <a:pt x="7" y="481"/>
                  </a:lnTo>
                  <a:lnTo>
                    <a:pt x="37" y="548"/>
                  </a:lnTo>
                  <a:lnTo>
                    <a:pt x="75" y="608"/>
                  </a:lnTo>
                  <a:lnTo>
                    <a:pt x="75" y="608"/>
                  </a:lnTo>
                  <a:lnTo>
                    <a:pt x="97" y="638"/>
                  </a:lnTo>
                  <a:lnTo>
                    <a:pt x="127" y="668"/>
                  </a:lnTo>
                  <a:lnTo>
                    <a:pt x="195" y="706"/>
                  </a:lnTo>
                  <a:lnTo>
                    <a:pt x="233" y="721"/>
                  </a:lnTo>
                  <a:lnTo>
                    <a:pt x="270" y="736"/>
                  </a:lnTo>
                  <a:lnTo>
                    <a:pt x="308" y="744"/>
                  </a:lnTo>
                  <a:lnTo>
                    <a:pt x="345" y="744"/>
                  </a:lnTo>
                  <a:lnTo>
                    <a:pt x="345" y="744"/>
                  </a:lnTo>
                  <a:lnTo>
                    <a:pt x="293" y="729"/>
                  </a:lnTo>
                  <a:lnTo>
                    <a:pt x="240" y="706"/>
                  </a:lnTo>
                  <a:lnTo>
                    <a:pt x="195" y="676"/>
                  </a:lnTo>
                  <a:lnTo>
                    <a:pt x="158" y="631"/>
                  </a:lnTo>
                  <a:lnTo>
                    <a:pt x="158" y="631"/>
                  </a:lnTo>
                  <a:lnTo>
                    <a:pt x="120" y="571"/>
                  </a:lnTo>
                  <a:lnTo>
                    <a:pt x="90" y="503"/>
                  </a:lnTo>
                  <a:lnTo>
                    <a:pt x="82" y="436"/>
                  </a:lnTo>
                  <a:lnTo>
                    <a:pt x="82" y="361"/>
                  </a:lnTo>
                  <a:lnTo>
                    <a:pt x="97" y="293"/>
                  </a:lnTo>
                  <a:lnTo>
                    <a:pt x="127" y="225"/>
                  </a:lnTo>
                  <a:lnTo>
                    <a:pt x="165" y="165"/>
                  </a:lnTo>
                  <a:lnTo>
                    <a:pt x="225" y="113"/>
                  </a:lnTo>
                  <a:lnTo>
                    <a:pt x="225" y="113"/>
                  </a:lnTo>
                  <a:lnTo>
                    <a:pt x="285" y="68"/>
                  </a:lnTo>
                  <a:lnTo>
                    <a:pt x="345" y="38"/>
                  </a:lnTo>
                  <a:lnTo>
                    <a:pt x="405" y="15"/>
                  </a:lnTo>
                  <a:lnTo>
                    <a:pt x="465" y="8"/>
                  </a:lnTo>
                  <a:lnTo>
                    <a:pt x="465" y="8"/>
                  </a:lnTo>
                  <a:lnTo>
                    <a:pt x="383" y="0"/>
                  </a:lnTo>
                  <a:lnTo>
                    <a:pt x="300" y="15"/>
                  </a:lnTo>
                  <a:lnTo>
                    <a:pt x="263" y="23"/>
                  </a:lnTo>
                  <a:lnTo>
                    <a:pt x="218" y="38"/>
                  </a:lnTo>
                  <a:lnTo>
                    <a:pt x="180" y="60"/>
                  </a:lnTo>
                  <a:lnTo>
                    <a:pt x="142" y="90"/>
                  </a:lnTo>
                  <a:lnTo>
                    <a:pt x="142" y="9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87" name="Google Shape;4287;p82"/>
            <p:cNvSpPr/>
            <p:nvPr/>
          </p:nvSpPr>
          <p:spPr>
            <a:xfrm>
              <a:off x="665163" y="1079500"/>
              <a:ext cx="1073150" cy="3756025"/>
            </a:xfrm>
            <a:custGeom>
              <a:avLst/>
              <a:gdLst/>
              <a:ahLst/>
              <a:cxnLst/>
              <a:rect l="l" t="t" r="r" b="b"/>
              <a:pathLst>
                <a:path w="676" h="2366" extrusionOk="0">
                  <a:moveTo>
                    <a:pt x="676" y="413"/>
                  </a:moveTo>
                  <a:lnTo>
                    <a:pt x="676" y="413"/>
                  </a:lnTo>
                  <a:lnTo>
                    <a:pt x="676" y="473"/>
                  </a:lnTo>
                  <a:lnTo>
                    <a:pt x="669" y="525"/>
                  </a:lnTo>
                  <a:lnTo>
                    <a:pt x="661" y="578"/>
                  </a:lnTo>
                  <a:lnTo>
                    <a:pt x="646" y="630"/>
                  </a:lnTo>
                  <a:lnTo>
                    <a:pt x="601" y="736"/>
                  </a:lnTo>
                  <a:lnTo>
                    <a:pt x="548" y="841"/>
                  </a:lnTo>
                  <a:lnTo>
                    <a:pt x="488" y="946"/>
                  </a:lnTo>
                  <a:lnTo>
                    <a:pt x="421" y="1051"/>
                  </a:lnTo>
                  <a:lnTo>
                    <a:pt x="346" y="1164"/>
                  </a:lnTo>
                  <a:lnTo>
                    <a:pt x="271" y="1291"/>
                  </a:lnTo>
                  <a:lnTo>
                    <a:pt x="271" y="1291"/>
                  </a:lnTo>
                  <a:lnTo>
                    <a:pt x="218" y="1389"/>
                  </a:lnTo>
                  <a:lnTo>
                    <a:pt x="165" y="1487"/>
                  </a:lnTo>
                  <a:lnTo>
                    <a:pt x="135" y="1584"/>
                  </a:lnTo>
                  <a:lnTo>
                    <a:pt x="105" y="1682"/>
                  </a:lnTo>
                  <a:lnTo>
                    <a:pt x="90" y="1772"/>
                  </a:lnTo>
                  <a:lnTo>
                    <a:pt x="75" y="1862"/>
                  </a:lnTo>
                  <a:lnTo>
                    <a:pt x="68" y="1945"/>
                  </a:lnTo>
                  <a:lnTo>
                    <a:pt x="68" y="2028"/>
                  </a:lnTo>
                  <a:lnTo>
                    <a:pt x="83" y="2163"/>
                  </a:lnTo>
                  <a:lnTo>
                    <a:pt x="98" y="2268"/>
                  </a:lnTo>
                  <a:lnTo>
                    <a:pt x="120" y="2366"/>
                  </a:lnTo>
                  <a:lnTo>
                    <a:pt x="120" y="2366"/>
                  </a:lnTo>
                  <a:lnTo>
                    <a:pt x="83" y="2290"/>
                  </a:lnTo>
                  <a:lnTo>
                    <a:pt x="53" y="2208"/>
                  </a:lnTo>
                  <a:lnTo>
                    <a:pt x="23" y="2095"/>
                  </a:lnTo>
                  <a:lnTo>
                    <a:pt x="15" y="2028"/>
                  </a:lnTo>
                  <a:lnTo>
                    <a:pt x="8" y="1960"/>
                  </a:lnTo>
                  <a:lnTo>
                    <a:pt x="0" y="1885"/>
                  </a:lnTo>
                  <a:lnTo>
                    <a:pt x="8" y="1802"/>
                  </a:lnTo>
                  <a:lnTo>
                    <a:pt x="15" y="1720"/>
                  </a:lnTo>
                  <a:lnTo>
                    <a:pt x="38" y="1637"/>
                  </a:lnTo>
                  <a:lnTo>
                    <a:pt x="68" y="1547"/>
                  </a:lnTo>
                  <a:lnTo>
                    <a:pt x="105" y="1457"/>
                  </a:lnTo>
                  <a:lnTo>
                    <a:pt x="105" y="1457"/>
                  </a:lnTo>
                  <a:lnTo>
                    <a:pt x="210" y="1276"/>
                  </a:lnTo>
                  <a:lnTo>
                    <a:pt x="308" y="1096"/>
                  </a:lnTo>
                  <a:lnTo>
                    <a:pt x="413" y="923"/>
                  </a:lnTo>
                  <a:lnTo>
                    <a:pt x="496" y="758"/>
                  </a:lnTo>
                  <a:lnTo>
                    <a:pt x="533" y="676"/>
                  </a:lnTo>
                  <a:lnTo>
                    <a:pt x="556" y="600"/>
                  </a:lnTo>
                  <a:lnTo>
                    <a:pt x="579" y="525"/>
                  </a:lnTo>
                  <a:lnTo>
                    <a:pt x="586" y="450"/>
                  </a:lnTo>
                  <a:lnTo>
                    <a:pt x="579" y="383"/>
                  </a:lnTo>
                  <a:lnTo>
                    <a:pt x="563" y="307"/>
                  </a:lnTo>
                  <a:lnTo>
                    <a:pt x="533" y="247"/>
                  </a:lnTo>
                  <a:lnTo>
                    <a:pt x="488" y="180"/>
                  </a:lnTo>
                  <a:lnTo>
                    <a:pt x="488" y="180"/>
                  </a:lnTo>
                  <a:lnTo>
                    <a:pt x="428" y="112"/>
                  </a:lnTo>
                  <a:lnTo>
                    <a:pt x="353" y="52"/>
                  </a:lnTo>
                  <a:lnTo>
                    <a:pt x="323" y="30"/>
                  </a:lnTo>
                  <a:lnTo>
                    <a:pt x="286" y="15"/>
                  </a:lnTo>
                  <a:lnTo>
                    <a:pt x="248" y="7"/>
                  </a:lnTo>
                  <a:lnTo>
                    <a:pt x="210" y="0"/>
                  </a:lnTo>
                  <a:lnTo>
                    <a:pt x="210" y="0"/>
                  </a:lnTo>
                  <a:lnTo>
                    <a:pt x="256" y="0"/>
                  </a:lnTo>
                  <a:lnTo>
                    <a:pt x="308" y="0"/>
                  </a:lnTo>
                  <a:lnTo>
                    <a:pt x="353" y="15"/>
                  </a:lnTo>
                  <a:lnTo>
                    <a:pt x="406" y="37"/>
                  </a:lnTo>
                  <a:lnTo>
                    <a:pt x="458" y="60"/>
                  </a:lnTo>
                  <a:lnTo>
                    <a:pt x="503" y="90"/>
                  </a:lnTo>
                  <a:lnTo>
                    <a:pt x="548" y="135"/>
                  </a:lnTo>
                  <a:lnTo>
                    <a:pt x="586" y="180"/>
                  </a:lnTo>
                  <a:lnTo>
                    <a:pt x="586" y="180"/>
                  </a:lnTo>
                  <a:lnTo>
                    <a:pt x="616" y="225"/>
                  </a:lnTo>
                  <a:lnTo>
                    <a:pt x="646" y="277"/>
                  </a:lnTo>
                  <a:lnTo>
                    <a:pt x="669" y="345"/>
                  </a:lnTo>
                  <a:lnTo>
                    <a:pt x="676" y="413"/>
                  </a:lnTo>
                  <a:lnTo>
                    <a:pt x="676" y="41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88" name="Google Shape;4288;p82"/>
            <p:cNvSpPr/>
            <p:nvPr/>
          </p:nvSpPr>
          <p:spPr>
            <a:xfrm>
              <a:off x="1022350" y="2998788"/>
              <a:ext cx="1955800" cy="1490663"/>
            </a:xfrm>
            <a:custGeom>
              <a:avLst/>
              <a:gdLst/>
              <a:ahLst/>
              <a:cxnLst/>
              <a:rect l="l" t="t" r="r" b="b"/>
              <a:pathLst>
                <a:path w="1232" h="939" extrusionOk="0">
                  <a:moveTo>
                    <a:pt x="0" y="698"/>
                  </a:moveTo>
                  <a:lnTo>
                    <a:pt x="0" y="698"/>
                  </a:lnTo>
                  <a:lnTo>
                    <a:pt x="8" y="623"/>
                  </a:lnTo>
                  <a:lnTo>
                    <a:pt x="16" y="556"/>
                  </a:lnTo>
                  <a:lnTo>
                    <a:pt x="38" y="488"/>
                  </a:lnTo>
                  <a:lnTo>
                    <a:pt x="61" y="428"/>
                  </a:lnTo>
                  <a:lnTo>
                    <a:pt x="91" y="360"/>
                  </a:lnTo>
                  <a:lnTo>
                    <a:pt x="128" y="300"/>
                  </a:lnTo>
                  <a:lnTo>
                    <a:pt x="166" y="248"/>
                  </a:lnTo>
                  <a:lnTo>
                    <a:pt x="211" y="195"/>
                  </a:lnTo>
                  <a:lnTo>
                    <a:pt x="256" y="150"/>
                  </a:lnTo>
                  <a:lnTo>
                    <a:pt x="308" y="112"/>
                  </a:lnTo>
                  <a:lnTo>
                    <a:pt x="369" y="75"/>
                  </a:lnTo>
                  <a:lnTo>
                    <a:pt x="429" y="45"/>
                  </a:lnTo>
                  <a:lnTo>
                    <a:pt x="489" y="22"/>
                  </a:lnTo>
                  <a:lnTo>
                    <a:pt x="556" y="7"/>
                  </a:lnTo>
                  <a:lnTo>
                    <a:pt x="624" y="0"/>
                  </a:lnTo>
                  <a:lnTo>
                    <a:pt x="692" y="0"/>
                  </a:lnTo>
                  <a:lnTo>
                    <a:pt x="692" y="0"/>
                  </a:lnTo>
                  <a:lnTo>
                    <a:pt x="744" y="7"/>
                  </a:lnTo>
                  <a:lnTo>
                    <a:pt x="789" y="15"/>
                  </a:lnTo>
                  <a:lnTo>
                    <a:pt x="834" y="30"/>
                  </a:lnTo>
                  <a:lnTo>
                    <a:pt x="879" y="52"/>
                  </a:lnTo>
                  <a:lnTo>
                    <a:pt x="969" y="105"/>
                  </a:lnTo>
                  <a:lnTo>
                    <a:pt x="1045" y="165"/>
                  </a:lnTo>
                  <a:lnTo>
                    <a:pt x="1112" y="240"/>
                  </a:lnTo>
                  <a:lnTo>
                    <a:pt x="1165" y="330"/>
                  </a:lnTo>
                  <a:lnTo>
                    <a:pt x="1210" y="420"/>
                  </a:lnTo>
                  <a:lnTo>
                    <a:pt x="1232" y="511"/>
                  </a:lnTo>
                  <a:lnTo>
                    <a:pt x="1232" y="511"/>
                  </a:lnTo>
                  <a:lnTo>
                    <a:pt x="1202" y="428"/>
                  </a:lnTo>
                  <a:lnTo>
                    <a:pt x="1165" y="353"/>
                  </a:lnTo>
                  <a:lnTo>
                    <a:pt x="1112" y="285"/>
                  </a:lnTo>
                  <a:lnTo>
                    <a:pt x="1052" y="225"/>
                  </a:lnTo>
                  <a:lnTo>
                    <a:pt x="977" y="180"/>
                  </a:lnTo>
                  <a:lnTo>
                    <a:pt x="902" y="143"/>
                  </a:lnTo>
                  <a:lnTo>
                    <a:pt x="819" y="112"/>
                  </a:lnTo>
                  <a:lnTo>
                    <a:pt x="729" y="105"/>
                  </a:lnTo>
                  <a:lnTo>
                    <a:pt x="729" y="105"/>
                  </a:lnTo>
                  <a:lnTo>
                    <a:pt x="661" y="97"/>
                  </a:lnTo>
                  <a:lnTo>
                    <a:pt x="594" y="105"/>
                  </a:lnTo>
                  <a:lnTo>
                    <a:pt x="526" y="120"/>
                  </a:lnTo>
                  <a:lnTo>
                    <a:pt x="459" y="143"/>
                  </a:lnTo>
                  <a:lnTo>
                    <a:pt x="399" y="165"/>
                  </a:lnTo>
                  <a:lnTo>
                    <a:pt x="338" y="195"/>
                  </a:lnTo>
                  <a:lnTo>
                    <a:pt x="286" y="233"/>
                  </a:lnTo>
                  <a:lnTo>
                    <a:pt x="233" y="270"/>
                  </a:lnTo>
                  <a:lnTo>
                    <a:pt x="188" y="315"/>
                  </a:lnTo>
                  <a:lnTo>
                    <a:pt x="143" y="368"/>
                  </a:lnTo>
                  <a:lnTo>
                    <a:pt x="106" y="420"/>
                  </a:lnTo>
                  <a:lnTo>
                    <a:pt x="76" y="481"/>
                  </a:lnTo>
                  <a:lnTo>
                    <a:pt x="53" y="541"/>
                  </a:lnTo>
                  <a:lnTo>
                    <a:pt x="31" y="608"/>
                  </a:lnTo>
                  <a:lnTo>
                    <a:pt x="16" y="676"/>
                  </a:lnTo>
                  <a:lnTo>
                    <a:pt x="8" y="743"/>
                  </a:lnTo>
                  <a:lnTo>
                    <a:pt x="8" y="743"/>
                  </a:lnTo>
                  <a:lnTo>
                    <a:pt x="8" y="841"/>
                  </a:lnTo>
                  <a:lnTo>
                    <a:pt x="23" y="939"/>
                  </a:lnTo>
                  <a:lnTo>
                    <a:pt x="23" y="939"/>
                  </a:lnTo>
                  <a:lnTo>
                    <a:pt x="0" y="819"/>
                  </a:lnTo>
                  <a:lnTo>
                    <a:pt x="0" y="758"/>
                  </a:lnTo>
                  <a:lnTo>
                    <a:pt x="0" y="698"/>
                  </a:lnTo>
                  <a:lnTo>
                    <a:pt x="0" y="69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89" name="Google Shape;4289;p82"/>
            <p:cNvSpPr/>
            <p:nvPr/>
          </p:nvSpPr>
          <p:spPr>
            <a:xfrm>
              <a:off x="1751013" y="3810000"/>
              <a:ext cx="1263650" cy="1001713"/>
            </a:xfrm>
            <a:custGeom>
              <a:avLst/>
              <a:gdLst/>
              <a:ahLst/>
              <a:cxnLst/>
              <a:rect l="l" t="t" r="r" b="b"/>
              <a:pathLst>
                <a:path w="796" h="631" extrusionOk="0">
                  <a:moveTo>
                    <a:pt x="360" y="631"/>
                  </a:moveTo>
                  <a:lnTo>
                    <a:pt x="360" y="631"/>
                  </a:lnTo>
                  <a:lnTo>
                    <a:pt x="293" y="615"/>
                  </a:lnTo>
                  <a:lnTo>
                    <a:pt x="225" y="585"/>
                  </a:lnTo>
                  <a:lnTo>
                    <a:pt x="157" y="548"/>
                  </a:lnTo>
                  <a:lnTo>
                    <a:pt x="97" y="495"/>
                  </a:lnTo>
                  <a:lnTo>
                    <a:pt x="52" y="435"/>
                  </a:lnTo>
                  <a:lnTo>
                    <a:pt x="37" y="398"/>
                  </a:lnTo>
                  <a:lnTo>
                    <a:pt x="22" y="360"/>
                  </a:lnTo>
                  <a:lnTo>
                    <a:pt x="7" y="323"/>
                  </a:lnTo>
                  <a:lnTo>
                    <a:pt x="0" y="277"/>
                  </a:lnTo>
                  <a:lnTo>
                    <a:pt x="0" y="240"/>
                  </a:lnTo>
                  <a:lnTo>
                    <a:pt x="7" y="195"/>
                  </a:lnTo>
                  <a:lnTo>
                    <a:pt x="7" y="195"/>
                  </a:lnTo>
                  <a:lnTo>
                    <a:pt x="22" y="142"/>
                  </a:lnTo>
                  <a:lnTo>
                    <a:pt x="37" y="105"/>
                  </a:lnTo>
                  <a:lnTo>
                    <a:pt x="60" y="82"/>
                  </a:lnTo>
                  <a:lnTo>
                    <a:pt x="82" y="67"/>
                  </a:lnTo>
                  <a:lnTo>
                    <a:pt x="105" y="67"/>
                  </a:lnTo>
                  <a:lnTo>
                    <a:pt x="127" y="67"/>
                  </a:lnTo>
                  <a:lnTo>
                    <a:pt x="142" y="75"/>
                  </a:lnTo>
                  <a:lnTo>
                    <a:pt x="165" y="82"/>
                  </a:lnTo>
                  <a:lnTo>
                    <a:pt x="165" y="82"/>
                  </a:lnTo>
                  <a:lnTo>
                    <a:pt x="187" y="112"/>
                  </a:lnTo>
                  <a:lnTo>
                    <a:pt x="195" y="135"/>
                  </a:lnTo>
                  <a:lnTo>
                    <a:pt x="202" y="157"/>
                  </a:lnTo>
                  <a:lnTo>
                    <a:pt x="195" y="180"/>
                  </a:lnTo>
                  <a:lnTo>
                    <a:pt x="187" y="202"/>
                  </a:lnTo>
                  <a:lnTo>
                    <a:pt x="172" y="225"/>
                  </a:lnTo>
                  <a:lnTo>
                    <a:pt x="150" y="255"/>
                  </a:lnTo>
                  <a:lnTo>
                    <a:pt x="150" y="255"/>
                  </a:lnTo>
                  <a:lnTo>
                    <a:pt x="127" y="285"/>
                  </a:lnTo>
                  <a:lnTo>
                    <a:pt x="105" y="308"/>
                  </a:lnTo>
                  <a:lnTo>
                    <a:pt x="90" y="360"/>
                  </a:lnTo>
                  <a:lnTo>
                    <a:pt x="82" y="405"/>
                  </a:lnTo>
                  <a:lnTo>
                    <a:pt x="90" y="420"/>
                  </a:lnTo>
                  <a:lnTo>
                    <a:pt x="97" y="435"/>
                  </a:lnTo>
                  <a:lnTo>
                    <a:pt x="97" y="435"/>
                  </a:lnTo>
                  <a:lnTo>
                    <a:pt x="142" y="480"/>
                  </a:lnTo>
                  <a:lnTo>
                    <a:pt x="195" y="510"/>
                  </a:lnTo>
                  <a:lnTo>
                    <a:pt x="255" y="525"/>
                  </a:lnTo>
                  <a:lnTo>
                    <a:pt x="323" y="533"/>
                  </a:lnTo>
                  <a:lnTo>
                    <a:pt x="323" y="533"/>
                  </a:lnTo>
                  <a:lnTo>
                    <a:pt x="368" y="540"/>
                  </a:lnTo>
                  <a:lnTo>
                    <a:pt x="413" y="533"/>
                  </a:lnTo>
                  <a:lnTo>
                    <a:pt x="495" y="510"/>
                  </a:lnTo>
                  <a:lnTo>
                    <a:pt x="571" y="480"/>
                  </a:lnTo>
                  <a:lnTo>
                    <a:pt x="638" y="428"/>
                  </a:lnTo>
                  <a:lnTo>
                    <a:pt x="698" y="368"/>
                  </a:lnTo>
                  <a:lnTo>
                    <a:pt x="736" y="293"/>
                  </a:lnTo>
                  <a:lnTo>
                    <a:pt x="766" y="210"/>
                  </a:lnTo>
                  <a:lnTo>
                    <a:pt x="781" y="172"/>
                  </a:lnTo>
                  <a:lnTo>
                    <a:pt x="781" y="127"/>
                  </a:lnTo>
                  <a:lnTo>
                    <a:pt x="781" y="127"/>
                  </a:lnTo>
                  <a:lnTo>
                    <a:pt x="781" y="60"/>
                  </a:lnTo>
                  <a:lnTo>
                    <a:pt x="773" y="0"/>
                  </a:lnTo>
                  <a:lnTo>
                    <a:pt x="773" y="0"/>
                  </a:lnTo>
                  <a:lnTo>
                    <a:pt x="788" y="82"/>
                  </a:lnTo>
                  <a:lnTo>
                    <a:pt x="796" y="172"/>
                  </a:lnTo>
                  <a:lnTo>
                    <a:pt x="796" y="172"/>
                  </a:lnTo>
                  <a:lnTo>
                    <a:pt x="781" y="262"/>
                  </a:lnTo>
                  <a:lnTo>
                    <a:pt x="751" y="353"/>
                  </a:lnTo>
                  <a:lnTo>
                    <a:pt x="713" y="428"/>
                  </a:lnTo>
                  <a:lnTo>
                    <a:pt x="661" y="495"/>
                  </a:lnTo>
                  <a:lnTo>
                    <a:pt x="601" y="555"/>
                  </a:lnTo>
                  <a:lnTo>
                    <a:pt x="563" y="578"/>
                  </a:lnTo>
                  <a:lnTo>
                    <a:pt x="533" y="600"/>
                  </a:lnTo>
                  <a:lnTo>
                    <a:pt x="488" y="615"/>
                  </a:lnTo>
                  <a:lnTo>
                    <a:pt x="450" y="623"/>
                  </a:lnTo>
                  <a:lnTo>
                    <a:pt x="405" y="631"/>
                  </a:lnTo>
                  <a:lnTo>
                    <a:pt x="360" y="631"/>
                  </a:lnTo>
                  <a:lnTo>
                    <a:pt x="360" y="63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90" name="Google Shape;4290;p82"/>
            <p:cNvSpPr/>
            <p:nvPr/>
          </p:nvSpPr>
          <p:spPr>
            <a:xfrm>
              <a:off x="1058863" y="3440113"/>
              <a:ext cx="3063875" cy="2276475"/>
            </a:xfrm>
            <a:custGeom>
              <a:avLst/>
              <a:gdLst/>
              <a:ahLst/>
              <a:cxnLst/>
              <a:rect l="l" t="t" r="r" b="b"/>
              <a:pathLst>
                <a:path w="1930" h="1434" extrusionOk="0">
                  <a:moveTo>
                    <a:pt x="819" y="1434"/>
                  </a:moveTo>
                  <a:lnTo>
                    <a:pt x="819" y="1434"/>
                  </a:lnTo>
                  <a:lnTo>
                    <a:pt x="744" y="1427"/>
                  </a:lnTo>
                  <a:lnTo>
                    <a:pt x="669" y="1412"/>
                  </a:lnTo>
                  <a:lnTo>
                    <a:pt x="601" y="1389"/>
                  </a:lnTo>
                  <a:lnTo>
                    <a:pt x="526" y="1359"/>
                  </a:lnTo>
                  <a:lnTo>
                    <a:pt x="466" y="1322"/>
                  </a:lnTo>
                  <a:lnTo>
                    <a:pt x="398" y="1284"/>
                  </a:lnTo>
                  <a:lnTo>
                    <a:pt x="338" y="1239"/>
                  </a:lnTo>
                  <a:lnTo>
                    <a:pt x="285" y="1186"/>
                  </a:lnTo>
                  <a:lnTo>
                    <a:pt x="233" y="1134"/>
                  </a:lnTo>
                  <a:lnTo>
                    <a:pt x="180" y="1074"/>
                  </a:lnTo>
                  <a:lnTo>
                    <a:pt x="135" y="1006"/>
                  </a:lnTo>
                  <a:lnTo>
                    <a:pt x="98" y="946"/>
                  </a:lnTo>
                  <a:lnTo>
                    <a:pt x="68" y="879"/>
                  </a:lnTo>
                  <a:lnTo>
                    <a:pt x="38" y="803"/>
                  </a:lnTo>
                  <a:lnTo>
                    <a:pt x="15" y="736"/>
                  </a:lnTo>
                  <a:lnTo>
                    <a:pt x="0" y="661"/>
                  </a:lnTo>
                  <a:lnTo>
                    <a:pt x="0" y="661"/>
                  </a:lnTo>
                  <a:lnTo>
                    <a:pt x="15" y="728"/>
                  </a:lnTo>
                  <a:lnTo>
                    <a:pt x="45" y="796"/>
                  </a:lnTo>
                  <a:lnTo>
                    <a:pt x="68" y="856"/>
                  </a:lnTo>
                  <a:lnTo>
                    <a:pt x="105" y="916"/>
                  </a:lnTo>
                  <a:lnTo>
                    <a:pt x="143" y="969"/>
                  </a:lnTo>
                  <a:lnTo>
                    <a:pt x="188" y="1029"/>
                  </a:lnTo>
                  <a:lnTo>
                    <a:pt x="233" y="1074"/>
                  </a:lnTo>
                  <a:lnTo>
                    <a:pt x="278" y="1119"/>
                  </a:lnTo>
                  <a:lnTo>
                    <a:pt x="338" y="1164"/>
                  </a:lnTo>
                  <a:lnTo>
                    <a:pt x="391" y="1202"/>
                  </a:lnTo>
                  <a:lnTo>
                    <a:pt x="451" y="1239"/>
                  </a:lnTo>
                  <a:lnTo>
                    <a:pt x="518" y="1262"/>
                  </a:lnTo>
                  <a:lnTo>
                    <a:pt x="578" y="1292"/>
                  </a:lnTo>
                  <a:lnTo>
                    <a:pt x="646" y="1307"/>
                  </a:lnTo>
                  <a:lnTo>
                    <a:pt x="721" y="1322"/>
                  </a:lnTo>
                  <a:lnTo>
                    <a:pt x="789" y="1329"/>
                  </a:lnTo>
                  <a:lnTo>
                    <a:pt x="789" y="1329"/>
                  </a:lnTo>
                  <a:lnTo>
                    <a:pt x="901" y="1329"/>
                  </a:lnTo>
                  <a:lnTo>
                    <a:pt x="1007" y="1322"/>
                  </a:lnTo>
                  <a:lnTo>
                    <a:pt x="1112" y="1299"/>
                  </a:lnTo>
                  <a:lnTo>
                    <a:pt x="1217" y="1269"/>
                  </a:lnTo>
                  <a:lnTo>
                    <a:pt x="1307" y="1232"/>
                  </a:lnTo>
                  <a:lnTo>
                    <a:pt x="1397" y="1179"/>
                  </a:lnTo>
                  <a:lnTo>
                    <a:pt x="1487" y="1126"/>
                  </a:lnTo>
                  <a:lnTo>
                    <a:pt x="1562" y="1059"/>
                  </a:lnTo>
                  <a:lnTo>
                    <a:pt x="1637" y="991"/>
                  </a:lnTo>
                  <a:lnTo>
                    <a:pt x="1705" y="909"/>
                  </a:lnTo>
                  <a:lnTo>
                    <a:pt x="1765" y="826"/>
                  </a:lnTo>
                  <a:lnTo>
                    <a:pt x="1810" y="736"/>
                  </a:lnTo>
                  <a:lnTo>
                    <a:pt x="1855" y="638"/>
                  </a:lnTo>
                  <a:lnTo>
                    <a:pt x="1885" y="541"/>
                  </a:lnTo>
                  <a:lnTo>
                    <a:pt x="1908" y="435"/>
                  </a:lnTo>
                  <a:lnTo>
                    <a:pt x="1915" y="323"/>
                  </a:lnTo>
                  <a:lnTo>
                    <a:pt x="1915" y="323"/>
                  </a:lnTo>
                  <a:lnTo>
                    <a:pt x="1915" y="240"/>
                  </a:lnTo>
                  <a:lnTo>
                    <a:pt x="1915" y="157"/>
                  </a:lnTo>
                  <a:lnTo>
                    <a:pt x="1908" y="82"/>
                  </a:lnTo>
                  <a:lnTo>
                    <a:pt x="1893" y="0"/>
                  </a:lnTo>
                  <a:lnTo>
                    <a:pt x="1893" y="0"/>
                  </a:lnTo>
                  <a:lnTo>
                    <a:pt x="1915" y="90"/>
                  </a:lnTo>
                  <a:lnTo>
                    <a:pt x="1923" y="180"/>
                  </a:lnTo>
                  <a:lnTo>
                    <a:pt x="1930" y="278"/>
                  </a:lnTo>
                  <a:lnTo>
                    <a:pt x="1930" y="375"/>
                  </a:lnTo>
                  <a:lnTo>
                    <a:pt x="1930" y="375"/>
                  </a:lnTo>
                  <a:lnTo>
                    <a:pt x="1915" y="480"/>
                  </a:lnTo>
                  <a:lnTo>
                    <a:pt x="1893" y="586"/>
                  </a:lnTo>
                  <a:lnTo>
                    <a:pt x="1863" y="691"/>
                  </a:lnTo>
                  <a:lnTo>
                    <a:pt x="1818" y="796"/>
                  </a:lnTo>
                  <a:lnTo>
                    <a:pt x="1773" y="886"/>
                  </a:lnTo>
                  <a:lnTo>
                    <a:pt x="1713" y="976"/>
                  </a:lnTo>
                  <a:lnTo>
                    <a:pt x="1653" y="1059"/>
                  </a:lnTo>
                  <a:lnTo>
                    <a:pt x="1577" y="1141"/>
                  </a:lnTo>
                  <a:lnTo>
                    <a:pt x="1502" y="1209"/>
                  </a:lnTo>
                  <a:lnTo>
                    <a:pt x="1420" y="1269"/>
                  </a:lnTo>
                  <a:lnTo>
                    <a:pt x="1330" y="1322"/>
                  </a:lnTo>
                  <a:lnTo>
                    <a:pt x="1239" y="1367"/>
                  </a:lnTo>
                  <a:lnTo>
                    <a:pt x="1142" y="1397"/>
                  </a:lnTo>
                  <a:lnTo>
                    <a:pt x="1037" y="1419"/>
                  </a:lnTo>
                  <a:lnTo>
                    <a:pt x="931" y="1434"/>
                  </a:lnTo>
                  <a:lnTo>
                    <a:pt x="819" y="1434"/>
                  </a:lnTo>
                  <a:lnTo>
                    <a:pt x="819" y="1434"/>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91" name="Google Shape;4291;p82"/>
            <p:cNvSpPr/>
            <p:nvPr/>
          </p:nvSpPr>
          <p:spPr>
            <a:xfrm>
              <a:off x="2000250" y="3749675"/>
              <a:ext cx="311150" cy="298450"/>
            </a:xfrm>
            <a:custGeom>
              <a:avLst/>
              <a:gdLst/>
              <a:ahLst/>
              <a:cxnLst/>
              <a:rect l="l" t="t" r="r" b="b"/>
              <a:pathLst>
                <a:path w="196" h="188" extrusionOk="0">
                  <a:moveTo>
                    <a:pt x="166" y="38"/>
                  </a:moveTo>
                  <a:lnTo>
                    <a:pt x="166" y="38"/>
                  </a:lnTo>
                  <a:lnTo>
                    <a:pt x="188" y="60"/>
                  </a:lnTo>
                  <a:lnTo>
                    <a:pt x="196" y="90"/>
                  </a:lnTo>
                  <a:lnTo>
                    <a:pt x="188" y="113"/>
                  </a:lnTo>
                  <a:lnTo>
                    <a:pt x="181" y="143"/>
                  </a:lnTo>
                  <a:lnTo>
                    <a:pt x="166" y="165"/>
                  </a:lnTo>
                  <a:lnTo>
                    <a:pt x="151" y="180"/>
                  </a:lnTo>
                  <a:lnTo>
                    <a:pt x="128" y="188"/>
                  </a:lnTo>
                  <a:lnTo>
                    <a:pt x="98" y="188"/>
                  </a:lnTo>
                  <a:lnTo>
                    <a:pt x="98" y="188"/>
                  </a:lnTo>
                  <a:lnTo>
                    <a:pt x="128" y="165"/>
                  </a:lnTo>
                  <a:lnTo>
                    <a:pt x="143" y="128"/>
                  </a:lnTo>
                  <a:lnTo>
                    <a:pt x="143" y="105"/>
                  </a:lnTo>
                  <a:lnTo>
                    <a:pt x="143" y="90"/>
                  </a:lnTo>
                  <a:lnTo>
                    <a:pt x="136" y="68"/>
                  </a:lnTo>
                  <a:lnTo>
                    <a:pt x="121" y="45"/>
                  </a:lnTo>
                  <a:lnTo>
                    <a:pt x="121" y="45"/>
                  </a:lnTo>
                  <a:lnTo>
                    <a:pt x="98" y="30"/>
                  </a:lnTo>
                  <a:lnTo>
                    <a:pt x="68" y="23"/>
                  </a:lnTo>
                  <a:lnTo>
                    <a:pt x="38" y="15"/>
                  </a:lnTo>
                  <a:lnTo>
                    <a:pt x="0" y="15"/>
                  </a:lnTo>
                  <a:lnTo>
                    <a:pt x="0" y="15"/>
                  </a:lnTo>
                  <a:lnTo>
                    <a:pt x="53" y="0"/>
                  </a:lnTo>
                  <a:lnTo>
                    <a:pt x="98" y="0"/>
                  </a:lnTo>
                  <a:lnTo>
                    <a:pt x="136" y="15"/>
                  </a:lnTo>
                  <a:lnTo>
                    <a:pt x="166" y="38"/>
                  </a:lnTo>
                  <a:lnTo>
                    <a:pt x="166" y="3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92" name="Google Shape;4292;p82"/>
            <p:cNvSpPr/>
            <p:nvPr/>
          </p:nvSpPr>
          <p:spPr>
            <a:xfrm>
              <a:off x="3194050" y="5848350"/>
              <a:ext cx="249238" cy="238125"/>
            </a:xfrm>
            <a:custGeom>
              <a:avLst/>
              <a:gdLst/>
              <a:ahLst/>
              <a:cxnLst/>
              <a:rect l="l" t="t" r="r" b="b"/>
              <a:pathLst>
                <a:path w="157" h="150" extrusionOk="0">
                  <a:moveTo>
                    <a:pt x="22" y="23"/>
                  </a:moveTo>
                  <a:lnTo>
                    <a:pt x="22" y="23"/>
                  </a:lnTo>
                  <a:lnTo>
                    <a:pt x="7" y="45"/>
                  </a:lnTo>
                  <a:lnTo>
                    <a:pt x="0" y="68"/>
                  </a:lnTo>
                  <a:lnTo>
                    <a:pt x="0" y="90"/>
                  </a:lnTo>
                  <a:lnTo>
                    <a:pt x="7" y="113"/>
                  </a:lnTo>
                  <a:lnTo>
                    <a:pt x="15" y="128"/>
                  </a:lnTo>
                  <a:lnTo>
                    <a:pt x="30" y="143"/>
                  </a:lnTo>
                  <a:lnTo>
                    <a:pt x="52" y="150"/>
                  </a:lnTo>
                  <a:lnTo>
                    <a:pt x="67" y="150"/>
                  </a:lnTo>
                  <a:lnTo>
                    <a:pt x="67" y="150"/>
                  </a:lnTo>
                  <a:lnTo>
                    <a:pt x="45" y="128"/>
                  </a:lnTo>
                  <a:lnTo>
                    <a:pt x="37" y="98"/>
                  </a:lnTo>
                  <a:lnTo>
                    <a:pt x="45" y="68"/>
                  </a:lnTo>
                  <a:lnTo>
                    <a:pt x="52" y="53"/>
                  </a:lnTo>
                  <a:lnTo>
                    <a:pt x="60" y="38"/>
                  </a:lnTo>
                  <a:lnTo>
                    <a:pt x="60" y="38"/>
                  </a:lnTo>
                  <a:lnTo>
                    <a:pt x="82" y="23"/>
                  </a:lnTo>
                  <a:lnTo>
                    <a:pt x="105" y="15"/>
                  </a:lnTo>
                  <a:lnTo>
                    <a:pt x="127" y="8"/>
                  </a:lnTo>
                  <a:lnTo>
                    <a:pt x="157" y="15"/>
                  </a:lnTo>
                  <a:lnTo>
                    <a:pt x="157" y="15"/>
                  </a:lnTo>
                  <a:lnTo>
                    <a:pt x="120" y="0"/>
                  </a:lnTo>
                  <a:lnTo>
                    <a:pt x="82" y="0"/>
                  </a:lnTo>
                  <a:lnTo>
                    <a:pt x="45" y="8"/>
                  </a:lnTo>
                  <a:lnTo>
                    <a:pt x="22" y="23"/>
                  </a:lnTo>
                  <a:lnTo>
                    <a:pt x="22" y="2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93" name="Google Shape;4293;p82"/>
            <p:cNvSpPr/>
            <p:nvPr/>
          </p:nvSpPr>
          <p:spPr>
            <a:xfrm>
              <a:off x="2859088" y="4762500"/>
              <a:ext cx="238125" cy="274638"/>
            </a:xfrm>
            <a:custGeom>
              <a:avLst/>
              <a:gdLst/>
              <a:ahLst/>
              <a:cxnLst/>
              <a:rect l="l" t="t" r="r" b="b"/>
              <a:pathLst>
                <a:path w="150" h="173" extrusionOk="0">
                  <a:moveTo>
                    <a:pt x="8" y="128"/>
                  </a:moveTo>
                  <a:lnTo>
                    <a:pt x="8" y="128"/>
                  </a:lnTo>
                  <a:lnTo>
                    <a:pt x="23" y="151"/>
                  </a:lnTo>
                  <a:lnTo>
                    <a:pt x="38" y="166"/>
                  </a:lnTo>
                  <a:lnTo>
                    <a:pt x="60" y="173"/>
                  </a:lnTo>
                  <a:lnTo>
                    <a:pt x="83" y="173"/>
                  </a:lnTo>
                  <a:lnTo>
                    <a:pt x="105" y="173"/>
                  </a:lnTo>
                  <a:lnTo>
                    <a:pt x="128" y="166"/>
                  </a:lnTo>
                  <a:lnTo>
                    <a:pt x="143" y="151"/>
                  </a:lnTo>
                  <a:lnTo>
                    <a:pt x="150" y="128"/>
                  </a:lnTo>
                  <a:lnTo>
                    <a:pt x="150" y="128"/>
                  </a:lnTo>
                  <a:lnTo>
                    <a:pt x="120" y="143"/>
                  </a:lnTo>
                  <a:lnTo>
                    <a:pt x="83" y="143"/>
                  </a:lnTo>
                  <a:lnTo>
                    <a:pt x="53" y="128"/>
                  </a:lnTo>
                  <a:lnTo>
                    <a:pt x="45" y="113"/>
                  </a:lnTo>
                  <a:lnTo>
                    <a:pt x="38" y="98"/>
                  </a:lnTo>
                  <a:lnTo>
                    <a:pt x="38" y="98"/>
                  </a:lnTo>
                  <a:lnTo>
                    <a:pt x="30" y="76"/>
                  </a:lnTo>
                  <a:lnTo>
                    <a:pt x="30" y="53"/>
                  </a:lnTo>
                  <a:lnTo>
                    <a:pt x="38" y="23"/>
                  </a:lnTo>
                  <a:lnTo>
                    <a:pt x="45" y="0"/>
                  </a:lnTo>
                  <a:lnTo>
                    <a:pt x="45" y="0"/>
                  </a:lnTo>
                  <a:lnTo>
                    <a:pt x="23" y="31"/>
                  </a:lnTo>
                  <a:lnTo>
                    <a:pt x="8" y="68"/>
                  </a:lnTo>
                  <a:lnTo>
                    <a:pt x="0" y="98"/>
                  </a:lnTo>
                  <a:lnTo>
                    <a:pt x="8" y="128"/>
                  </a:lnTo>
                  <a:lnTo>
                    <a:pt x="8" y="12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94" name="Google Shape;4294;p82"/>
            <p:cNvSpPr/>
            <p:nvPr/>
          </p:nvSpPr>
          <p:spPr>
            <a:xfrm>
              <a:off x="3038475" y="4703763"/>
              <a:ext cx="119063" cy="166688"/>
            </a:xfrm>
            <a:custGeom>
              <a:avLst/>
              <a:gdLst/>
              <a:ahLst/>
              <a:cxnLst/>
              <a:rect l="l" t="t" r="r" b="b"/>
              <a:pathLst>
                <a:path w="75" h="105" extrusionOk="0">
                  <a:moveTo>
                    <a:pt x="75" y="83"/>
                  </a:moveTo>
                  <a:lnTo>
                    <a:pt x="75" y="83"/>
                  </a:lnTo>
                  <a:lnTo>
                    <a:pt x="67" y="75"/>
                  </a:lnTo>
                  <a:lnTo>
                    <a:pt x="60" y="68"/>
                  </a:lnTo>
                  <a:lnTo>
                    <a:pt x="37" y="68"/>
                  </a:lnTo>
                  <a:lnTo>
                    <a:pt x="37" y="68"/>
                  </a:lnTo>
                  <a:lnTo>
                    <a:pt x="30" y="75"/>
                  </a:lnTo>
                  <a:lnTo>
                    <a:pt x="30" y="75"/>
                  </a:lnTo>
                  <a:lnTo>
                    <a:pt x="22" y="60"/>
                  </a:lnTo>
                  <a:lnTo>
                    <a:pt x="22" y="37"/>
                  </a:lnTo>
                  <a:lnTo>
                    <a:pt x="30" y="15"/>
                  </a:lnTo>
                  <a:lnTo>
                    <a:pt x="45" y="0"/>
                  </a:lnTo>
                  <a:lnTo>
                    <a:pt x="45" y="0"/>
                  </a:lnTo>
                  <a:lnTo>
                    <a:pt x="15" y="22"/>
                  </a:lnTo>
                  <a:lnTo>
                    <a:pt x="0" y="52"/>
                  </a:lnTo>
                  <a:lnTo>
                    <a:pt x="7" y="75"/>
                  </a:lnTo>
                  <a:lnTo>
                    <a:pt x="7" y="90"/>
                  </a:lnTo>
                  <a:lnTo>
                    <a:pt x="15" y="98"/>
                  </a:lnTo>
                  <a:lnTo>
                    <a:pt x="15" y="98"/>
                  </a:lnTo>
                  <a:lnTo>
                    <a:pt x="22" y="98"/>
                  </a:lnTo>
                  <a:lnTo>
                    <a:pt x="22" y="98"/>
                  </a:lnTo>
                  <a:lnTo>
                    <a:pt x="37" y="105"/>
                  </a:lnTo>
                  <a:lnTo>
                    <a:pt x="37" y="105"/>
                  </a:lnTo>
                  <a:lnTo>
                    <a:pt x="52" y="105"/>
                  </a:lnTo>
                  <a:lnTo>
                    <a:pt x="67" y="98"/>
                  </a:lnTo>
                  <a:lnTo>
                    <a:pt x="75" y="83"/>
                  </a:lnTo>
                  <a:lnTo>
                    <a:pt x="75" y="8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95" name="Google Shape;4295;p82"/>
            <p:cNvSpPr/>
            <p:nvPr/>
          </p:nvSpPr>
          <p:spPr>
            <a:xfrm>
              <a:off x="2895600" y="4679950"/>
              <a:ext cx="417513" cy="858838"/>
            </a:xfrm>
            <a:custGeom>
              <a:avLst/>
              <a:gdLst/>
              <a:ahLst/>
              <a:cxnLst/>
              <a:rect l="l" t="t" r="r" b="b"/>
              <a:pathLst>
                <a:path w="263" h="541" extrusionOk="0">
                  <a:moveTo>
                    <a:pt x="188" y="345"/>
                  </a:moveTo>
                  <a:lnTo>
                    <a:pt x="188" y="345"/>
                  </a:lnTo>
                  <a:lnTo>
                    <a:pt x="233" y="255"/>
                  </a:lnTo>
                  <a:lnTo>
                    <a:pt x="255" y="188"/>
                  </a:lnTo>
                  <a:lnTo>
                    <a:pt x="263" y="128"/>
                  </a:lnTo>
                  <a:lnTo>
                    <a:pt x="255" y="75"/>
                  </a:lnTo>
                  <a:lnTo>
                    <a:pt x="240" y="37"/>
                  </a:lnTo>
                  <a:lnTo>
                    <a:pt x="225" y="15"/>
                  </a:lnTo>
                  <a:lnTo>
                    <a:pt x="195" y="0"/>
                  </a:lnTo>
                  <a:lnTo>
                    <a:pt x="173" y="0"/>
                  </a:lnTo>
                  <a:lnTo>
                    <a:pt x="173" y="0"/>
                  </a:lnTo>
                  <a:lnTo>
                    <a:pt x="150" y="0"/>
                  </a:lnTo>
                  <a:lnTo>
                    <a:pt x="135" y="15"/>
                  </a:lnTo>
                  <a:lnTo>
                    <a:pt x="135" y="15"/>
                  </a:lnTo>
                  <a:lnTo>
                    <a:pt x="150" y="7"/>
                  </a:lnTo>
                  <a:lnTo>
                    <a:pt x="150" y="7"/>
                  </a:lnTo>
                  <a:lnTo>
                    <a:pt x="180" y="15"/>
                  </a:lnTo>
                  <a:lnTo>
                    <a:pt x="203" y="30"/>
                  </a:lnTo>
                  <a:lnTo>
                    <a:pt x="225" y="52"/>
                  </a:lnTo>
                  <a:lnTo>
                    <a:pt x="240" y="90"/>
                  </a:lnTo>
                  <a:lnTo>
                    <a:pt x="240" y="143"/>
                  </a:lnTo>
                  <a:lnTo>
                    <a:pt x="233" y="203"/>
                  </a:lnTo>
                  <a:lnTo>
                    <a:pt x="210" y="270"/>
                  </a:lnTo>
                  <a:lnTo>
                    <a:pt x="165" y="353"/>
                  </a:lnTo>
                  <a:lnTo>
                    <a:pt x="165" y="353"/>
                  </a:lnTo>
                  <a:lnTo>
                    <a:pt x="127" y="413"/>
                  </a:lnTo>
                  <a:lnTo>
                    <a:pt x="90" y="458"/>
                  </a:lnTo>
                  <a:lnTo>
                    <a:pt x="45" y="503"/>
                  </a:lnTo>
                  <a:lnTo>
                    <a:pt x="0" y="541"/>
                  </a:lnTo>
                  <a:lnTo>
                    <a:pt x="15" y="526"/>
                  </a:lnTo>
                  <a:lnTo>
                    <a:pt x="15" y="526"/>
                  </a:lnTo>
                  <a:lnTo>
                    <a:pt x="67" y="488"/>
                  </a:lnTo>
                  <a:lnTo>
                    <a:pt x="112" y="443"/>
                  </a:lnTo>
                  <a:lnTo>
                    <a:pt x="150" y="398"/>
                  </a:lnTo>
                  <a:lnTo>
                    <a:pt x="188" y="345"/>
                  </a:lnTo>
                  <a:lnTo>
                    <a:pt x="188" y="34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96" name="Google Shape;4296;p82"/>
            <p:cNvSpPr/>
            <p:nvPr/>
          </p:nvSpPr>
          <p:spPr>
            <a:xfrm>
              <a:off x="3348038" y="4178300"/>
              <a:ext cx="155575" cy="239713"/>
            </a:xfrm>
            <a:custGeom>
              <a:avLst/>
              <a:gdLst/>
              <a:ahLst/>
              <a:cxnLst/>
              <a:rect l="l" t="t" r="r" b="b"/>
              <a:pathLst>
                <a:path w="98" h="151" extrusionOk="0">
                  <a:moveTo>
                    <a:pt x="98" y="121"/>
                  </a:moveTo>
                  <a:lnTo>
                    <a:pt x="98" y="121"/>
                  </a:lnTo>
                  <a:lnTo>
                    <a:pt x="98" y="113"/>
                  </a:lnTo>
                  <a:lnTo>
                    <a:pt x="90" y="106"/>
                  </a:lnTo>
                  <a:lnTo>
                    <a:pt x="75" y="106"/>
                  </a:lnTo>
                  <a:lnTo>
                    <a:pt x="53" y="106"/>
                  </a:lnTo>
                  <a:lnTo>
                    <a:pt x="53" y="106"/>
                  </a:lnTo>
                  <a:lnTo>
                    <a:pt x="38" y="106"/>
                  </a:lnTo>
                  <a:lnTo>
                    <a:pt x="38" y="106"/>
                  </a:lnTo>
                  <a:lnTo>
                    <a:pt x="30" y="83"/>
                  </a:lnTo>
                  <a:lnTo>
                    <a:pt x="30" y="61"/>
                  </a:lnTo>
                  <a:lnTo>
                    <a:pt x="38" y="30"/>
                  </a:lnTo>
                  <a:lnTo>
                    <a:pt x="53" y="0"/>
                  </a:lnTo>
                  <a:lnTo>
                    <a:pt x="53" y="0"/>
                  </a:lnTo>
                  <a:lnTo>
                    <a:pt x="38" y="15"/>
                  </a:lnTo>
                  <a:lnTo>
                    <a:pt x="15" y="30"/>
                  </a:lnTo>
                  <a:lnTo>
                    <a:pt x="8" y="53"/>
                  </a:lnTo>
                  <a:lnTo>
                    <a:pt x="0" y="76"/>
                  </a:lnTo>
                  <a:lnTo>
                    <a:pt x="0" y="98"/>
                  </a:lnTo>
                  <a:lnTo>
                    <a:pt x="0" y="113"/>
                  </a:lnTo>
                  <a:lnTo>
                    <a:pt x="8" y="128"/>
                  </a:lnTo>
                  <a:lnTo>
                    <a:pt x="23" y="143"/>
                  </a:lnTo>
                  <a:lnTo>
                    <a:pt x="23" y="143"/>
                  </a:lnTo>
                  <a:lnTo>
                    <a:pt x="23" y="143"/>
                  </a:lnTo>
                  <a:lnTo>
                    <a:pt x="23" y="143"/>
                  </a:lnTo>
                  <a:lnTo>
                    <a:pt x="45" y="151"/>
                  </a:lnTo>
                  <a:lnTo>
                    <a:pt x="45" y="151"/>
                  </a:lnTo>
                  <a:lnTo>
                    <a:pt x="75" y="151"/>
                  </a:lnTo>
                  <a:lnTo>
                    <a:pt x="90" y="143"/>
                  </a:lnTo>
                  <a:lnTo>
                    <a:pt x="98" y="136"/>
                  </a:lnTo>
                  <a:lnTo>
                    <a:pt x="98" y="121"/>
                  </a:lnTo>
                  <a:lnTo>
                    <a:pt x="98" y="12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97" name="Google Shape;4297;p82"/>
            <p:cNvSpPr/>
            <p:nvPr/>
          </p:nvSpPr>
          <p:spPr>
            <a:xfrm>
              <a:off x="3144838" y="4130675"/>
              <a:ext cx="596900" cy="1289050"/>
            </a:xfrm>
            <a:custGeom>
              <a:avLst/>
              <a:gdLst/>
              <a:ahLst/>
              <a:cxnLst/>
              <a:rect l="l" t="t" r="r" b="b"/>
              <a:pathLst>
                <a:path w="376" h="812" extrusionOk="0">
                  <a:moveTo>
                    <a:pt x="271" y="511"/>
                  </a:moveTo>
                  <a:lnTo>
                    <a:pt x="271" y="511"/>
                  </a:lnTo>
                  <a:lnTo>
                    <a:pt x="308" y="444"/>
                  </a:lnTo>
                  <a:lnTo>
                    <a:pt x="331" y="383"/>
                  </a:lnTo>
                  <a:lnTo>
                    <a:pt x="354" y="331"/>
                  </a:lnTo>
                  <a:lnTo>
                    <a:pt x="369" y="278"/>
                  </a:lnTo>
                  <a:lnTo>
                    <a:pt x="376" y="233"/>
                  </a:lnTo>
                  <a:lnTo>
                    <a:pt x="376" y="188"/>
                  </a:lnTo>
                  <a:lnTo>
                    <a:pt x="376" y="151"/>
                  </a:lnTo>
                  <a:lnTo>
                    <a:pt x="369" y="121"/>
                  </a:lnTo>
                  <a:lnTo>
                    <a:pt x="361" y="91"/>
                  </a:lnTo>
                  <a:lnTo>
                    <a:pt x="346" y="60"/>
                  </a:lnTo>
                  <a:lnTo>
                    <a:pt x="331" y="45"/>
                  </a:lnTo>
                  <a:lnTo>
                    <a:pt x="316" y="23"/>
                  </a:lnTo>
                  <a:lnTo>
                    <a:pt x="278" y="8"/>
                  </a:lnTo>
                  <a:lnTo>
                    <a:pt x="241" y="0"/>
                  </a:lnTo>
                  <a:lnTo>
                    <a:pt x="241" y="0"/>
                  </a:lnTo>
                  <a:lnTo>
                    <a:pt x="203" y="15"/>
                  </a:lnTo>
                  <a:lnTo>
                    <a:pt x="181" y="30"/>
                  </a:lnTo>
                  <a:lnTo>
                    <a:pt x="181" y="30"/>
                  </a:lnTo>
                  <a:lnTo>
                    <a:pt x="211" y="23"/>
                  </a:lnTo>
                  <a:lnTo>
                    <a:pt x="211" y="23"/>
                  </a:lnTo>
                  <a:lnTo>
                    <a:pt x="248" y="30"/>
                  </a:lnTo>
                  <a:lnTo>
                    <a:pt x="286" y="45"/>
                  </a:lnTo>
                  <a:lnTo>
                    <a:pt x="301" y="60"/>
                  </a:lnTo>
                  <a:lnTo>
                    <a:pt x="316" y="83"/>
                  </a:lnTo>
                  <a:lnTo>
                    <a:pt x="331" y="113"/>
                  </a:lnTo>
                  <a:lnTo>
                    <a:pt x="339" y="136"/>
                  </a:lnTo>
                  <a:lnTo>
                    <a:pt x="346" y="173"/>
                  </a:lnTo>
                  <a:lnTo>
                    <a:pt x="346" y="211"/>
                  </a:lnTo>
                  <a:lnTo>
                    <a:pt x="346" y="256"/>
                  </a:lnTo>
                  <a:lnTo>
                    <a:pt x="339" y="301"/>
                  </a:lnTo>
                  <a:lnTo>
                    <a:pt x="323" y="353"/>
                  </a:lnTo>
                  <a:lnTo>
                    <a:pt x="301" y="406"/>
                  </a:lnTo>
                  <a:lnTo>
                    <a:pt x="278" y="466"/>
                  </a:lnTo>
                  <a:lnTo>
                    <a:pt x="241" y="534"/>
                  </a:lnTo>
                  <a:lnTo>
                    <a:pt x="241" y="534"/>
                  </a:lnTo>
                  <a:lnTo>
                    <a:pt x="188" y="609"/>
                  </a:lnTo>
                  <a:lnTo>
                    <a:pt x="136" y="684"/>
                  </a:lnTo>
                  <a:lnTo>
                    <a:pt x="68" y="751"/>
                  </a:lnTo>
                  <a:lnTo>
                    <a:pt x="0" y="812"/>
                  </a:lnTo>
                  <a:lnTo>
                    <a:pt x="31" y="789"/>
                  </a:lnTo>
                  <a:lnTo>
                    <a:pt x="31" y="789"/>
                  </a:lnTo>
                  <a:lnTo>
                    <a:pt x="98" y="729"/>
                  </a:lnTo>
                  <a:lnTo>
                    <a:pt x="158" y="661"/>
                  </a:lnTo>
                  <a:lnTo>
                    <a:pt x="218" y="594"/>
                  </a:lnTo>
                  <a:lnTo>
                    <a:pt x="271" y="511"/>
                  </a:lnTo>
                  <a:lnTo>
                    <a:pt x="271" y="51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98" name="Google Shape;4298;p82"/>
            <p:cNvSpPr/>
            <p:nvPr/>
          </p:nvSpPr>
          <p:spPr>
            <a:xfrm>
              <a:off x="3265488" y="3321050"/>
              <a:ext cx="201613" cy="190500"/>
            </a:xfrm>
            <a:custGeom>
              <a:avLst/>
              <a:gdLst/>
              <a:ahLst/>
              <a:cxnLst/>
              <a:rect l="l" t="t" r="r" b="b"/>
              <a:pathLst>
                <a:path w="127" h="120" extrusionOk="0">
                  <a:moveTo>
                    <a:pt x="120" y="60"/>
                  </a:moveTo>
                  <a:lnTo>
                    <a:pt x="120" y="60"/>
                  </a:lnTo>
                  <a:lnTo>
                    <a:pt x="112" y="52"/>
                  </a:lnTo>
                  <a:lnTo>
                    <a:pt x="97" y="52"/>
                  </a:lnTo>
                  <a:lnTo>
                    <a:pt x="90" y="60"/>
                  </a:lnTo>
                  <a:lnTo>
                    <a:pt x="75" y="75"/>
                  </a:lnTo>
                  <a:lnTo>
                    <a:pt x="75" y="75"/>
                  </a:lnTo>
                  <a:lnTo>
                    <a:pt x="67" y="90"/>
                  </a:lnTo>
                  <a:lnTo>
                    <a:pt x="67" y="90"/>
                  </a:lnTo>
                  <a:lnTo>
                    <a:pt x="45" y="75"/>
                  </a:lnTo>
                  <a:lnTo>
                    <a:pt x="22" y="60"/>
                  </a:lnTo>
                  <a:lnTo>
                    <a:pt x="7" y="30"/>
                  </a:lnTo>
                  <a:lnTo>
                    <a:pt x="7" y="0"/>
                  </a:lnTo>
                  <a:lnTo>
                    <a:pt x="7" y="0"/>
                  </a:lnTo>
                  <a:lnTo>
                    <a:pt x="0" y="22"/>
                  </a:lnTo>
                  <a:lnTo>
                    <a:pt x="0" y="45"/>
                  </a:lnTo>
                  <a:lnTo>
                    <a:pt x="7" y="67"/>
                  </a:lnTo>
                  <a:lnTo>
                    <a:pt x="15" y="90"/>
                  </a:lnTo>
                  <a:lnTo>
                    <a:pt x="30" y="105"/>
                  </a:lnTo>
                  <a:lnTo>
                    <a:pt x="45" y="120"/>
                  </a:lnTo>
                  <a:lnTo>
                    <a:pt x="60" y="120"/>
                  </a:lnTo>
                  <a:lnTo>
                    <a:pt x="75" y="120"/>
                  </a:lnTo>
                  <a:lnTo>
                    <a:pt x="75" y="120"/>
                  </a:lnTo>
                  <a:lnTo>
                    <a:pt x="75" y="120"/>
                  </a:lnTo>
                  <a:lnTo>
                    <a:pt x="75" y="120"/>
                  </a:lnTo>
                  <a:lnTo>
                    <a:pt x="105" y="112"/>
                  </a:lnTo>
                  <a:lnTo>
                    <a:pt x="105" y="112"/>
                  </a:lnTo>
                  <a:lnTo>
                    <a:pt x="120" y="97"/>
                  </a:lnTo>
                  <a:lnTo>
                    <a:pt x="127" y="82"/>
                  </a:lnTo>
                  <a:lnTo>
                    <a:pt x="127" y="67"/>
                  </a:lnTo>
                  <a:lnTo>
                    <a:pt x="120" y="60"/>
                  </a:lnTo>
                  <a:lnTo>
                    <a:pt x="120" y="6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299" name="Google Shape;4299;p82"/>
            <p:cNvSpPr/>
            <p:nvPr/>
          </p:nvSpPr>
          <p:spPr>
            <a:xfrm>
              <a:off x="3276600" y="3165475"/>
              <a:ext cx="644525" cy="1263650"/>
            </a:xfrm>
            <a:custGeom>
              <a:avLst/>
              <a:gdLst/>
              <a:ahLst/>
              <a:cxnLst/>
              <a:rect l="l" t="t" r="r" b="b"/>
              <a:pathLst>
                <a:path w="406" h="796" extrusionOk="0">
                  <a:moveTo>
                    <a:pt x="383" y="391"/>
                  </a:moveTo>
                  <a:lnTo>
                    <a:pt x="383" y="391"/>
                  </a:lnTo>
                  <a:lnTo>
                    <a:pt x="368" y="323"/>
                  </a:lnTo>
                  <a:lnTo>
                    <a:pt x="346" y="263"/>
                  </a:lnTo>
                  <a:lnTo>
                    <a:pt x="323" y="203"/>
                  </a:lnTo>
                  <a:lnTo>
                    <a:pt x="301" y="158"/>
                  </a:lnTo>
                  <a:lnTo>
                    <a:pt x="278" y="120"/>
                  </a:lnTo>
                  <a:lnTo>
                    <a:pt x="248" y="83"/>
                  </a:lnTo>
                  <a:lnTo>
                    <a:pt x="225" y="53"/>
                  </a:lnTo>
                  <a:lnTo>
                    <a:pt x="195" y="38"/>
                  </a:lnTo>
                  <a:lnTo>
                    <a:pt x="165" y="23"/>
                  </a:lnTo>
                  <a:lnTo>
                    <a:pt x="143" y="7"/>
                  </a:lnTo>
                  <a:lnTo>
                    <a:pt x="120" y="0"/>
                  </a:lnTo>
                  <a:lnTo>
                    <a:pt x="90" y="0"/>
                  </a:lnTo>
                  <a:lnTo>
                    <a:pt x="53" y="15"/>
                  </a:lnTo>
                  <a:lnTo>
                    <a:pt x="23" y="38"/>
                  </a:lnTo>
                  <a:lnTo>
                    <a:pt x="23" y="38"/>
                  </a:lnTo>
                  <a:lnTo>
                    <a:pt x="8" y="68"/>
                  </a:lnTo>
                  <a:lnTo>
                    <a:pt x="0" y="98"/>
                  </a:lnTo>
                  <a:lnTo>
                    <a:pt x="0" y="98"/>
                  </a:lnTo>
                  <a:lnTo>
                    <a:pt x="15" y="75"/>
                  </a:lnTo>
                  <a:lnTo>
                    <a:pt x="15" y="75"/>
                  </a:lnTo>
                  <a:lnTo>
                    <a:pt x="45" y="45"/>
                  </a:lnTo>
                  <a:lnTo>
                    <a:pt x="83" y="38"/>
                  </a:lnTo>
                  <a:lnTo>
                    <a:pt x="113" y="38"/>
                  </a:lnTo>
                  <a:lnTo>
                    <a:pt x="135" y="45"/>
                  </a:lnTo>
                  <a:lnTo>
                    <a:pt x="158" y="53"/>
                  </a:lnTo>
                  <a:lnTo>
                    <a:pt x="188" y="68"/>
                  </a:lnTo>
                  <a:lnTo>
                    <a:pt x="218" y="90"/>
                  </a:lnTo>
                  <a:lnTo>
                    <a:pt x="240" y="120"/>
                  </a:lnTo>
                  <a:lnTo>
                    <a:pt x="271" y="150"/>
                  </a:lnTo>
                  <a:lnTo>
                    <a:pt x="293" y="195"/>
                  </a:lnTo>
                  <a:lnTo>
                    <a:pt x="316" y="240"/>
                  </a:lnTo>
                  <a:lnTo>
                    <a:pt x="338" y="293"/>
                  </a:lnTo>
                  <a:lnTo>
                    <a:pt x="361" y="361"/>
                  </a:lnTo>
                  <a:lnTo>
                    <a:pt x="376" y="428"/>
                  </a:lnTo>
                  <a:lnTo>
                    <a:pt x="376" y="428"/>
                  </a:lnTo>
                  <a:lnTo>
                    <a:pt x="391" y="518"/>
                  </a:lnTo>
                  <a:lnTo>
                    <a:pt x="398" y="616"/>
                  </a:lnTo>
                  <a:lnTo>
                    <a:pt x="398" y="706"/>
                  </a:lnTo>
                  <a:lnTo>
                    <a:pt x="383" y="796"/>
                  </a:lnTo>
                  <a:lnTo>
                    <a:pt x="391" y="766"/>
                  </a:lnTo>
                  <a:lnTo>
                    <a:pt x="391" y="766"/>
                  </a:lnTo>
                  <a:lnTo>
                    <a:pt x="406" y="668"/>
                  </a:lnTo>
                  <a:lnTo>
                    <a:pt x="406" y="578"/>
                  </a:lnTo>
                  <a:lnTo>
                    <a:pt x="398" y="488"/>
                  </a:lnTo>
                  <a:lnTo>
                    <a:pt x="383" y="391"/>
                  </a:lnTo>
                  <a:lnTo>
                    <a:pt x="383" y="391"/>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300" name="Google Shape;4300;p82"/>
            <p:cNvSpPr/>
            <p:nvPr/>
          </p:nvSpPr>
          <p:spPr>
            <a:xfrm>
              <a:off x="3408363" y="5932488"/>
              <a:ext cx="130175" cy="142875"/>
            </a:xfrm>
            <a:custGeom>
              <a:avLst/>
              <a:gdLst/>
              <a:ahLst/>
              <a:cxnLst/>
              <a:rect l="l" t="t" r="r" b="b"/>
              <a:pathLst>
                <a:path w="82" h="90" extrusionOk="0">
                  <a:moveTo>
                    <a:pt x="52" y="7"/>
                  </a:moveTo>
                  <a:lnTo>
                    <a:pt x="52" y="7"/>
                  </a:lnTo>
                  <a:lnTo>
                    <a:pt x="52" y="15"/>
                  </a:lnTo>
                  <a:lnTo>
                    <a:pt x="52" y="22"/>
                  </a:lnTo>
                  <a:lnTo>
                    <a:pt x="37" y="37"/>
                  </a:lnTo>
                  <a:lnTo>
                    <a:pt x="37" y="37"/>
                  </a:lnTo>
                  <a:lnTo>
                    <a:pt x="30" y="45"/>
                  </a:lnTo>
                  <a:lnTo>
                    <a:pt x="30" y="45"/>
                  </a:lnTo>
                  <a:lnTo>
                    <a:pt x="30" y="60"/>
                  </a:lnTo>
                  <a:lnTo>
                    <a:pt x="45" y="75"/>
                  </a:lnTo>
                  <a:lnTo>
                    <a:pt x="60" y="82"/>
                  </a:lnTo>
                  <a:lnTo>
                    <a:pt x="82" y="90"/>
                  </a:lnTo>
                  <a:lnTo>
                    <a:pt x="82" y="90"/>
                  </a:lnTo>
                  <a:lnTo>
                    <a:pt x="52" y="90"/>
                  </a:lnTo>
                  <a:lnTo>
                    <a:pt x="22" y="75"/>
                  </a:lnTo>
                  <a:lnTo>
                    <a:pt x="7" y="52"/>
                  </a:lnTo>
                  <a:lnTo>
                    <a:pt x="0" y="45"/>
                  </a:lnTo>
                  <a:lnTo>
                    <a:pt x="7" y="30"/>
                  </a:lnTo>
                  <a:lnTo>
                    <a:pt x="7" y="30"/>
                  </a:lnTo>
                  <a:lnTo>
                    <a:pt x="7" y="30"/>
                  </a:lnTo>
                  <a:lnTo>
                    <a:pt x="7" y="30"/>
                  </a:lnTo>
                  <a:lnTo>
                    <a:pt x="15" y="15"/>
                  </a:lnTo>
                  <a:lnTo>
                    <a:pt x="15" y="15"/>
                  </a:lnTo>
                  <a:lnTo>
                    <a:pt x="30" y="7"/>
                  </a:lnTo>
                  <a:lnTo>
                    <a:pt x="37" y="0"/>
                  </a:lnTo>
                  <a:lnTo>
                    <a:pt x="52" y="7"/>
                  </a:lnTo>
                  <a:lnTo>
                    <a:pt x="52" y="7"/>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301" name="Google Shape;4301;p82"/>
            <p:cNvSpPr/>
            <p:nvPr/>
          </p:nvSpPr>
          <p:spPr>
            <a:xfrm>
              <a:off x="2835275" y="5573713"/>
              <a:ext cx="811213" cy="501650"/>
            </a:xfrm>
            <a:custGeom>
              <a:avLst/>
              <a:gdLst/>
              <a:ahLst/>
              <a:cxnLst/>
              <a:rect l="l" t="t" r="r" b="b"/>
              <a:pathLst>
                <a:path w="511" h="316" extrusionOk="0">
                  <a:moveTo>
                    <a:pt x="271" y="30"/>
                  </a:moveTo>
                  <a:lnTo>
                    <a:pt x="271" y="30"/>
                  </a:lnTo>
                  <a:lnTo>
                    <a:pt x="361" y="68"/>
                  </a:lnTo>
                  <a:lnTo>
                    <a:pt x="428" y="105"/>
                  </a:lnTo>
                  <a:lnTo>
                    <a:pt x="473" y="150"/>
                  </a:lnTo>
                  <a:lnTo>
                    <a:pt x="503" y="188"/>
                  </a:lnTo>
                  <a:lnTo>
                    <a:pt x="511" y="226"/>
                  </a:lnTo>
                  <a:lnTo>
                    <a:pt x="511" y="256"/>
                  </a:lnTo>
                  <a:lnTo>
                    <a:pt x="503" y="286"/>
                  </a:lnTo>
                  <a:lnTo>
                    <a:pt x="481" y="308"/>
                  </a:lnTo>
                  <a:lnTo>
                    <a:pt x="481" y="308"/>
                  </a:lnTo>
                  <a:lnTo>
                    <a:pt x="466" y="316"/>
                  </a:lnTo>
                  <a:lnTo>
                    <a:pt x="443" y="316"/>
                  </a:lnTo>
                  <a:lnTo>
                    <a:pt x="443" y="316"/>
                  </a:lnTo>
                  <a:lnTo>
                    <a:pt x="458" y="308"/>
                  </a:lnTo>
                  <a:lnTo>
                    <a:pt x="458" y="308"/>
                  </a:lnTo>
                  <a:lnTo>
                    <a:pt x="481" y="286"/>
                  </a:lnTo>
                  <a:lnTo>
                    <a:pt x="488" y="263"/>
                  </a:lnTo>
                  <a:lnTo>
                    <a:pt x="488" y="226"/>
                  </a:lnTo>
                  <a:lnTo>
                    <a:pt x="473" y="188"/>
                  </a:lnTo>
                  <a:lnTo>
                    <a:pt x="443" y="150"/>
                  </a:lnTo>
                  <a:lnTo>
                    <a:pt x="398" y="105"/>
                  </a:lnTo>
                  <a:lnTo>
                    <a:pt x="338" y="68"/>
                  </a:lnTo>
                  <a:lnTo>
                    <a:pt x="248" y="30"/>
                  </a:lnTo>
                  <a:lnTo>
                    <a:pt x="248" y="30"/>
                  </a:lnTo>
                  <a:lnTo>
                    <a:pt x="188" y="15"/>
                  </a:lnTo>
                  <a:lnTo>
                    <a:pt x="120" y="8"/>
                  </a:lnTo>
                  <a:lnTo>
                    <a:pt x="60" y="0"/>
                  </a:lnTo>
                  <a:lnTo>
                    <a:pt x="0" y="0"/>
                  </a:lnTo>
                  <a:lnTo>
                    <a:pt x="23" y="0"/>
                  </a:lnTo>
                  <a:lnTo>
                    <a:pt x="23" y="0"/>
                  </a:lnTo>
                  <a:lnTo>
                    <a:pt x="83" y="0"/>
                  </a:lnTo>
                  <a:lnTo>
                    <a:pt x="150" y="0"/>
                  </a:lnTo>
                  <a:lnTo>
                    <a:pt x="211" y="15"/>
                  </a:lnTo>
                  <a:lnTo>
                    <a:pt x="271" y="30"/>
                  </a:lnTo>
                  <a:lnTo>
                    <a:pt x="271" y="3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302" name="Google Shape;4302;p82"/>
            <p:cNvSpPr/>
            <p:nvPr/>
          </p:nvSpPr>
          <p:spPr>
            <a:xfrm>
              <a:off x="4027488" y="5956300"/>
              <a:ext cx="192088" cy="201613"/>
            </a:xfrm>
            <a:custGeom>
              <a:avLst/>
              <a:gdLst/>
              <a:ahLst/>
              <a:cxnLst/>
              <a:rect l="l" t="t" r="r" b="b"/>
              <a:pathLst>
                <a:path w="121" h="127" extrusionOk="0">
                  <a:moveTo>
                    <a:pt x="68" y="7"/>
                  </a:moveTo>
                  <a:lnTo>
                    <a:pt x="68" y="7"/>
                  </a:lnTo>
                  <a:lnTo>
                    <a:pt x="75" y="15"/>
                  </a:lnTo>
                  <a:lnTo>
                    <a:pt x="75" y="30"/>
                  </a:lnTo>
                  <a:lnTo>
                    <a:pt x="60" y="37"/>
                  </a:lnTo>
                  <a:lnTo>
                    <a:pt x="45" y="52"/>
                  </a:lnTo>
                  <a:lnTo>
                    <a:pt x="45" y="52"/>
                  </a:lnTo>
                  <a:lnTo>
                    <a:pt x="38" y="60"/>
                  </a:lnTo>
                  <a:lnTo>
                    <a:pt x="38" y="60"/>
                  </a:lnTo>
                  <a:lnTo>
                    <a:pt x="45" y="82"/>
                  </a:lnTo>
                  <a:lnTo>
                    <a:pt x="68" y="105"/>
                  </a:lnTo>
                  <a:lnTo>
                    <a:pt x="90" y="120"/>
                  </a:lnTo>
                  <a:lnTo>
                    <a:pt x="121" y="120"/>
                  </a:lnTo>
                  <a:lnTo>
                    <a:pt x="121" y="120"/>
                  </a:lnTo>
                  <a:lnTo>
                    <a:pt x="98" y="127"/>
                  </a:lnTo>
                  <a:lnTo>
                    <a:pt x="75" y="127"/>
                  </a:lnTo>
                  <a:lnTo>
                    <a:pt x="53" y="120"/>
                  </a:lnTo>
                  <a:lnTo>
                    <a:pt x="30" y="112"/>
                  </a:lnTo>
                  <a:lnTo>
                    <a:pt x="15" y="97"/>
                  </a:lnTo>
                  <a:lnTo>
                    <a:pt x="8" y="82"/>
                  </a:lnTo>
                  <a:lnTo>
                    <a:pt x="0" y="67"/>
                  </a:lnTo>
                  <a:lnTo>
                    <a:pt x="0" y="52"/>
                  </a:lnTo>
                  <a:lnTo>
                    <a:pt x="0" y="52"/>
                  </a:lnTo>
                  <a:lnTo>
                    <a:pt x="0" y="45"/>
                  </a:lnTo>
                  <a:lnTo>
                    <a:pt x="0" y="45"/>
                  </a:lnTo>
                  <a:lnTo>
                    <a:pt x="15" y="22"/>
                  </a:lnTo>
                  <a:lnTo>
                    <a:pt x="15" y="22"/>
                  </a:lnTo>
                  <a:lnTo>
                    <a:pt x="30" y="7"/>
                  </a:lnTo>
                  <a:lnTo>
                    <a:pt x="45" y="0"/>
                  </a:lnTo>
                  <a:lnTo>
                    <a:pt x="60" y="0"/>
                  </a:lnTo>
                  <a:lnTo>
                    <a:pt x="68" y="7"/>
                  </a:lnTo>
                  <a:lnTo>
                    <a:pt x="68" y="7"/>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303" name="Google Shape;4303;p82"/>
            <p:cNvSpPr/>
            <p:nvPr/>
          </p:nvSpPr>
          <p:spPr>
            <a:xfrm>
              <a:off x="3133725" y="5478463"/>
              <a:ext cx="1239838" cy="668338"/>
            </a:xfrm>
            <a:custGeom>
              <a:avLst/>
              <a:gdLst/>
              <a:ahLst/>
              <a:cxnLst/>
              <a:rect l="l" t="t" r="r" b="b"/>
              <a:pathLst>
                <a:path w="781" h="421" extrusionOk="0">
                  <a:moveTo>
                    <a:pt x="406" y="30"/>
                  </a:moveTo>
                  <a:lnTo>
                    <a:pt x="406" y="30"/>
                  </a:lnTo>
                  <a:lnTo>
                    <a:pt x="473" y="45"/>
                  </a:lnTo>
                  <a:lnTo>
                    <a:pt x="533" y="68"/>
                  </a:lnTo>
                  <a:lnTo>
                    <a:pt x="593" y="98"/>
                  </a:lnTo>
                  <a:lnTo>
                    <a:pt x="638" y="120"/>
                  </a:lnTo>
                  <a:lnTo>
                    <a:pt x="676" y="150"/>
                  </a:lnTo>
                  <a:lnTo>
                    <a:pt x="706" y="173"/>
                  </a:lnTo>
                  <a:lnTo>
                    <a:pt x="736" y="203"/>
                  </a:lnTo>
                  <a:lnTo>
                    <a:pt x="759" y="233"/>
                  </a:lnTo>
                  <a:lnTo>
                    <a:pt x="766" y="256"/>
                  </a:lnTo>
                  <a:lnTo>
                    <a:pt x="781" y="286"/>
                  </a:lnTo>
                  <a:lnTo>
                    <a:pt x="781" y="308"/>
                  </a:lnTo>
                  <a:lnTo>
                    <a:pt x="781" y="331"/>
                  </a:lnTo>
                  <a:lnTo>
                    <a:pt x="774" y="376"/>
                  </a:lnTo>
                  <a:lnTo>
                    <a:pt x="744" y="406"/>
                  </a:lnTo>
                  <a:lnTo>
                    <a:pt x="744" y="406"/>
                  </a:lnTo>
                  <a:lnTo>
                    <a:pt x="714" y="421"/>
                  </a:lnTo>
                  <a:lnTo>
                    <a:pt x="684" y="421"/>
                  </a:lnTo>
                  <a:lnTo>
                    <a:pt x="684" y="421"/>
                  </a:lnTo>
                  <a:lnTo>
                    <a:pt x="706" y="413"/>
                  </a:lnTo>
                  <a:lnTo>
                    <a:pt x="706" y="413"/>
                  </a:lnTo>
                  <a:lnTo>
                    <a:pt x="736" y="383"/>
                  </a:lnTo>
                  <a:lnTo>
                    <a:pt x="751" y="338"/>
                  </a:lnTo>
                  <a:lnTo>
                    <a:pt x="751" y="316"/>
                  </a:lnTo>
                  <a:lnTo>
                    <a:pt x="744" y="293"/>
                  </a:lnTo>
                  <a:lnTo>
                    <a:pt x="736" y="263"/>
                  </a:lnTo>
                  <a:lnTo>
                    <a:pt x="721" y="233"/>
                  </a:lnTo>
                  <a:lnTo>
                    <a:pt x="699" y="210"/>
                  </a:lnTo>
                  <a:lnTo>
                    <a:pt x="676" y="180"/>
                  </a:lnTo>
                  <a:lnTo>
                    <a:pt x="638" y="150"/>
                  </a:lnTo>
                  <a:lnTo>
                    <a:pt x="601" y="128"/>
                  </a:lnTo>
                  <a:lnTo>
                    <a:pt x="556" y="98"/>
                  </a:lnTo>
                  <a:lnTo>
                    <a:pt x="503" y="75"/>
                  </a:lnTo>
                  <a:lnTo>
                    <a:pt x="436" y="53"/>
                  </a:lnTo>
                  <a:lnTo>
                    <a:pt x="368" y="30"/>
                  </a:lnTo>
                  <a:lnTo>
                    <a:pt x="368" y="30"/>
                  </a:lnTo>
                  <a:lnTo>
                    <a:pt x="278" y="15"/>
                  </a:lnTo>
                  <a:lnTo>
                    <a:pt x="180" y="8"/>
                  </a:lnTo>
                  <a:lnTo>
                    <a:pt x="90" y="8"/>
                  </a:lnTo>
                  <a:lnTo>
                    <a:pt x="0" y="15"/>
                  </a:lnTo>
                  <a:lnTo>
                    <a:pt x="38" y="8"/>
                  </a:lnTo>
                  <a:lnTo>
                    <a:pt x="38" y="8"/>
                  </a:lnTo>
                  <a:lnTo>
                    <a:pt x="128" y="0"/>
                  </a:lnTo>
                  <a:lnTo>
                    <a:pt x="218" y="0"/>
                  </a:lnTo>
                  <a:lnTo>
                    <a:pt x="315" y="8"/>
                  </a:lnTo>
                  <a:lnTo>
                    <a:pt x="406" y="30"/>
                  </a:lnTo>
                  <a:lnTo>
                    <a:pt x="406" y="3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304" name="Google Shape;4304;p82"/>
            <p:cNvSpPr/>
            <p:nvPr/>
          </p:nvSpPr>
          <p:spPr>
            <a:xfrm>
              <a:off x="-2381" y="2092325"/>
              <a:ext cx="643732" cy="1728788"/>
            </a:xfrm>
            <a:custGeom>
              <a:avLst/>
              <a:gdLst/>
              <a:ahLst/>
              <a:cxnLst/>
              <a:rect l="l" t="t" r="r" b="b"/>
              <a:pathLst>
                <a:path w="643732" h="1728788" extrusionOk="0">
                  <a:moveTo>
                    <a:pt x="24607" y="0"/>
                  </a:moveTo>
                  <a:lnTo>
                    <a:pt x="72232" y="11113"/>
                  </a:lnTo>
                  <a:lnTo>
                    <a:pt x="143669" y="47625"/>
                  </a:lnTo>
                  <a:lnTo>
                    <a:pt x="215107" y="95250"/>
                  </a:lnTo>
                  <a:lnTo>
                    <a:pt x="310357" y="179388"/>
                  </a:lnTo>
                  <a:lnTo>
                    <a:pt x="405607" y="285750"/>
                  </a:lnTo>
                  <a:lnTo>
                    <a:pt x="488157" y="428625"/>
                  </a:lnTo>
                  <a:lnTo>
                    <a:pt x="537369" y="523875"/>
                  </a:lnTo>
                  <a:lnTo>
                    <a:pt x="572294" y="620713"/>
                  </a:lnTo>
                  <a:lnTo>
                    <a:pt x="596107" y="715963"/>
                  </a:lnTo>
                  <a:lnTo>
                    <a:pt x="619920" y="811213"/>
                  </a:lnTo>
                  <a:lnTo>
                    <a:pt x="643732" y="1001713"/>
                  </a:lnTo>
                  <a:lnTo>
                    <a:pt x="643732" y="1181101"/>
                  </a:lnTo>
                  <a:lnTo>
                    <a:pt x="632620" y="1358901"/>
                  </a:lnTo>
                  <a:lnTo>
                    <a:pt x="619920" y="1514476"/>
                  </a:lnTo>
                  <a:lnTo>
                    <a:pt x="596107" y="1633538"/>
                  </a:lnTo>
                  <a:lnTo>
                    <a:pt x="572294" y="1728788"/>
                  </a:lnTo>
                  <a:lnTo>
                    <a:pt x="584995" y="1443038"/>
                  </a:lnTo>
                  <a:lnTo>
                    <a:pt x="572294" y="1204913"/>
                  </a:lnTo>
                  <a:lnTo>
                    <a:pt x="561182" y="1096963"/>
                  </a:lnTo>
                  <a:lnTo>
                    <a:pt x="537369" y="1025525"/>
                  </a:lnTo>
                  <a:lnTo>
                    <a:pt x="488157" y="954088"/>
                  </a:lnTo>
                  <a:lnTo>
                    <a:pt x="440532" y="906463"/>
                  </a:lnTo>
                  <a:lnTo>
                    <a:pt x="392907" y="882650"/>
                  </a:lnTo>
                  <a:lnTo>
                    <a:pt x="334169" y="882650"/>
                  </a:lnTo>
                  <a:lnTo>
                    <a:pt x="310357" y="882650"/>
                  </a:lnTo>
                  <a:lnTo>
                    <a:pt x="286544" y="893763"/>
                  </a:lnTo>
                  <a:lnTo>
                    <a:pt x="238919" y="930275"/>
                  </a:lnTo>
                  <a:lnTo>
                    <a:pt x="191294" y="965200"/>
                  </a:lnTo>
                  <a:lnTo>
                    <a:pt x="167482" y="977900"/>
                  </a:lnTo>
                  <a:lnTo>
                    <a:pt x="83344" y="954088"/>
                  </a:lnTo>
                  <a:lnTo>
                    <a:pt x="794" y="930275"/>
                  </a:lnTo>
                  <a:lnTo>
                    <a:pt x="0" y="929758"/>
                  </a:lnTo>
                  <a:lnTo>
                    <a:pt x="0" y="735358"/>
                  </a:lnTo>
                  <a:lnTo>
                    <a:pt x="24607" y="703263"/>
                  </a:lnTo>
                  <a:lnTo>
                    <a:pt x="72232" y="668338"/>
                  </a:lnTo>
                  <a:lnTo>
                    <a:pt x="119857" y="631825"/>
                  </a:lnTo>
                  <a:lnTo>
                    <a:pt x="178594" y="620713"/>
                  </a:lnTo>
                  <a:lnTo>
                    <a:pt x="250032" y="631825"/>
                  </a:lnTo>
                  <a:lnTo>
                    <a:pt x="310357" y="655638"/>
                  </a:lnTo>
                  <a:lnTo>
                    <a:pt x="357982" y="692150"/>
                  </a:lnTo>
                  <a:lnTo>
                    <a:pt x="405607" y="727075"/>
                  </a:lnTo>
                  <a:lnTo>
                    <a:pt x="488157" y="811213"/>
                  </a:lnTo>
                  <a:lnTo>
                    <a:pt x="537369" y="882650"/>
                  </a:lnTo>
                  <a:lnTo>
                    <a:pt x="561182" y="893763"/>
                  </a:lnTo>
                  <a:lnTo>
                    <a:pt x="561182" y="882650"/>
                  </a:lnTo>
                  <a:lnTo>
                    <a:pt x="561182" y="822325"/>
                  </a:lnTo>
                  <a:lnTo>
                    <a:pt x="524670" y="739775"/>
                  </a:lnTo>
                  <a:lnTo>
                    <a:pt x="500857" y="655638"/>
                  </a:lnTo>
                  <a:lnTo>
                    <a:pt x="453232" y="584200"/>
                  </a:lnTo>
                  <a:lnTo>
                    <a:pt x="405607" y="536575"/>
                  </a:lnTo>
                  <a:lnTo>
                    <a:pt x="357982" y="512763"/>
                  </a:lnTo>
                  <a:lnTo>
                    <a:pt x="310357" y="488950"/>
                  </a:lnTo>
                  <a:lnTo>
                    <a:pt x="273844" y="488950"/>
                  </a:lnTo>
                  <a:lnTo>
                    <a:pt x="250032" y="500063"/>
                  </a:lnTo>
                  <a:lnTo>
                    <a:pt x="215107" y="512763"/>
                  </a:lnTo>
                  <a:lnTo>
                    <a:pt x="226219" y="417513"/>
                  </a:lnTo>
                  <a:lnTo>
                    <a:pt x="226219" y="333375"/>
                  </a:lnTo>
                  <a:lnTo>
                    <a:pt x="215107" y="238125"/>
                  </a:lnTo>
                  <a:lnTo>
                    <a:pt x="202407" y="190500"/>
                  </a:lnTo>
                  <a:lnTo>
                    <a:pt x="167482" y="142875"/>
                  </a:lnTo>
                  <a:lnTo>
                    <a:pt x="107157" y="71438"/>
                  </a:lnTo>
                  <a:lnTo>
                    <a:pt x="48419" y="1111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305" name="Google Shape;4305;p82"/>
            <p:cNvSpPr/>
            <p:nvPr/>
          </p:nvSpPr>
          <p:spPr>
            <a:xfrm>
              <a:off x="2000250" y="5740400"/>
              <a:ext cx="573088" cy="739775"/>
            </a:xfrm>
            <a:custGeom>
              <a:avLst/>
              <a:gdLst/>
              <a:ahLst/>
              <a:cxnLst/>
              <a:rect l="l" t="t" r="r" b="b"/>
              <a:pathLst>
                <a:path w="361" h="466" extrusionOk="0">
                  <a:moveTo>
                    <a:pt x="0" y="0"/>
                  </a:moveTo>
                  <a:lnTo>
                    <a:pt x="0" y="0"/>
                  </a:lnTo>
                  <a:lnTo>
                    <a:pt x="68" y="60"/>
                  </a:lnTo>
                  <a:lnTo>
                    <a:pt x="113" y="113"/>
                  </a:lnTo>
                  <a:lnTo>
                    <a:pt x="136" y="143"/>
                  </a:lnTo>
                  <a:lnTo>
                    <a:pt x="151" y="173"/>
                  </a:lnTo>
                  <a:lnTo>
                    <a:pt x="151" y="173"/>
                  </a:lnTo>
                  <a:lnTo>
                    <a:pt x="158" y="211"/>
                  </a:lnTo>
                  <a:lnTo>
                    <a:pt x="158" y="256"/>
                  </a:lnTo>
                  <a:lnTo>
                    <a:pt x="151" y="293"/>
                  </a:lnTo>
                  <a:lnTo>
                    <a:pt x="151" y="293"/>
                  </a:lnTo>
                  <a:lnTo>
                    <a:pt x="188" y="293"/>
                  </a:lnTo>
                  <a:lnTo>
                    <a:pt x="226" y="301"/>
                  </a:lnTo>
                  <a:lnTo>
                    <a:pt x="248" y="308"/>
                  </a:lnTo>
                  <a:lnTo>
                    <a:pt x="248" y="308"/>
                  </a:lnTo>
                  <a:lnTo>
                    <a:pt x="278" y="331"/>
                  </a:lnTo>
                  <a:lnTo>
                    <a:pt x="301" y="353"/>
                  </a:lnTo>
                  <a:lnTo>
                    <a:pt x="338" y="406"/>
                  </a:lnTo>
                  <a:lnTo>
                    <a:pt x="353" y="444"/>
                  </a:lnTo>
                  <a:lnTo>
                    <a:pt x="361" y="466"/>
                  </a:lnTo>
                  <a:lnTo>
                    <a:pt x="361" y="466"/>
                  </a:lnTo>
                  <a:lnTo>
                    <a:pt x="361" y="263"/>
                  </a:lnTo>
                  <a:lnTo>
                    <a:pt x="361" y="263"/>
                  </a:lnTo>
                  <a:lnTo>
                    <a:pt x="353" y="181"/>
                  </a:lnTo>
                  <a:lnTo>
                    <a:pt x="346" y="151"/>
                  </a:lnTo>
                  <a:lnTo>
                    <a:pt x="346" y="151"/>
                  </a:lnTo>
                  <a:lnTo>
                    <a:pt x="286" y="128"/>
                  </a:lnTo>
                  <a:lnTo>
                    <a:pt x="286" y="128"/>
                  </a:lnTo>
                  <a:lnTo>
                    <a:pt x="248" y="113"/>
                  </a:lnTo>
                  <a:lnTo>
                    <a:pt x="203" y="98"/>
                  </a:lnTo>
                  <a:lnTo>
                    <a:pt x="151" y="68"/>
                  </a:lnTo>
                  <a:lnTo>
                    <a:pt x="151" y="68"/>
                  </a:lnTo>
                  <a:lnTo>
                    <a:pt x="203" y="106"/>
                  </a:lnTo>
                  <a:lnTo>
                    <a:pt x="241" y="143"/>
                  </a:lnTo>
                  <a:lnTo>
                    <a:pt x="271" y="181"/>
                  </a:lnTo>
                  <a:lnTo>
                    <a:pt x="271" y="181"/>
                  </a:lnTo>
                  <a:lnTo>
                    <a:pt x="293" y="218"/>
                  </a:lnTo>
                  <a:lnTo>
                    <a:pt x="308" y="248"/>
                  </a:lnTo>
                  <a:lnTo>
                    <a:pt x="316" y="293"/>
                  </a:lnTo>
                  <a:lnTo>
                    <a:pt x="316" y="293"/>
                  </a:lnTo>
                  <a:lnTo>
                    <a:pt x="293" y="248"/>
                  </a:lnTo>
                  <a:lnTo>
                    <a:pt x="271" y="218"/>
                  </a:lnTo>
                  <a:lnTo>
                    <a:pt x="241" y="173"/>
                  </a:lnTo>
                  <a:lnTo>
                    <a:pt x="241" y="173"/>
                  </a:lnTo>
                  <a:lnTo>
                    <a:pt x="181" y="121"/>
                  </a:lnTo>
                  <a:lnTo>
                    <a:pt x="106" y="68"/>
                  </a:lnTo>
                  <a:lnTo>
                    <a:pt x="0" y="0"/>
                  </a:lnTo>
                  <a:lnTo>
                    <a:pt x="0" y="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306" name="Google Shape;4306;p82"/>
            <p:cNvSpPr/>
            <p:nvPr/>
          </p:nvSpPr>
          <p:spPr>
            <a:xfrm>
              <a:off x="450850" y="6099175"/>
              <a:ext cx="1012825" cy="608013"/>
            </a:xfrm>
            <a:custGeom>
              <a:avLst/>
              <a:gdLst/>
              <a:ahLst/>
              <a:cxnLst/>
              <a:rect l="l" t="t" r="r" b="b"/>
              <a:pathLst>
                <a:path w="638" h="383" extrusionOk="0">
                  <a:moveTo>
                    <a:pt x="218" y="308"/>
                  </a:moveTo>
                  <a:lnTo>
                    <a:pt x="218" y="308"/>
                  </a:lnTo>
                  <a:lnTo>
                    <a:pt x="270" y="330"/>
                  </a:lnTo>
                  <a:lnTo>
                    <a:pt x="330" y="338"/>
                  </a:lnTo>
                  <a:lnTo>
                    <a:pt x="391" y="330"/>
                  </a:lnTo>
                  <a:lnTo>
                    <a:pt x="451" y="315"/>
                  </a:lnTo>
                  <a:lnTo>
                    <a:pt x="503" y="285"/>
                  </a:lnTo>
                  <a:lnTo>
                    <a:pt x="548" y="248"/>
                  </a:lnTo>
                  <a:lnTo>
                    <a:pt x="586" y="203"/>
                  </a:lnTo>
                  <a:lnTo>
                    <a:pt x="616" y="150"/>
                  </a:lnTo>
                  <a:lnTo>
                    <a:pt x="616" y="150"/>
                  </a:lnTo>
                  <a:lnTo>
                    <a:pt x="623" y="112"/>
                  </a:lnTo>
                  <a:lnTo>
                    <a:pt x="631" y="75"/>
                  </a:lnTo>
                  <a:lnTo>
                    <a:pt x="631" y="37"/>
                  </a:lnTo>
                  <a:lnTo>
                    <a:pt x="631" y="0"/>
                  </a:lnTo>
                  <a:lnTo>
                    <a:pt x="631" y="0"/>
                  </a:lnTo>
                  <a:lnTo>
                    <a:pt x="638" y="45"/>
                  </a:lnTo>
                  <a:lnTo>
                    <a:pt x="638" y="90"/>
                  </a:lnTo>
                  <a:lnTo>
                    <a:pt x="638" y="135"/>
                  </a:lnTo>
                  <a:lnTo>
                    <a:pt x="623" y="180"/>
                  </a:lnTo>
                  <a:lnTo>
                    <a:pt x="623" y="180"/>
                  </a:lnTo>
                  <a:lnTo>
                    <a:pt x="593" y="233"/>
                  </a:lnTo>
                  <a:lnTo>
                    <a:pt x="556" y="285"/>
                  </a:lnTo>
                  <a:lnTo>
                    <a:pt x="518" y="323"/>
                  </a:lnTo>
                  <a:lnTo>
                    <a:pt x="466" y="353"/>
                  </a:lnTo>
                  <a:lnTo>
                    <a:pt x="413" y="375"/>
                  </a:lnTo>
                  <a:lnTo>
                    <a:pt x="353" y="383"/>
                  </a:lnTo>
                  <a:lnTo>
                    <a:pt x="293" y="375"/>
                  </a:lnTo>
                  <a:lnTo>
                    <a:pt x="225" y="360"/>
                  </a:lnTo>
                  <a:lnTo>
                    <a:pt x="225" y="360"/>
                  </a:lnTo>
                  <a:lnTo>
                    <a:pt x="180" y="338"/>
                  </a:lnTo>
                  <a:lnTo>
                    <a:pt x="143" y="315"/>
                  </a:lnTo>
                  <a:lnTo>
                    <a:pt x="113" y="285"/>
                  </a:lnTo>
                  <a:lnTo>
                    <a:pt x="83" y="248"/>
                  </a:lnTo>
                  <a:lnTo>
                    <a:pt x="53" y="203"/>
                  </a:lnTo>
                  <a:lnTo>
                    <a:pt x="30" y="165"/>
                  </a:lnTo>
                  <a:lnTo>
                    <a:pt x="15" y="120"/>
                  </a:lnTo>
                  <a:lnTo>
                    <a:pt x="0" y="75"/>
                  </a:lnTo>
                  <a:lnTo>
                    <a:pt x="0" y="75"/>
                  </a:lnTo>
                  <a:lnTo>
                    <a:pt x="38" y="150"/>
                  </a:lnTo>
                  <a:lnTo>
                    <a:pt x="83" y="218"/>
                  </a:lnTo>
                  <a:lnTo>
                    <a:pt x="143" y="270"/>
                  </a:lnTo>
                  <a:lnTo>
                    <a:pt x="180" y="293"/>
                  </a:lnTo>
                  <a:lnTo>
                    <a:pt x="218" y="308"/>
                  </a:lnTo>
                  <a:lnTo>
                    <a:pt x="218" y="30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307" name="Google Shape;4307;p82"/>
            <p:cNvSpPr/>
            <p:nvPr/>
          </p:nvSpPr>
          <p:spPr>
            <a:xfrm>
              <a:off x="773113" y="5788025"/>
              <a:ext cx="679450" cy="525463"/>
            </a:xfrm>
            <a:custGeom>
              <a:avLst/>
              <a:gdLst/>
              <a:ahLst/>
              <a:cxnLst/>
              <a:rect l="l" t="t" r="r" b="b"/>
              <a:pathLst>
                <a:path w="428" h="331" extrusionOk="0">
                  <a:moveTo>
                    <a:pt x="293" y="53"/>
                  </a:moveTo>
                  <a:lnTo>
                    <a:pt x="293" y="53"/>
                  </a:lnTo>
                  <a:lnTo>
                    <a:pt x="255" y="46"/>
                  </a:lnTo>
                  <a:lnTo>
                    <a:pt x="225" y="38"/>
                  </a:lnTo>
                  <a:lnTo>
                    <a:pt x="195" y="46"/>
                  </a:lnTo>
                  <a:lnTo>
                    <a:pt x="165" y="46"/>
                  </a:lnTo>
                  <a:lnTo>
                    <a:pt x="135" y="61"/>
                  </a:lnTo>
                  <a:lnTo>
                    <a:pt x="105" y="76"/>
                  </a:lnTo>
                  <a:lnTo>
                    <a:pt x="82" y="98"/>
                  </a:lnTo>
                  <a:lnTo>
                    <a:pt x="60" y="121"/>
                  </a:lnTo>
                  <a:lnTo>
                    <a:pt x="60" y="121"/>
                  </a:lnTo>
                  <a:lnTo>
                    <a:pt x="45" y="143"/>
                  </a:lnTo>
                  <a:lnTo>
                    <a:pt x="45" y="166"/>
                  </a:lnTo>
                  <a:lnTo>
                    <a:pt x="45" y="181"/>
                  </a:lnTo>
                  <a:lnTo>
                    <a:pt x="45" y="181"/>
                  </a:lnTo>
                  <a:lnTo>
                    <a:pt x="52" y="196"/>
                  </a:lnTo>
                  <a:lnTo>
                    <a:pt x="67" y="203"/>
                  </a:lnTo>
                  <a:lnTo>
                    <a:pt x="90" y="218"/>
                  </a:lnTo>
                  <a:lnTo>
                    <a:pt x="90" y="218"/>
                  </a:lnTo>
                  <a:lnTo>
                    <a:pt x="120" y="248"/>
                  </a:lnTo>
                  <a:lnTo>
                    <a:pt x="127" y="278"/>
                  </a:lnTo>
                  <a:lnTo>
                    <a:pt x="127" y="301"/>
                  </a:lnTo>
                  <a:lnTo>
                    <a:pt x="120" y="316"/>
                  </a:lnTo>
                  <a:lnTo>
                    <a:pt x="120" y="316"/>
                  </a:lnTo>
                  <a:lnTo>
                    <a:pt x="105" y="331"/>
                  </a:lnTo>
                  <a:lnTo>
                    <a:pt x="75" y="331"/>
                  </a:lnTo>
                  <a:lnTo>
                    <a:pt x="60" y="331"/>
                  </a:lnTo>
                  <a:lnTo>
                    <a:pt x="45" y="316"/>
                  </a:lnTo>
                  <a:lnTo>
                    <a:pt x="30" y="301"/>
                  </a:lnTo>
                  <a:lnTo>
                    <a:pt x="15" y="278"/>
                  </a:lnTo>
                  <a:lnTo>
                    <a:pt x="15" y="278"/>
                  </a:lnTo>
                  <a:lnTo>
                    <a:pt x="7" y="256"/>
                  </a:lnTo>
                  <a:lnTo>
                    <a:pt x="0" y="226"/>
                  </a:lnTo>
                  <a:lnTo>
                    <a:pt x="7" y="181"/>
                  </a:lnTo>
                  <a:lnTo>
                    <a:pt x="15" y="143"/>
                  </a:lnTo>
                  <a:lnTo>
                    <a:pt x="22" y="128"/>
                  </a:lnTo>
                  <a:lnTo>
                    <a:pt x="22" y="128"/>
                  </a:lnTo>
                  <a:lnTo>
                    <a:pt x="45" y="91"/>
                  </a:lnTo>
                  <a:lnTo>
                    <a:pt x="67" y="61"/>
                  </a:lnTo>
                  <a:lnTo>
                    <a:pt x="97" y="38"/>
                  </a:lnTo>
                  <a:lnTo>
                    <a:pt x="135" y="23"/>
                  </a:lnTo>
                  <a:lnTo>
                    <a:pt x="165" y="8"/>
                  </a:lnTo>
                  <a:lnTo>
                    <a:pt x="203" y="0"/>
                  </a:lnTo>
                  <a:lnTo>
                    <a:pt x="240" y="0"/>
                  </a:lnTo>
                  <a:lnTo>
                    <a:pt x="285" y="15"/>
                  </a:lnTo>
                  <a:lnTo>
                    <a:pt x="285" y="15"/>
                  </a:lnTo>
                  <a:lnTo>
                    <a:pt x="308" y="30"/>
                  </a:lnTo>
                  <a:lnTo>
                    <a:pt x="330" y="46"/>
                  </a:lnTo>
                  <a:lnTo>
                    <a:pt x="375" y="91"/>
                  </a:lnTo>
                  <a:lnTo>
                    <a:pt x="405" y="143"/>
                  </a:lnTo>
                  <a:lnTo>
                    <a:pt x="428" y="196"/>
                  </a:lnTo>
                  <a:lnTo>
                    <a:pt x="428" y="196"/>
                  </a:lnTo>
                  <a:lnTo>
                    <a:pt x="405" y="158"/>
                  </a:lnTo>
                  <a:lnTo>
                    <a:pt x="375" y="113"/>
                  </a:lnTo>
                  <a:lnTo>
                    <a:pt x="338" y="83"/>
                  </a:lnTo>
                  <a:lnTo>
                    <a:pt x="293" y="53"/>
                  </a:lnTo>
                  <a:lnTo>
                    <a:pt x="293" y="53"/>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308" name="Google Shape;4308;p82"/>
            <p:cNvSpPr/>
            <p:nvPr/>
          </p:nvSpPr>
          <p:spPr>
            <a:xfrm>
              <a:off x="414338" y="5287963"/>
              <a:ext cx="1562100" cy="930275"/>
            </a:xfrm>
            <a:custGeom>
              <a:avLst/>
              <a:gdLst/>
              <a:ahLst/>
              <a:cxnLst/>
              <a:rect l="l" t="t" r="r" b="b"/>
              <a:pathLst>
                <a:path w="984" h="586" extrusionOk="0">
                  <a:moveTo>
                    <a:pt x="669" y="98"/>
                  </a:moveTo>
                  <a:lnTo>
                    <a:pt x="669" y="98"/>
                  </a:lnTo>
                  <a:lnTo>
                    <a:pt x="624" y="83"/>
                  </a:lnTo>
                  <a:lnTo>
                    <a:pt x="571" y="75"/>
                  </a:lnTo>
                  <a:lnTo>
                    <a:pt x="526" y="68"/>
                  </a:lnTo>
                  <a:lnTo>
                    <a:pt x="481" y="60"/>
                  </a:lnTo>
                  <a:lnTo>
                    <a:pt x="391" y="75"/>
                  </a:lnTo>
                  <a:lnTo>
                    <a:pt x="301" y="98"/>
                  </a:lnTo>
                  <a:lnTo>
                    <a:pt x="226" y="143"/>
                  </a:lnTo>
                  <a:lnTo>
                    <a:pt x="151" y="195"/>
                  </a:lnTo>
                  <a:lnTo>
                    <a:pt x="121" y="233"/>
                  </a:lnTo>
                  <a:lnTo>
                    <a:pt x="91" y="270"/>
                  </a:lnTo>
                  <a:lnTo>
                    <a:pt x="68" y="308"/>
                  </a:lnTo>
                  <a:lnTo>
                    <a:pt x="45" y="353"/>
                  </a:lnTo>
                  <a:lnTo>
                    <a:pt x="45" y="353"/>
                  </a:lnTo>
                  <a:lnTo>
                    <a:pt x="23" y="413"/>
                  </a:lnTo>
                  <a:lnTo>
                    <a:pt x="15" y="473"/>
                  </a:lnTo>
                  <a:lnTo>
                    <a:pt x="15" y="533"/>
                  </a:lnTo>
                  <a:lnTo>
                    <a:pt x="23" y="586"/>
                  </a:lnTo>
                  <a:lnTo>
                    <a:pt x="23" y="586"/>
                  </a:lnTo>
                  <a:lnTo>
                    <a:pt x="8" y="518"/>
                  </a:lnTo>
                  <a:lnTo>
                    <a:pt x="0" y="451"/>
                  </a:lnTo>
                  <a:lnTo>
                    <a:pt x="8" y="376"/>
                  </a:lnTo>
                  <a:lnTo>
                    <a:pt x="30" y="300"/>
                  </a:lnTo>
                  <a:lnTo>
                    <a:pt x="30" y="300"/>
                  </a:lnTo>
                  <a:lnTo>
                    <a:pt x="76" y="218"/>
                  </a:lnTo>
                  <a:lnTo>
                    <a:pt x="98" y="180"/>
                  </a:lnTo>
                  <a:lnTo>
                    <a:pt x="128" y="143"/>
                  </a:lnTo>
                  <a:lnTo>
                    <a:pt x="166" y="105"/>
                  </a:lnTo>
                  <a:lnTo>
                    <a:pt x="203" y="75"/>
                  </a:lnTo>
                  <a:lnTo>
                    <a:pt x="248" y="45"/>
                  </a:lnTo>
                  <a:lnTo>
                    <a:pt x="293" y="22"/>
                  </a:lnTo>
                  <a:lnTo>
                    <a:pt x="293" y="22"/>
                  </a:lnTo>
                  <a:lnTo>
                    <a:pt x="338" y="7"/>
                  </a:lnTo>
                  <a:lnTo>
                    <a:pt x="383" y="0"/>
                  </a:lnTo>
                  <a:lnTo>
                    <a:pt x="429" y="0"/>
                  </a:lnTo>
                  <a:lnTo>
                    <a:pt x="481" y="0"/>
                  </a:lnTo>
                  <a:lnTo>
                    <a:pt x="579" y="15"/>
                  </a:lnTo>
                  <a:lnTo>
                    <a:pt x="669" y="53"/>
                  </a:lnTo>
                  <a:lnTo>
                    <a:pt x="669" y="53"/>
                  </a:lnTo>
                  <a:lnTo>
                    <a:pt x="737" y="83"/>
                  </a:lnTo>
                  <a:lnTo>
                    <a:pt x="789" y="120"/>
                  </a:lnTo>
                  <a:lnTo>
                    <a:pt x="834" y="158"/>
                  </a:lnTo>
                  <a:lnTo>
                    <a:pt x="872" y="203"/>
                  </a:lnTo>
                  <a:lnTo>
                    <a:pt x="909" y="255"/>
                  </a:lnTo>
                  <a:lnTo>
                    <a:pt x="939" y="308"/>
                  </a:lnTo>
                  <a:lnTo>
                    <a:pt x="984" y="413"/>
                  </a:lnTo>
                  <a:lnTo>
                    <a:pt x="984" y="413"/>
                  </a:lnTo>
                  <a:lnTo>
                    <a:pt x="962" y="368"/>
                  </a:lnTo>
                  <a:lnTo>
                    <a:pt x="932" y="315"/>
                  </a:lnTo>
                  <a:lnTo>
                    <a:pt x="894" y="270"/>
                  </a:lnTo>
                  <a:lnTo>
                    <a:pt x="857" y="225"/>
                  </a:lnTo>
                  <a:lnTo>
                    <a:pt x="812" y="188"/>
                  </a:lnTo>
                  <a:lnTo>
                    <a:pt x="767" y="158"/>
                  </a:lnTo>
                  <a:lnTo>
                    <a:pt x="721" y="128"/>
                  </a:lnTo>
                  <a:lnTo>
                    <a:pt x="669" y="98"/>
                  </a:lnTo>
                  <a:lnTo>
                    <a:pt x="669" y="98"/>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309" name="Google Shape;4309;p82"/>
            <p:cNvSpPr/>
            <p:nvPr/>
          </p:nvSpPr>
          <p:spPr>
            <a:xfrm>
              <a:off x="-74612" y="5956300"/>
              <a:ext cx="2159000" cy="930729"/>
            </a:xfrm>
            <a:custGeom>
              <a:avLst/>
              <a:gdLst/>
              <a:ahLst/>
              <a:cxnLst/>
              <a:rect l="l" t="t" r="r" b="b"/>
              <a:pathLst>
                <a:path w="2159000" h="930729" extrusionOk="0">
                  <a:moveTo>
                    <a:pt x="0" y="917575"/>
                  </a:moveTo>
                  <a:lnTo>
                    <a:pt x="10085" y="930729"/>
                  </a:lnTo>
                  <a:lnTo>
                    <a:pt x="7962" y="930729"/>
                  </a:lnTo>
                  <a:close/>
                  <a:moveTo>
                    <a:pt x="2063750" y="0"/>
                  </a:moveTo>
                  <a:lnTo>
                    <a:pt x="2098675" y="82550"/>
                  </a:lnTo>
                  <a:lnTo>
                    <a:pt x="2122488" y="177800"/>
                  </a:lnTo>
                  <a:lnTo>
                    <a:pt x="2146300" y="285750"/>
                  </a:lnTo>
                  <a:lnTo>
                    <a:pt x="2159000" y="381000"/>
                  </a:lnTo>
                  <a:lnTo>
                    <a:pt x="2159000" y="476250"/>
                  </a:lnTo>
                  <a:lnTo>
                    <a:pt x="2146300" y="584200"/>
                  </a:lnTo>
                  <a:lnTo>
                    <a:pt x="2122488" y="679450"/>
                  </a:lnTo>
                  <a:lnTo>
                    <a:pt x="2087563" y="774700"/>
                  </a:lnTo>
                  <a:lnTo>
                    <a:pt x="2039938" y="881063"/>
                  </a:lnTo>
                  <a:lnTo>
                    <a:pt x="2003298" y="930729"/>
                  </a:lnTo>
                  <a:lnTo>
                    <a:pt x="1904263" y="930729"/>
                  </a:lnTo>
                  <a:lnTo>
                    <a:pt x="1931988" y="893763"/>
                  </a:lnTo>
                  <a:lnTo>
                    <a:pt x="1992313" y="785813"/>
                  </a:lnTo>
                  <a:lnTo>
                    <a:pt x="2039938" y="679450"/>
                  </a:lnTo>
                  <a:lnTo>
                    <a:pt x="2074863" y="595313"/>
                  </a:lnTo>
                  <a:lnTo>
                    <a:pt x="2098675" y="512763"/>
                  </a:lnTo>
                  <a:lnTo>
                    <a:pt x="2111375" y="415925"/>
                  </a:lnTo>
                  <a:lnTo>
                    <a:pt x="2111375" y="333375"/>
                  </a:lnTo>
                  <a:lnTo>
                    <a:pt x="2111375" y="249238"/>
                  </a:lnTo>
                  <a:lnTo>
                    <a:pt x="2098675" y="166688"/>
                  </a:lnTo>
                  <a:lnTo>
                    <a:pt x="2087563" y="82550"/>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310" name="Google Shape;4310;p82"/>
            <p:cNvSpPr/>
            <p:nvPr/>
          </p:nvSpPr>
          <p:spPr>
            <a:xfrm>
              <a:off x="998538" y="6051550"/>
              <a:ext cx="227013" cy="261938"/>
            </a:xfrm>
            <a:custGeom>
              <a:avLst/>
              <a:gdLst/>
              <a:ahLst/>
              <a:cxnLst/>
              <a:rect l="l" t="t" r="r" b="b"/>
              <a:pathLst>
                <a:path w="143" h="165" extrusionOk="0">
                  <a:moveTo>
                    <a:pt x="136" y="52"/>
                  </a:moveTo>
                  <a:lnTo>
                    <a:pt x="136" y="52"/>
                  </a:lnTo>
                  <a:lnTo>
                    <a:pt x="143" y="75"/>
                  </a:lnTo>
                  <a:lnTo>
                    <a:pt x="143" y="97"/>
                  </a:lnTo>
                  <a:lnTo>
                    <a:pt x="136" y="120"/>
                  </a:lnTo>
                  <a:lnTo>
                    <a:pt x="128" y="135"/>
                  </a:lnTo>
                  <a:lnTo>
                    <a:pt x="113" y="150"/>
                  </a:lnTo>
                  <a:lnTo>
                    <a:pt x="91" y="165"/>
                  </a:lnTo>
                  <a:lnTo>
                    <a:pt x="76" y="165"/>
                  </a:lnTo>
                  <a:lnTo>
                    <a:pt x="53" y="165"/>
                  </a:lnTo>
                  <a:lnTo>
                    <a:pt x="53" y="165"/>
                  </a:lnTo>
                  <a:lnTo>
                    <a:pt x="76" y="150"/>
                  </a:lnTo>
                  <a:lnTo>
                    <a:pt x="98" y="120"/>
                  </a:lnTo>
                  <a:lnTo>
                    <a:pt x="106" y="90"/>
                  </a:lnTo>
                  <a:lnTo>
                    <a:pt x="98" y="67"/>
                  </a:lnTo>
                  <a:lnTo>
                    <a:pt x="91" y="52"/>
                  </a:lnTo>
                  <a:lnTo>
                    <a:pt x="91" y="52"/>
                  </a:lnTo>
                  <a:lnTo>
                    <a:pt x="76" y="30"/>
                  </a:lnTo>
                  <a:lnTo>
                    <a:pt x="53" y="22"/>
                  </a:lnTo>
                  <a:lnTo>
                    <a:pt x="31" y="7"/>
                  </a:lnTo>
                  <a:lnTo>
                    <a:pt x="0" y="7"/>
                  </a:lnTo>
                  <a:lnTo>
                    <a:pt x="0" y="7"/>
                  </a:lnTo>
                  <a:lnTo>
                    <a:pt x="46" y="0"/>
                  </a:lnTo>
                  <a:lnTo>
                    <a:pt x="83" y="7"/>
                  </a:lnTo>
                  <a:lnTo>
                    <a:pt x="113" y="30"/>
                  </a:lnTo>
                  <a:lnTo>
                    <a:pt x="136" y="52"/>
                  </a:lnTo>
                  <a:lnTo>
                    <a:pt x="136" y="52"/>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sp>
          <p:nvSpPr>
            <p:cNvPr id="4311" name="Google Shape;4311;p82"/>
            <p:cNvSpPr/>
            <p:nvPr/>
          </p:nvSpPr>
          <p:spPr>
            <a:xfrm>
              <a:off x="820738" y="4822825"/>
              <a:ext cx="238125" cy="285750"/>
            </a:xfrm>
            <a:custGeom>
              <a:avLst/>
              <a:gdLst/>
              <a:ahLst/>
              <a:cxnLst/>
              <a:rect l="l" t="t" r="r" b="b"/>
              <a:pathLst>
                <a:path w="150" h="180" extrusionOk="0">
                  <a:moveTo>
                    <a:pt x="143" y="135"/>
                  </a:moveTo>
                  <a:lnTo>
                    <a:pt x="143" y="135"/>
                  </a:lnTo>
                  <a:lnTo>
                    <a:pt x="127" y="158"/>
                  </a:lnTo>
                  <a:lnTo>
                    <a:pt x="112" y="173"/>
                  </a:lnTo>
                  <a:lnTo>
                    <a:pt x="90" y="180"/>
                  </a:lnTo>
                  <a:lnTo>
                    <a:pt x="67" y="180"/>
                  </a:lnTo>
                  <a:lnTo>
                    <a:pt x="45" y="180"/>
                  </a:lnTo>
                  <a:lnTo>
                    <a:pt x="22" y="173"/>
                  </a:lnTo>
                  <a:lnTo>
                    <a:pt x="7" y="158"/>
                  </a:lnTo>
                  <a:lnTo>
                    <a:pt x="0" y="135"/>
                  </a:lnTo>
                  <a:lnTo>
                    <a:pt x="0" y="135"/>
                  </a:lnTo>
                  <a:lnTo>
                    <a:pt x="30" y="150"/>
                  </a:lnTo>
                  <a:lnTo>
                    <a:pt x="67" y="150"/>
                  </a:lnTo>
                  <a:lnTo>
                    <a:pt x="90" y="135"/>
                  </a:lnTo>
                  <a:lnTo>
                    <a:pt x="105" y="120"/>
                  </a:lnTo>
                  <a:lnTo>
                    <a:pt x="112" y="105"/>
                  </a:lnTo>
                  <a:lnTo>
                    <a:pt x="112" y="105"/>
                  </a:lnTo>
                  <a:lnTo>
                    <a:pt x="120" y="83"/>
                  </a:lnTo>
                  <a:lnTo>
                    <a:pt x="120" y="53"/>
                  </a:lnTo>
                  <a:lnTo>
                    <a:pt x="112" y="30"/>
                  </a:lnTo>
                  <a:lnTo>
                    <a:pt x="97" y="0"/>
                  </a:lnTo>
                  <a:lnTo>
                    <a:pt x="97" y="0"/>
                  </a:lnTo>
                  <a:lnTo>
                    <a:pt x="127" y="38"/>
                  </a:lnTo>
                  <a:lnTo>
                    <a:pt x="143" y="75"/>
                  </a:lnTo>
                  <a:lnTo>
                    <a:pt x="150" y="105"/>
                  </a:lnTo>
                  <a:lnTo>
                    <a:pt x="143" y="135"/>
                  </a:lnTo>
                  <a:lnTo>
                    <a:pt x="143" y="135"/>
                  </a:lnTo>
                  <a:close/>
                </a:path>
              </a:pathLst>
            </a:custGeom>
            <a:solidFill>
              <a:srgbClr val="544136">
                <a:alpha val="784"/>
              </a:srgbClr>
            </a:solidFill>
            <a:ln>
              <a:noFill/>
            </a:ln>
          </p:spPr>
          <p:txBody>
            <a:bodyPr spcFirstLastPara="1" wrap="square" lIns="91425" tIns="45700" rIns="91425" bIns="45700" anchor="t" anchorCtr="0">
              <a:noAutofit/>
            </a:bodyPr>
            <a:lstStyle/>
            <a:p>
              <a:endParaRPr>
                <a:solidFill>
                  <a:schemeClr val="lt1"/>
                </a:solidFill>
                <a:latin typeface="Arial"/>
                <a:ea typeface="Arial"/>
                <a:cs typeface="Arial"/>
                <a:sym typeface="Arial"/>
              </a:endParaRPr>
            </a:p>
          </p:txBody>
        </p:sp>
      </p:grpSp>
      <p:sp>
        <p:nvSpPr>
          <p:cNvPr id="4312" name="Google Shape;4312;p82"/>
          <p:cNvSpPr txBox="1"/>
          <p:nvPr/>
        </p:nvSpPr>
        <p:spPr>
          <a:xfrm>
            <a:off x="1702848" y="1868076"/>
            <a:ext cx="4650300" cy="4154943"/>
          </a:xfrm>
          <a:prstGeom prst="rect">
            <a:avLst/>
          </a:prstGeom>
          <a:noFill/>
          <a:ln>
            <a:noFill/>
          </a:ln>
        </p:spPr>
        <p:txBody>
          <a:bodyPr spcFirstLastPara="1" wrap="square" lIns="91425" tIns="45700" rIns="91425" bIns="45700" anchor="t" anchorCtr="0">
            <a:spAutoFit/>
          </a:bodyPr>
          <a:lstStyle/>
          <a:p>
            <a:r>
              <a:rPr lang="en-US" sz="2400" b="1" dirty="0">
                <a:solidFill>
                  <a:srgbClr val="1D1B10"/>
                </a:solidFill>
                <a:latin typeface="Arial"/>
                <a:ea typeface="Arial"/>
                <a:cs typeface="Arial"/>
                <a:sym typeface="Arial"/>
              </a:rPr>
              <a:t>Modesty: </a:t>
            </a:r>
            <a:endParaRPr sz="2400" dirty="0">
              <a:solidFill>
                <a:srgbClr val="1D1B10"/>
              </a:solidFill>
              <a:latin typeface="Arial"/>
              <a:ea typeface="Arial"/>
              <a:cs typeface="Arial"/>
              <a:sym typeface="Arial"/>
            </a:endParaRPr>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Keep in mind general principles of cleanliness, neatness, and modesty of dress.   </a:t>
            </a:r>
            <a:endParaRPr dirty="0"/>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Males and females, from young children to adults, should avoid being a stumbling block to others by being sure that their dress and conduct is always modest. </a:t>
            </a:r>
            <a:endParaRPr dirty="0"/>
          </a:p>
        </p:txBody>
      </p:sp>
      <p:sp>
        <p:nvSpPr>
          <p:cNvPr id="4313" name="Google Shape;4313;p82"/>
          <p:cNvSpPr/>
          <p:nvPr/>
        </p:nvSpPr>
        <p:spPr>
          <a:xfrm>
            <a:off x="1522817" y="886401"/>
            <a:ext cx="7964400" cy="584700"/>
          </a:xfrm>
          <a:prstGeom prst="rect">
            <a:avLst/>
          </a:prstGeom>
          <a:noFill/>
          <a:ln>
            <a:noFill/>
          </a:ln>
        </p:spPr>
        <p:txBody>
          <a:bodyPr spcFirstLastPara="1" wrap="square" lIns="91425" tIns="45700" rIns="91425" bIns="45700" anchor="t" anchorCtr="0">
            <a:spAutoFit/>
          </a:bodyPr>
          <a:lstStyle/>
          <a:p>
            <a:r>
              <a:rPr lang="en-US" sz="3200" b="1">
                <a:solidFill>
                  <a:srgbClr val="1D1B10"/>
                </a:solidFill>
                <a:latin typeface="Arial"/>
                <a:ea typeface="Arial"/>
                <a:cs typeface="Arial"/>
                <a:sym typeface="Arial"/>
              </a:rPr>
              <a:t>11. Dress appropriately!</a:t>
            </a:r>
            <a:endParaRPr sz="3200">
              <a:solidFill>
                <a:srgbClr val="1D1B10"/>
              </a:solidFill>
              <a:latin typeface="Arial"/>
              <a:ea typeface="Arial"/>
              <a:cs typeface="Arial"/>
              <a:sym typeface="Arial"/>
            </a:endParaRPr>
          </a:p>
        </p:txBody>
      </p:sp>
      <p:pic>
        <p:nvPicPr>
          <p:cNvPr id="4314" name="Google Shape;4314;p82"/>
          <p:cNvPicPr preferRelativeResize="0"/>
          <p:nvPr/>
        </p:nvPicPr>
        <p:blipFill rotWithShape="1">
          <a:blip r:embed="rId3">
            <a:alphaModFix/>
          </a:blip>
          <a:srcRect l="34687"/>
          <a:stretch/>
        </p:blipFill>
        <p:spPr>
          <a:xfrm>
            <a:off x="6448936" y="462276"/>
            <a:ext cx="3981345" cy="406023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19"/>
        <p:cNvGrpSpPr/>
        <p:nvPr/>
      </p:nvGrpSpPr>
      <p:grpSpPr>
        <a:xfrm>
          <a:off x="0" y="0"/>
          <a:ext cx="0" cy="0"/>
          <a:chOff x="0" y="0"/>
          <a:chExt cx="0" cy="0"/>
        </a:xfrm>
      </p:grpSpPr>
      <p:sp>
        <p:nvSpPr>
          <p:cNvPr id="4371" name="Google Shape;4371;p83"/>
          <p:cNvSpPr txBox="1"/>
          <p:nvPr/>
        </p:nvSpPr>
        <p:spPr>
          <a:xfrm>
            <a:off x="5764528" y="486027"/>
            <a:ext cx="4714200" cy="6001603"/>
          </a:xfrm>
          <a:prstGeom prst="rect">
            <a:avLst/>
          </a:prstGeom>
          <a:noFill/>
          <a:ln>
            <a:noFill/>
          </a:ln>
        </p:spPr>
        <p:txBody>
          <a:bodyPr spcFirstLastPara="1" wrap="square" lIns="91425" tIns="45700" rIns="91425" bIns="45700" anchor="t" anchorCtr="0">
            <a:spAutoFit/>
          </a:bodyPr>
          <a:lstStyle/>
          <a:p>
            <a:r>
              <a:rPr lang="en-US" sz="2400" b="1" dirty="0">
                <a:solidFill>
                  <a:srgbClr val="1D1B10"/>
                </a:solidFill>
                <a:latin typeface="Arial"/>
                <a:ea typeface="Arial"/>
                <a:cs typeface="Arial"/>
                <a:sym typeface="Arial"/>
              </a:rPr>
              <a:t>Modesty: </a:t>
            </a:r>
            <a:endParaRPr sz="2400" dirty="0">
              <a:solidFill>
                <a:srgbClr val="1D1B10"/>
              </a:solidFill>
              <a:latin typeface="Arial"/>
              <a:ea typeface="Arial"/>
              <a:cs typeface="Arial"/>
              <a:sym typeface="Arial"/>
            </a:endParaRPr>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Clothing should not be tight or revealing. </a:t>
            </a:r>
            <a:endParaRPr dirty="0"/>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Neither underwear, nor cleavage, midriffs, upper thighs, or other private areas of the body should be exposed at Empower classes and activities.</a:t>
            </a:r>
            <a:endParaRPr dirty="0"/>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Do not expect that an exceptional activity or extreme weather will warrant an exception to our guidelines for modesty. </a:t>
            </a:r>
            <a:endParaRPr dirty="0"/>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When in doubt, please err on the side of modesty. </a:t>
            </a:r>
            <a:endParaRPr dirty="0"/>
          </a:p>
        </p:txBody>
      </p:sp>
      <p:sp>
        <p:nvSpPr>
          <p:cNvPr id="4372" name="Google Shape;4372;p83"/>
          <p:cNvSpPr/>
          <p:nvPr/>
        </p:nvSpPr>
        <p:spPr>
          <a:xfrm>
            <a:off x="1522817" y="908813"/>
            <a:ext cx="7964400" cy="584700"/>
          </a:xfrm>
          <a:prstGeom prst="rect">
            <a:avLst/>
          </a:prstGeom>
          <a:noFill/>
          <a:ln>
            <a:noFill/>
          </a:ln>
        </p:spPr>
        <p:txBody>
          <a:bodyPr spcFirstLastPara="1" wrap="square" lIns="91425" tIns="45700" rIns="91425" bIns="45700" anchor="t" anchorCtr="0">
            <a:spAutoFit/>
          </a:bodyPr>
          <a:lstStyle/>
          <a:p>
            <a:r>
              <a:rPr lang="en-US" sz="3200" b="1">
                <a:solidFill>
                  <a:srgbClr val="1D1B10"/>
                </a:solidFill>
                <a:latin typeface="Arial"/>
                <a:ea typeface="Arial"/>
                <a:cs typeface="Arial"/>
                <a:sym typeface="Arial"/>
              </a:rPr>
              <a:t>12.  Be modest!</a:t>
            </a:r>
            <a:endParaRPr sz="3200">
              <a:solidFill>
                <a:srgbClr val="1D1B10"/>
              </a:solidFill>
              <a:latin typeface="Arial"/>
              <a:ea typeface="Arial"/>
              <a:cs typeface="Arial"/>
              <a:sym typeface="Arial"/>
            </a:endParaRPr>
          </a:p>
        </p:txBody>
      </p:sp>
      <p:pic>
        <p:nvPicPr>
          <p:cNvPr id="4373" name="Google Shape;4373;p83"/>
          <p:cNvPicPr preferRelativeResize="0"/>
          <p:nvPr/>
        </p:nvPicPr>
        <p:blipFill rotWithShape="1">
          <a:blip r:embed="rId3">
            <a:alphaModFix/>
          </a:blip>
          <a:srcRect/>
          <a:stretch/>
        </p:blipFill>
        <p:spPr>
          <a:xfrm>
            <a:off x="1822062" y="2692401"/>
            <a:ext cx="3870372" cy="2566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95"/>
        <p:cNvGrpSpPr/>
        <p:nvPr/>
      </p:nvGrpSpPr>
      <p:grpSpPr>
        <a:xfrm>
          <a:off x="0" y="0"/>
          <a:ext cx="0" cy="0"/>
          <a:chOff x="0" y="0"/>
          <a:chExt cx="0" cy="0"/>
        </a:xfrm>
      </p:grpSpPr>
      <p:sp>
        <p:nvSpPr>
          <p:cNvPr id="4547" name="Google Shape;4547;ge7086f4e60_0_401"/>
          <p:cNvSpPr/>
          <p:nvPr/>
        </p:nvSpPr>
        <p:spPr>
          <a:xfrm>
            <a:off x="2011562" y="667882"/>
            <a:ext cx="8123100" cy="7848300"/>
          </a:xfrm>
          <a:prstGeom prst="rect">
            <a:avLst/>
          </a:prstGeom>
          <a:noFill/>
          <a:ln>
            <a:noFill/>
          </a:ln>
        </p:spPr>
        <p:txBody>
          <a:bodyPr spcFirstLastPara="1" wrap="square" lIns="91425" tIns="45700" rIns="91425" bIns="45700" anchor="t" anchorCtr="0">
            <a:noAutofit/>
          </a:bodyPr>
          <a:lstStyle/>
          <a:p>
            <a:pPr algn="ctr"/>
            <a:r>
              <a:rPr lang="en-US" sz="4800" b="1" dirty="0">
                <a:solidFill>
                  <a:srgbClr val="1D1B10"/>
                </a:solidFill>
                <a:latin typeface="Arial"/>
                <a:ea typeface="Arial"/>
                <a:cs typeface="Arial"/>
                <a:sym typeface="Arial"/>
              </a:rPr>
              <a:t>Electronic Devices </a:t>
            </a:r>
            <a:endParaRPr dirty="0"/>
          </a:p>
          <a:p>
            <a:pPr algn="ctr"/>
            <a:r>
              <a:rPr lang="en-US" sz="4800" b="1" dirty="0">
                <a:solidFill>
                  <a:srgbClr val="1D1B10"/>
                </a:solidFill>
                <a:latin typeface="Arial"/>
                <a:ea typeface="Arial"/>
                <a:cs typeface="Arial"/>
                <a:sym typeface="Arial"/>
              </a:rPr>
              <a:t>and Internet Access</a:t>
            </a:r>
            <a:endParaRPr sz="4800" dirty="0">
              <a:solidFill>
                <a:srgbClr val="1D1B10"/>
              </a:solidFill>
              <a:latin typeface="Arial"/>
              <a:ea typeface="Arial"/>
              <a:cs typeface="Arial"/>
              <a:sym typeface="Arial"/>
            </a:endParaRPr>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Students should use electronic devices during class time </a:t>
            </a:r>
            <a:r>
              <a:rPr lang="en-US" sz="2400" b="1" dirty="0">
                <a:solidFill>
                  <a:srgbClr val="1D1B10"/>
                </a:solidFill>
                <a:latin typeface="Arial"/>
                <a:ea typeface="Arial"/>
                <a:cs typeface="Arial"/>
                <a:sym typeface="Arial"/>
              </a:rPr>
              <a:t>ONLY</a:t>
            </a:r>
            <a:r>
              <a:rPr lang="en-US" sz="2400" dirty="0">
                <a:solidFill>
                  <a:srgbClr val="1D1B10"/>
                </a:solidFill>
                <a:latin typeface="Arial"/>
                <a:ea typeface="Arial"/>
                <a:cs typeface="Arial"/>
                <a:sym typeface="Arial"/>
              </a:rPr>
              <a:t> for class activities as directed by the Instructor.  Students should only access the internet under the direct supervision of their own parent or as directed by an Instructor for the purposes of approved class activities.  </a:t>
            </a:r>
            <a:endParaRPr dirty="0"/>
          </a:p>
          <a:p>
            <a:pPr marL="342900" indent="-190500">
              <a:buClr>
                <a:schemeClr val="lt1"/>
              </a:buClr>
              <a:buSzPts val="2400"/>
            </a:pPr>
            <a:endParaRPr sz="2400" dirty="0">
              <a:solidFill>
                <a:srgbClr val="1D1B10"/>
              </a:solidFill>
              <a:latin typeface="Arial"/>
              <a:ea typeface="Arial"/>
              <a:cs typeface="Arial"/>
              <a:sym typeface="Arial"/>
            </a:endParaRPr>
          </a:p>
          <a:p>
            <a:pPr marL="342900" indent="-342900">
              <a:buClr>
                <a:srgbClr val="1D1B10"/>
              </a:buClr>
              <a:buSzPts val="2400"/>
              <a:buFont typeface="Arial"/>
              <a:buChar char="•"/>
            </a:pPr>
            <a:r>
              <a:rPr lang="en-US" sz="2400" dirty="0">
                <a:solidFill>
                  <a:srgbClr val="1D1B10"/>
                </a:solidFill>
                <a:latin typeface="Arial"/>
                <a:ea typeface="Arial"/>
                <a:cs typeface="Arial"/>
                <a:sym typeface="Arial"/>
              </a:rPr>
              <a:t>Students should not share their Internet ready devices with any other student.  </a:t>
            </a:r>
            <a:endParaRPr dirty="0"/>
          </a:p>
          <a:p>
            <a:endParaRPr sz="2400" dirty="0">
              <a:solidFill>
                <a:srgbClr val="1D1B10"/>
              </a:solidFill>
              <a:latin typeface="Arial"/>
              <a:ea typeface="Arial"/>
              <a:cs typeface="Arial"/>
              <a:sym typeface="Arial"/>
            </a:endParaRPr>
          </a:p>
          <a:p>
            <a:endParaRPr sz="2400" dirty="0">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52"/>
        <p:cNvGrpSpPr/>
        <p:nvPr/>
      </p:nvGrpSpPr>
      <p:grpSpPr>
        <a:xfrm>
          <a:off x="0" y="0"/>
          <a:ext cx="0" cy="0"/>
          <a:chOff x="0" y="0"/>
          <a:chExt cx="0" cy="0"/>
        </a:xfrm>
      </p:grpSpPr>
      <p:sp>
        <p:nvSpPr>
          <p:cNvPr id="4604" name="Google Shape;4604;ge7086f4e60_0_457"/>
          <p:cNvSpPr/>
          <p:nvPr/>
        </p:nvSpPr>
        <p:spPr>
          <a:xfrm>
            <a:off x="2011562" y="667882"/>
            <a:ext cx="8123100" cy="4893600"/>
          </a:xfrm>
          <a:prstGeom prst="rect">
            <a:avLst/>
          </a:prstGeom>
          <a:noFill/>
          <a:ln>
            <a:noFill/>
          </a:ln>
          <a:effectLst>
            <a:outerShdw blurRad="57150" dist="19050" dir="5400000" algn="bl" rotWithShape="0">
              <a:srgbClr val="000000">
                <a:alpha val="50000"/>
              </a:srgbClr>
            </a:outerShdw>
          </a:effectLst>
        </p:spPr>
        <p:txBody>
          <a:bodyPr spcFirstLastPara="1" wrap="square" lIns="91425" tIns="45700" rIns="91425" bIns="45700" anchor="t" anchorCtr="0">
            <a:noAutofit/>
          </a:bodyPr>
          <a:lstStyle/>
          <a:p>
            <a:pPr algn="ctr"/>
            <a:r>
              <a:rPr lang="en-US" sz="4800" b="1" dirty="0">
                <a:solidFill>
                  <a:srgbClr val="1D1B10"/>
                </a:solidFill>
                <a:latin typeface="Arial"/>
                <a:ea typeface="Arial"/>
                <a:cs typeface="Arial"/>
                <a:sym typeface="Arial"/>
              </a:rPr>
              <a:t>Electronic Devices </a:t>
            </a:r>
            <a:endParaRPr dirty="0"/>
          </a:p>
          <a:p>
            <a:pPr algn="ctr"/>
            <a:r>
              <a:rPr lang="en-US" sz="4800" b="1" dirty="0">
                <a:solidFill>
                  <a:srgbClr val="1D1B10"/>
                </a:solidFill>
                <a:latin typeface="Arial"/>
                <a:ea typeface="Arial"/>
                <a:cs typeface="Arial"/>
                <a:sym typeface="Arial"/>
              </a:rPr>
              <a:t>and Internet Access</a:t>
            </a:r>
            <a:endParaRPr sz="4800" dirty="0">
              <a:solidFill>
                <a:srgbClr val="1D1B10"/>
              </a:solidFill>
              <a:latin typeface="Arial"/>
              <a:ea typeface="Arial"/>
              <a:cs typeface="Arial"/>
              <a:sym typeface="Arial"/>
            </a:endParaRPr>
          </a:p>
          <a:p>
            <a:pPr algn="ctr"/>
            <a:r>
              <a:rPr lang="en-US" sz="2400" dirty="0">
                <a:solidFill>
                  <a:srgbClr val="FF0000"/>
                </a:solidFill>
                <a:latin typeface="Arial"/>
                <a:ea typeface="Arial"/>
                <a:cs typeface="Arial"/>
                <a:sym typeface="Arial"/>
              </a:rPr>
              <a:t>There will be zero-tolerance for inappropriate Internet use, up to, and including dismissal from Empower classes. </a:t>
            </a:r>
            <a:endParaRPr dirty="0"/>
          </a:p>
          <a:p>
            <a:endParaRPr sz="2400" dirty="0">
              <a:solidFill>
                <a:srgbClr val="1D1B10"/>
              </a:solidFill>
              <a:latin typeface="Arial"/>
              <a:ea typeface="Arial"/>
              <a:cs typeface="Arial"/>
              <a:sym typeface="Arial"/>
            </a:endParaRPr>
          </a:p>
          <a:p>
            <a:r>
              <a:rPr lang="en-US" sz="2400" dirty="0">
                <a:solidFill>
                  <a:srgbClr val="1D1B10"/>
                </a:solidFill>
                <a:latin typeface="Arial"/>
                <a:ea typeface="Arial"/>
                <a:cs typeface="Arial"/>
                <a:sym typeface="Arial"/>
              </a:rPr>
              <a:t>In the event of a student’s use of an electronic device contrary to guidelines, the student’s parent will be called to campus to address the infraction.  It is the parent’s responsibility to make sure electronic devices are used only in accordance with </a:t>
            </a:r>
            <a:r>
              <a:rPr lang="en-US" sz="2400" dirty="0">
                <a:solidFill>
                  <a:srgbClr val="1D1B10"/>
                </a:solidFill>
              </a:rPr>
              <a:t>our</a:t>
            </a:r>
            <a:r>
              <a:rPr lang="en-US" sz="2400" dirty="0">
                <a:solidFill>
                  <a:srgbClr val="1D1B10"/>
                </a:solidFill>
                <a:latin typeface="Arial"/>
                <a:ea typeface="Arial"/>
                <a:cs typeface="Arial"/>
                <a:sym typeface="Arial"/>
              </a:rPr>
              <a:t> policies.</a:t>
            </a:r>
            <a:endParaRPr dirty="0"/>
          </a:p>
          <a:p>
            <a:endParaRPr sz="2400" dirty="0">
              <a:solidFill>
                <a:schemeClr val="lt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09"/>
        <p:cNvGrpSpPr/>
        <p:nvPr/>
      </p:nvGrpSpPr>
      <p:grpSpPr>
        <a:xfrm>
          <a:off x="0" y="0"/>
          <a:ext cx="0" cy="0"/>
          <a:chOff x="0" y="0"/>
          <a:chExt cx="0" cy="0"/>
        </a:xfrm>
      </p:grpSpPr>
      <p:sp>
        <p:nvSpPr>
          <p:cNvPr id="4616" name="Google Shape;4616;p85"/>
          <p:cNvSpPr txBox="1"/>
          <p:nvPr/>
        </p:nvSpPr>
        <p:spPr>
          <a:xfrm>
            <a:off x="6207125" y="585928"/>
            <a:ext cx="3946526" cy="461665"/>
          </a:xfrm>
          <a:prstGeom prst="rect">
            <a:avLst/>
          </a:prstGeom>
          <a:noFill/>
          <a:ln>
            <a:noFill/>
          </a:ln>
        </p:spPr>
        <p:txBody>
          <a:bodyPr spcFirstLastPara="1" wrap="square" lIns="91425" tIns="45700" rIns="91425" bIns="45700" anchor="t" anchorCtr="0">
            <a:spAutoFit/>
          </a:bodyPr>
          <a:lstStyle/>
          <a:p>
            <a:r>
              <a:rPr lang="en-US" sz="2400">
                <a:solidFill>
                  <a:srgbClr val="1D1B10"/>
                </a:solidFill>
                <a:latin typeface="Arial"/>
                <a:ea typeface="Arial"/>
                <a:cs typeface="Arial"/>
                <a:sym typeface="Arial"/>
              </a:rPr>
              <a:t> </a:t>
            </a:r>
            <a:endParaRPr/>
          </a:p>
        </p:txBody>
      </p:sp>
      <p:sp>
        <p:nvSpPr>
          <p:cNvPr id="3" name="TextBox 2">
            <a:extLst>
              <a:ext uri="{FF2B5EF4-FFF2-40B4-BE49-F238E27FC236}">
                <a16:creationId xmlns:a16="http://schemas.microsoft.com/office/drawing/2014/main" id="{12FD5026-6B93-8F04-3C60-A9E7F2F535FC}"/>
              </a:ext>
            </a:extLst>
          </p:cNvPr>
          <p:cNvSpPr txBox="1"/>
          <p:nvPr/>
        </p:nvSpPr>
        <p:spPr>
          <a:xfrm>
            <a:off x="1987957" y="1525553"/>
            <a:ext cx="8216087" cy="4154984"/>
          </a:xfrm>
          <a:prstGeom prst="rect">
            <a:avLst/>
          </a:prstGeom>
          <a:noFill/>
        </p:spPr>
        <p:txBody>
          <a:bodyPr wrap="square">
            <a:spAutoFit/>
          </a:bodyPr>
          <a:lstStyle/>
          <a:p>
            <a:pPr algn="ctr"/>
            <a:r>
              <a:rPr lang="en-US" sz="4400" dirty="0">
                <a:solidFill>
                  <a:schemeClr val="dk1"/>
                </a:solidFill>
                <a:latin typeface="Arial"/>
                <a:ea typeface="Arial"/>
                <a:cs typeface="Arial"/>
                <a:sym typeface="Arial"/>
              </a:rPr>
              <a:t>A copy of these Policies, </a:t>
            </a:r>
            <a:endParaRPr lang="en-US" sz="4400" dirty="0"/>
          </a:p>
          <a:p>
            <a:pPr algn="ctr"/>
            <a:r>
              <a:rPr lang="en-US" sz="4400" dirty="0">
                <a:solidFill>
                  <a:schemeClr val="dk1"/>
                </a:solidFill>
                <a:latin typeface="Arial"/>
                <a:ea typeface="Arial"/>
                <a:cs typeface="Arial"/>
                <a:sym typeface="Arial"/>
              </a:rPr>
              <a:t>including the Code of Conduct, </a:t>
            </a:r>
            <a:endParaRPr lang="en-US" sz="4400" dirty="0"/>
          </a:p>
          <a:p>
            <a:pPr algn="ctr"/>
            <a:r>
              <a:rPr lang="en-US" sz="4400" dirty="0">
                <a:solidFill>
                  <a:schemeClr val="dk1"/>
                </a:solidFill>
                <a:latin typeface="Arial"/>
                <a:ea typeface="Arial"/>
                <a:cs typeface="Arial"/>
                <a:sym typeface="Arial"/>
              </a:rPr>
              <a:t>are always available </a:t>
            </a:r>
            <a:endParaRPr lang="en-US" sz="4400" dirty="0"/>
          </a:p>
          <a:p>
            <a:pPr algn="ctr"/>
            <a:r>
              <a:rPr lang="en-US" sz="4400" dirty="0">
                <a:solidFill>
                  <a:schemeClr val="dk1"/>
                </a:solidFill>
                <a:latin typeface="Arial"/>
                <a:ea typeface="Arial"/>
                <a:cs typeface="Arial"/>
                <a:sym typeface="Arial"/>
              </a:rPr>
              <a:t>for your review </a:t>
            </a:r>
            <a:endParaRPr lang="en-US" sz="4400" dirty="0"/>
          </a:p>
          <a:p>
            <a:pPr algn="ctr"/>
            <a:r>
              <a:rPr lang="en-US" sz="4400" dirty="0">
                <a:solidFill>
                  <a:schemeClr val="dk1"/>
                </a:solidFill>
                <a:latin typeface="Arial"/>
                <a:ea typeface="Arial"/>
                <a:cs typeface="Arial"/>
                <a:sym typeface="Arial"/>
              </a:rPr>
              <a:t>on our website at EmpowerLearningHub.com</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59349</Words>
  <Application>Microsoft Office PowerPoint</Application>
  <PresentationFormat>Widescreen</PresentationFormat>
  <Paragraphs>3202</Paragraphs>
  <Slides>20</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Herring</dc:creator>
  <cp:lastModifiedBy>Chris Herring</cp:lastModifiedBy>
  <cp:revision>1</cp:revision>
  <dcterms:created xsi:type="dcterms:W3CDTF">2025-09-02T05:39:50Z</dcterms:created>
  <dcterms:modified xsi:type="dcterms:W3CDTF">2025-09-02T05:51:45Z</dcterms:modified>
</cp:coreProperties>
</file>