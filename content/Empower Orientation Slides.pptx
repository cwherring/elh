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76" r:id="rId2"/>
  </p:sldMasterIdLst>
  <p:notesMasterIdLst>
    <p:notesMasterId r:id="rId41"/>
  </p:notesMasterIdLst>
  <p:sldIdLst>
    <p:sldId id="256" r:id="rId3"/>
    <p:sldId id="257" r:id="rId4"/>
    <p:sldId id="265" r:id="rId5"/>
    <p:sldId id="264" r:id="rId6"/>
    <p:sldId id="268" r:id="rId7"/>
    <p:sldId id="269" r:id="rId8"/>
    <p:sldId id="270" r:id="rId9"/>
    <p:sldId id="271" r:id="rId10"/>
    <p:sldId id="272" r:id="rId11"/>
    <p:sldId id="273" r:id="rId12"/>
    <p:sldId id="274" r:id="rId13"/>
    <p:sldId id="278" r:id="rId14"/>
    <p:sldId id="279" r:id="rId15"/>
    <p:sldId id="282" r:id="rId16"/>
    <p:sldId id="284" r:id="rId17"/>
    <p:sldId id="286" r:id="rId18"/>
    <p:sldId id="296" r:id="rId19"/>
    <p:sldId id="297" r:id="rId20"/>
    <p:sldId id="315" r:id="rId21"/>
    <p:sldId id="316" r:id="rId22"/>
    <p:sldId id="317"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2" r:id="rId36"/>
    <p:sldId id="335" r:id="rId37"/>
    <p:sldId id="336" r:id="rId38"/>
    <p:sldId id="337" r:id="rId39"/>
    <p:sldId id="342"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5" roundtripDataSignature="AMtx7mgzDaLVqnkYNYlVP1AiCOyWEx2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181927-7D11-4605-8793-CB9B9E62175E}" v="3401" dt="2025-09-02T05:01:41.928"/>
    <p1510:client id="{F0A5D8F8-4A0B-4AC2-9F88-CE3F4BB1F084}" v="674" dt="2025-09-02T05:57:51.137"/>
  </p1510:revLst>
</p1510:revInfo>
</file>

<file path=ppt/tableStyles.xml><?xml version="1.0" encoding="utf-8"?>
<a:tblStyleLst xmlns:a="http://schemas.openxmlformats.org/drawingml/2006/main" def="{667F1326-9057-4F9D-B33C-7C5AF65BCB43}">
  <a:tblStyle styleId="{667F1326-9057-4F9D-B33C-7C5AF65BCB4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8" y="19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9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95"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100" Type="http://schemas.microsoft.com/office/2016/11/relationships/changesInfo" Target="changesInfos/changesInfo1.xml"/><Relationship Id="rId8" Type="http://schemas.openxmlformats.org/officeDocument/2006/relationships/slide" Target="slides/slide6.xml"/><Relationship Id="rId98"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 Id="rId96"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by Herring" userId="4135e1cc5c3e5ede" providerId="LiveId" clId="{E35DD208-5603-423D-8CC3-6444FFDBFEB9}"/>
    <pc:docChg chg="undo custSel addSld delSld modSld sldOrd">
      <pc:chgData name="Debby Herring" userId="4135e1cc5c3e5ede" providerId="LiveId" clId="{E35DD208-5603-423D-8CC3-6444FFDBFEB9}" dt="2025-09-02T05:01:41.928" v="3421" actId="47"/>
      <pc:docMkLst>
        <pc:docMk/>
      </pc:docMkLst>
      <pc:sldChg chg="modSp mod">
        <pc:chgData name="Debby Herring" userId="4135e1cc5c3e5ede" providerId="LiveId" clId="{E35DD208-5603-423D-8CC3-6444FFDBFEB9}" dt="2025-09-02T03:50:43.688" v="319" actId="20577"/>
        <pc:sldMkLst>
          <pc:docMk/>
          <pc:sldMk cId="0" sldId="257"/>
        </pc:sldMkLst>
        <pc:spChg chg="mod">
          <ac:chgData name="Debby Herring" userId="4135e1cc5c3e5ede" providerId="LiveId" clId="{E35DD208-5603-423D-8CC3-6444FFDBFEB9}" dt="2025-09-02T03:50:43.688" v="319" actId="20577"/>
          <ac:spMkLst>
            <pc:docMk/>
            <pc:sldMk cId="0" sldId="257"/>
            <ac:spMk id="108" creationId="{00000000-0000-0000-0000-000000000000}"/>
          </ac:spMkLst>
        </pc:spChg>
        <pc:spChg chg="mod">
          <ac:chgData name="Debby Herring" userId="4135e1cc5c3e5ede" providerId="LiveId" clId="{E35DD208-5603-423D-8CC3-6444FFDBFEB9}" dt="2025-09-02T03:46:38.144" v="7" actId="20577"/>
          <ac:spMkLst>
            <pc:docMk/>
            <pc:sldMk cId="0" sldId="257"/>
            <ac:spMk id="132" creationId="{00000000-0000-0000-0000-000000000000}"/>
          </ac:spMkLst>
        </pc:spChg>
        <pc:grpChg chg="mod">
          <ac:chgData name="Debby Herring" userId="4135e1cc5c3e5ede" providerId="LiveId" clId="{E35DD208-5603-423D-8CC3-6444FFDBFEB9}" dt="2025-09-02T03:47:12.873" v="77" actId="1076"/>
          <ac:grpSpMkLst>
            <pc:docMk/>
            <pc:sldMk cId="0" sldId="257"/>
            <ac:grpSpMk id="81" creationId="{00000000-0000-0000-0000-000000000000}"/>
          </ac:grpSpMkLst>
        </pc:grpChg>
      </pc:sldChg>
      <pc:sldChg chg="del">
        <pc:chgData name="Debby Herring" userId="4135e1cc5c3e5ede" providerId="LiveId" clId="{E35DD208-5603-423D-8CC3-6444FFDBFEB9}" dt="2025-09-02T03:51:10.715" v="320" actId="2696"/>
        <pc:sldMkLst>
          <pc:docMk/>
          <pc:sldMk cId="0" sldId="258"/>
        </pc:sldMkLst>
      </pc:sldChg>
      <pc:sldChg chg="del">
        <pc:chgData name="Debby Herring" userId="4135e1cc5c3e5ede" providerId="LiveId" clId="{E35DD208-5603-423D-8CC3-6444FFDBFEB9}" dt="2025-09-02T03:51:15.495" v="321" actId="2696"/>
        <pc:sldMkLst>
          <pc:docMk/>
          <pc:sldMk cId="0" sldId="259"/>
        </pc:sldMkLst>
      </pc:sldChg>
      <pc:sldChg chg="del">
        <pc:chgData name="Debby Herring" userId="4135e1cc5c3e5ede" providerId="LiveId" clId="{E35DD208-5603-423D-8CC3-6444FFDBFEB9}" dt="2025-09-02T03:51:21.096" v="322" actId="2696"/>
        <pc:sldMkLst>
          <pc:docMk/>
          <pc:sldMk cId="0" sldId="260"/>
        </pc:sldMkLst>
      </pc:sldChg>
      <pc:sldChg chg="del">
        <pc:chgData name="Debby Herring" userId="4135e1cc5c3e5ede" providerId="LiveId" clId="{E35DD208-5603-423D-8CC3-6444FFDBFEB9}" dt="2025-09-02T03:51:25.501" v="323" actId="2696"/>
        <pc:sldMkLst>
          <pc:docMk/>
          <pc:sldMk cId="0" sldId="261"/>
        </pc:sldMkLst>
      </pc:sldChg>
      <pc:sldChg chg="del">
        <pc:chgData name="Debby Herring" userId="4135e1cc5c3e5ede" providerId="LiveId" clId="{E35DD208-5603-423D-8CC3-6444FFDBFEB9}" dt="2025-09-02T03:51:32.419" v="324" actId="2696"/>
        <pc:sldMkLst>
          <pc:docMk/>
          <pc:sldMk cId="0" sldId="262"/>
        </pc:sldMkLst>
      </pc:sldChg>
      <pc:sldChg chg="del">
        <pc:chgData name="Debby Herring" userId="4135e1cc5c3e5ede" providerId="LiveId" clId="{E35DD208-5603-423D-8CC3-6444FFDBFEB9}" dt="2025-09-02T03:51:37.901" v="325" actId="2696"/>
        <pc:sldMkLst>
          <pc:docMk/>
          <pc:sldMk cId="0" sldId="263"/>
        </pc:sldMkLst>
      </pc:sldChg>
      <pc:sldChg chg="modSp mod ord">
        <pc:chgData name="Debby Herring" userId="4135e1cc5c3e5ede" providerId="LiveId" clId="{E35DD208-5603-423D-8CC3-6444FFDBFEB9}" dt="2025-09-02T03:53:34.138" v="438" actId="12"/>
        <pc:sldMkLst>
          <pc:docMk/>
          <pc:sldMk cId="0" sldId="265"/>
        </pc:sldMkLst>
        <pc:spChg chg="mod">
          <ac:chgData name="Debby Herring" userId="4135e1cc5c3e5ede" providerId="LiveId" clId="{E35DD208-5603-423D-8CC3-6444FFDBFEB9}" dt="2025-09-02T03:53:34.138" v="438" actId="12"/>
          <ac:spMkLst>
            <pc:docMk/>
            <pc:sldMk cId="0" sldId="265"/>
            <ac:spMk id="590" creationId="{00000000-0000-0000-0000-000000000000}"/>
          </ac:spMkLst>
        </pc:spChg>
      </pc:sldChg>
      <pc:sldChg chg="del">
        <pc:chgData name="Debby Herring" userId="4135e1cc5c3e5ede" providerId="LiveId" clId="{E35DD208-5603-423D-8CC3-6444FFDBFEB9}" dt="2025-09-02T03:54:15.823" v="439" actId="2696"/>
        <pc:sldMkLst>
          <pc:docMk/>
          <pc:sldMk cId="0" sldId="266"/>
        </pc:sldMkLst>
      </pc:sldChg>
      <pc:sldChg chg="del">
        <pc:chgData name="Debby Herring" userId="4135e1cc5c3e5ede" providerId="LiveId" clId="{E35DD208-5603-423D-8CC3-6444FFDBFEB9}" dt="2025-09-02T03:54:24.357" v="440" actId="2696"/>
        <pc:sldMkLst>
          <pc:docMk/>
          <pc:sldMk cId="0" sldId="267"/>
        </pc:sldMkLst>
      </pc:sldChg>
      <pc:sldChg chg="modSp mod">
        <pc:chgData name="Debby Herring" userId="4135e1cc5c3e5ede" providerId="LiveId" clId="{E35DD208-5603-423D-8CC3-6444FFDBFEB9}" dt="2025-09-02T03:58:05.017" v="737" actId="20577"/>
        <pc:sldMkLst>
          <pc:docMk/>
          <pc:sldMk cId="0" sldId="268"/>
        </pc:sldMkLst>
        <pc:spChg chg="mod">
          <ac:chgData name="Debby Herring" userId="4135e1cc5c3e5ede" providerId="LiveId" clId="{E35DD208-5603-423D-8CC3-6444FFDBFEB9}" dt="2025-09-02T03:58:05.017" v="737" actId="20577"/>
          <ac:spMkLst>
            <pc:docMk/>
            <pc:sldMk cId="0" sldId="268"/>
            <ac:spMk id="763" creationId="{00000000-0000-0000-0000-000000000000}"/>
          </ac:spMkLst>
        </pc:spChg>
      </pc:sldChg>
      <pc:sldChg chg="modSp mod">
        <pc:chgData name="Debby Herring" userId="4135e1cc5c3e5ede" providerId="LiveId" clId="{E35DD208-5603-423D-8CC3-6444FFDBFEB9}" dt="2025-09-02T03:59:39.076" v="748" actId="20577"/>
        <pc:sldMkLst>
          <pc:docMk/>
          <pc:sldMk cId="0" sldId="269"/>
        </pc:sldMkLst>
        <pc:spChg chg="mod">
          <ac:chgData name="Debby Herring" userId="4135e1cc5c3e5ede" providerId="LiveId" clId="{E35DD208-5603-423D-8CC3-6444FFDBFEB9}" dt="2025-09-02T03:59:39.076" v="748" actId="20577"/>
          <ac:spMkLst>
            <pc:docMk/>
            <pc:sldMk cId="0" sldId="269"/>
            <ac:spMk id="820" creationId="{00000000-0000-0000-0000-000000000000}"/>
          </ac:spMkLst>
        </pc:spChg>
      </pc:sldChg>
      <pc:sldChg chg="modSp mod">
        <pc:chgData name="Debby Herring" userId="4135e1cc5c3e5ede" providerId="LiveId" clId="{E35DD208-5603-423D-8CC3-6444FFDBFEB9}" dt="2025-09-02T04:01:24.390" v="827" actId="20577"/>
        <pc:sldMkLst>
          <pc:docMk/>
          <pc:sldMk cId="0" sldId="271"/>
        </pc:sldMkLst>
        <pc:spChg chg="mod">
          <ac:chgData name="Debby Herring" userId="4135e1cc5c3e5ede" providerId="LiveId" clId="{E35DD208-5603-423D-8CC3-6444FFDBFEB9}" dt="2025-09-02T04:01:24.390" v="827" actId="20577"/>
          <ac:spMkLst>
            <pc:docMk/>
            <pc:sldMk cId="0" sldId="271"/>
            <ac:spMk id="934" creationId="{00000000-0000-0000-0000-000000000000}"/>
          </ac:spMkLst>
        </pc:spChg>
      </pc:sldChg>
      <pc:sldChg chg="modSp mod">
        <pc:chgData name="Debby Herring" userId="4135e1cc5c3e5ede" providerId="LiveId" clId="{E35DD208-5603-423D-8CC3-6444FFDBFEB9}" dt="2025-09-02T04:02:56.530" v="857" actId="5793"/>
        <pc:sldMkLst>
          <pc:docMk/>
          <pc:sldMk cId="0" sldId="272"/>
        </pc:sldMkLst>
        <pc:spChg chg="mod">
          <ac:chgData name="Debby Herring" userId="4135e1cc5c3e5ede" providerId="LiveId" clId="{E35DD208-5603-423D-8CC3-6444FFDBFEB9}" dt="2025-09-02T04:02:56.530" v="857" actId="5793"/>
          <ac:spMkLst>
            <pc:docMk/>
            <pc:sldMk cId="0" sldId="272"/>
            <ac:spMk id="991" creationId="{00000000-0000-0000-0000-000000000000}"/>
          </ac:spMkLst>
        </pc:spChg>
      </pc:sldChg>
      <pc:sldChg chg="modSp mod">
        <pc:chgData name="Debby Herring" userId="4135e1cc5c3e5ede" providerId="LiveId" clId="{E35DD208-5603-423D-8CC3-6444FFDBFEB9}" dt="2025-09-02T04:03:46.263" v="969" actId="20577"/>
        <pc:sldMkLst>
          <pc:docMk/>
          <pc:sldMk cId="0" sldId="273"/>
        </pc:sldMkLst>
        <pc:spChg chg="mod">
          <ac:chgData name="Debby Herring" userId="4135e1cc5c3e5ede" providerId="LiveId" clId="{E35DD208-5603-423D-8CC3-6444FFDBFEB9}" dt="2025-09-02T04:03:46.263" v="969" actId="20577"/>
          <ac:spMkLst>
            <pc:docMk/>
            <pc:sldMk cId="0" sldId="273"/>
            <ac:spMk id="1048" creationId="{00000000-0000-0000-0000-000000000000}"/>
          </ac:spMkLst>
        </pc:spChg>
      </pc:sldChg>
      <pc:sldChg chg="modSp mod">
        <pc:chgData name="Debby Herring" userId="4135e1cc5c3e5ede" providerId="LiveId" clId="{E35DD208-5603-423D-8CC3-6444FFDBFEB9}" dt="2025-09-02T04:04:11.895" v="973" actId="20577"/>
        <pc:sldMkLst>
          <pc:docMk/>
          <pc:sldMk cId="0" sldId="274"/>
        </pc:sldMkLst>
        <pc:spChg chg="mod">
          <ac:chgData name="Debby Herring" userId="4135e1cc5c3e5ede" providerId="LiveId" clId="{E35DD208-5603-423D-8CC3-6444FFDBFEB9}" dt="2025-09-02T04:04:11.895" v="973" actId="20577"/>
          <ac:spMkLst>
            <pc:docMk/>
            <pc:sldMk cId="0" sldId="274"/>
            <ac:spMk id="1105" creationId="{00000000-0000-0000-0000-000000000000}"/>
          </ac:spMkLst>
        </pc:spChg>
      </pc:sldChg>
      <pc:sldChg chg="del">
        <pc:chgData name="Debby Herring" userId="4135e1cc5c3e5ede" providerId="LiveId" clId="{E35DD208-5603-423D-8CC3-6444FFDBFEB9}" dt="2025-09-02T04:04:45.509" v="974" actId="2696"/>
        <pc:sldMkLst>
          <pc:docMk/>
          <pc:sldMk cId="0" sldId="275"/>
        </pc:sldMkLst>
      </pc:sldChg>
      <pc:sldChg chg="del">
        <pc:chgData name="Debby Herring" userId="4135e1cc5c3e5ede" providerId="LiveId" clId="{E35DD208-5603-423D-8CC3-6444FFDBFEB9}" dt="2025-09-02T04:04:53.886" v="975" actId="2696"/>
        <pc:sldMkLst>
          <pc:docMk/>
          <pc:sldMk cId="0" sldId="276"/>
        </pc:sldMkLst>
      </pc:sldChg>
      <pc:sldChg chg="del">
        <pc:chgData name="Debby Herring" userId="4135e1cc5c3e5ede" providerId="LiveId" clId="{E35DD208-5603-423D-8CC3-6444FFDBFEB9}" dt="2025-09-02T04:04:58.133" v="976" actId="2696"/>
        <pc:sldMkLst>
          <pc:docMk/>
          <pc:sldMk cId="0" sldId="277"/>
        </pc:sldMkLst>
      </pc:sldChg>
      <pc:sldChg chg="modSp mod">
        <pc:chgData name="Debby Herring" userId="4135e1cc5c3e5ede" providerId="LiveId" clId="{E35DD208-5603-423D-8CC3-6444FFDBFEB9}" dt="2025-09-02T04:34:52.445" v="1468" actId="20577"/>
        <pc:sldMkLst>
          <pc:docMk/>
          <pc:sldMk cId="0" sldId="278"/>
        </pc:sldMkLst>
        <pc:spChg chg="mod">
          <ac:chgData name="Debby Herring" userId="4135e1cc5c3e5ede" providerId="LiveId" clId="{E35DD208-5603-423D-8CC3-6444FFDBFEB9}" dt="2025-09-02T04:34:52.445" v="1468" actId="20577"/>
          <ac:spMkLst>
            <pc:docMk/>
            <pc:sldMk cId="0" sldId="278"/>
            <ac:spMk id="1334" creationId="{00000000-0000-0000-0000-000000000000}"/>
          </ac:spMkLst>
        </pc:spChg>
      </pc:sldChg>
      <pc:sldChg chg="modSp mod">
        <pc:chgData name="Debby Herring" userId="4135e1cc5c3e5ede" providerId="LiveId" clId="{E35DD208-5603-423D-8CC3-6444FFDBFEB9}" dt="2025-09-02T04:38:05.983" v="1644" actId="20577"/>
        <pc:sldMkLst>
          <pc:docMk/>
          <pc:sldMk cId="0" sldId="279"/>
        </pc:sldMkLst>
        <pc:spChg chg="mod">
          <ac:chgData name="Debby Herring" userId="4135e1cc5c3e5ede" providerId="LiveId" clId="{E35DD208-5603-423D-8CC3-6444FFDBFEB9}" dt="2025-09-02T04:38:05.983" v="1644" actId="20577"/>
          <ac:spMkLst>
            <pc:docMk/>
            <pc:sldMk cId="0" sldId="279"/>
            <ac:spMk id="1391" creationId="{00000000-0000-0000-0000-000000000000}"/>
          </ac:spMkLst>
        </pc:spChg>
      </pc:sldChg>
      <pc:sldChg chg="del">
        <pc:chgData name="Debby Herring" userId="4135e1cc5c3e5ede" providerId="LiveId" clId="{E35DD208-5603-423D-8CC3-6444FFDBFEB9}" dt="2025-09-02T04:38:23.036" v="1645" actId="2696"/>
        <pc:sldMkLst>
          <pc:docMk/>
          <pc:sldMk cId="0" sldId="280"/>
        </pc:sldMkLst>
      </pc:sldChg>
      <pc:sldChg chg="del">
        <pc:chgData name="Debby Herring" userId="4135e1cc5c3e5ede" providerId="LiveId" clId="{E35DD208-5603-423D-8CC3-6444FFDBFEB9}" dt="2025-09-02T04:38:29.345" v="1646" actId="2696"/>
        <pc:sldMkLst>
          <pc:docMk/>
          <pc:sldMk cId="0" sldId="281"/>
        </pc:sldMkLst>
      </pc:sldChg>
      <pc:sldChg chg="modSp mod">
        <pc:chgData name="Debby Herring" userId="4135e1cc5c3e5ede" providerId="LiveId" clId="{E35DD208-5603-423D-8CC3-6444FFDBFEB9}" dt="2025-09-02T04:40:34.349" v="1851" actId="20577"/>
        <pc:sldMkLst>
          <pc:docMk/>
          <pc:sldMk cId="0" sldId="282"/>
        </pc:sldMkLst>
        <pc:spChg chg="mod">
          <ac:chgData name="Debby Herring" userId="4135e1cc5c3e5ede" providerId="LiveId" clId="{E35DD208-5603-423D-8CC3-6444FFDBFEB9}" dt="2025-09-02T04:40:34.349" v="1851" actId="20577"/>
          <ac:spMkLst>
            <pc:docMk/>
            <pc:sldMk cId="0" sldId="282"/>
            <ac:spMk id="1566" creationId="{00000000-0000-0000-0000-000000000000}"/>
          </ac:spMkLst>
        </pc:spChg>
      </pc:sldChg>
      <pc:sldChg chg="del">
        <pc:chgData name="Debby Herring" userId="4135e1cc5c3e5ede" providerId="LiveId" clId="{E35DD208-5603-423D-8CC3-6444FFDBFEB9}" dt="2025-09-02T04:08:33.464" v="1126" actId="2696"/>
        <pc:sldMkLst>
          <pc:docMk/>
          <pc:sldMk cId="0" sldId="283"/>
        </pc:sldMkLst>
      </pc:sldChg>
      <pc:sldChg chg="modSp mod">
        <pc:chgData name="Debby Herring" userId="4135e1cc5c3e5ede" providerId="LiveId" clId="{E35DD208-5603-423D-8CC3-6444FFDBFEB9}" dt="2025-09-02T04:44:13.138" v="2421" actId="20577"/>
        <pc:sldMkLst>
          <pc:docMk/>
          <pc:sldMk cId="0" sldId="284"/>
        </pc:sldMkLst>
        <pc:spChg chg="mod">
          <ac:chgData name="Debby Herring" userId="4135e1cc5c3e5ede" providerId="LiveId" clId="{E35DD208-5603-423D-8CC3-6444FFDBFEB9}" dt="2025-09-02T04:44:13.138" v="2421" actId="20577"/>
          <ac:spMkLst>
            <pc:docMk/>
            <pc:sldMk cId="0" sldId="284"/>
            <ac:spMk id="1680" creationId="{00000000-0000-0000-0000-000000000000}"/>
          </ac:spMkLst>
        </pc:spChg>
      </pc:sldChg>
      <pc:sldChg chg="modSp del mod">
        <pc:chgData name="Debby Herring" userId="4135e1cc5c3e5ede" providerId="LiveId" clId="{E35DD208-5603-423D-8CC3-6444FFDBFEB9}" dt="2025-09-02T04:46:02.549" v="2428" actId="47"/>
        <pc:sldMkLst>
          <pc:docMk/>
          <pc:sldMk cId="0" sldId="285"/>
        </pc:sldMkLst>
        <pc:spChg chg="mod">
          <ac:chgData name="Debby Herring" userId="4135e1cc5c3e5ede" providerId="LiveId" clId="{E35DD208-5603-423D-8CC3-6444FFDBFEB9}" dt="2025-09-02T04:45:13.324" v="2425" actId="12"/>
          <ac:spMkLst>
            <pc:docMk/>
            <pc:sldMk cId="0" sldId="285"/>
            <ac:spMk id="1687" creationId="{00000000-0000-0000-0000-000000000000}"/>
          </ac:spMkLst>
        </pc:spChg>
        <pc:spChg chg="mod">
          <ac:chgData name="Debby Herring" userId="4135e1cc5c3e5ede" providerId="LiveId" clId="{E35DD208-5603-423D-8CC3-6444FFDBFEB9}" dt="2025-09-02T04:45:13.324" v="2425" actId="12"/>
          <ac:spMkLst>
            <pc:docMk/>
            <pc:sldMk cId="0" sldId="285"/>
            <ac:spMk id="1688" creationId="{00000000-0000-0000-0000-000000000000}"/>
          </ac:spMkLst>
        </pc:spChg>
        <pc:spChg chg="mod">
          <ac:chgData name="Debby Herring" userId="4135e1cc5c3e5ede" providerId="LiveId" clId="{E35DD208-5603-423D-8CC3-6444FFDBFEB9}" dt="2025-09-02T04:45:13.324" v="2425" actId="12"/>
          <ac:spMkLst>
            <pc:docMk/>
            <pc:sldMk cId="0" sldId="285"/>
            <ac:spMk id="1689" creationId="{00000000-0000-0000-0000-000000000000}"/>
          </ac:spMkLst>
        </pc:spChg>
        <pc:spChg chg="mod">
          <ac:chgData name="Debby Herring" userId="4135e1cc5c3e5ede" providerId="LiveId" clId="{E35DD208-5603-423D-8CC3-6444FFDBFEB9}" dt="2025-09-02T04:45:13.324" v="2425" actId="12"/>
          <ac:spMkLst>
            <pc:docMk/>
            <pc:sldMk cId="0" sldId="285"/>
            <ac:spMk id="1690" creationId="{00000000-0000-0000-0000-000000000000}"/>
          </ac:spMkLst>
        </pc:spChg>
        <pc:spChg chg="mod">
          <ac:chgData name="Debby Herring" userId="4135e1cc5c3e5ede" providerId="LiveId" clId="{E35DD208-5603-423D-8CC3-6444FFDBFEB9}" dt="2025-09-02T04:45:38.639" v="2427" actId="14100"/>
          <ac:spMkLst>
            <pc:docMk/>
            <pc:sldMk cId="0" sldId="285"/>
            <ac:spMk id="1729" creationId="{00000000-0000-0000-0000-000000000000}"/>
          </ac:spMkLst>
        </pc:spChg>
        <pc:spChg chg="mod">
          <ac:chgData name="Debby Herring" userId="4135e1cc5c3e5ede" providerId="LiveId" clId="{E35DD208-5603-423D-8CC3-6444FFDBFEB9}" dt="2025-09-02T04:44:33.939" v="2423" actId="20577"/>
          <ac:spMkLst>
            <pc:docMk/>
            <pc:sldMk cId="0" sldId="285"/>
            <ac:spMk id="1737" creationId="{00000000-0000-0000-0000-000000000000}"/>
          </ac:spMkLst>
        </pc:spChg>
        <pc:grpChg chg="mod">
          <ac:chgData name="Debby Herring" userId="4135e1cc5c3e5ede" providerId="LiveId" clId="{E35DD208-5603-423D-8CC3-6444FFDBFEB9}" dt="2025-09-02T04:45:17.009" v="2426" actId="14100"/>
          <ac:grpSpMkLst>
            <pc:docMk/>
            <pc:sldMk cId="0" sldId="285"/>
            <ac:grpSpMk id="1692" creationId="{00000000-0000-0000-0000-000000000000}"/>
          </ac:grpSpMkLst>
        </pc:grpChg>
      </pc:sldChg>
      <pc:sldChg chg="delSp modSp mod">
        <pc:chgData name="Debby Herring" userId="4135e1cc5c3e5ede" providerId="LiveId" clId="{E35DD208-5603-423D-8CC3-6444FFDBFEB9}" dt="2025-09-02T04:49:23.825" v="2989" actId="20577"/>
        <pc:sldMkLst>
          <pc:docMk/>
          <pc:sldMk cId="0" sldId="286"/>
        </pc:sldMkLst>
        <pc:spChg chg="mod">
          <ac:chgData name="Debby Herring" userId="4135e1cc5c3e5ede" providerId="LiveId" clId="{E35DD208-5603-423D-8CC3-6444FFDBFEB9}" dt="2025-09-02T04:47:07.290" v="2562" actId="20577"/>
          <ac:spMkLst>
            <pc:docMk/>
            <pc:sldMk cId="0" sldId="286"/>
            <ac:spMk id="1748" creationId="{00000000-0000-0000-0000-000000000000}"/>
          </ac:spMkLst>
        </pc:spChg>
        <pc:spChg chg="mod">
          <ac:chgData name="Debby Herring" userId="4135e1cc5c3e5ede" providerId="LiveId" clId="{E35DD208-5603-423D-8CC3-6444FFDBFEB9}" dt="2025-09-02T04:49:23.825" v="2989" actId="20577"/>
          <ac:spMkLst>
            <pc:docMk/>
            <pc:sldMk cId="0" sldId="286"/>
            <ac:spMk id="1794" creationId="{00000000-0000-0000-0000-000000000000}"/>
          </ac:spMkLst>
        </pc:spChg>
        <pc:picChg chg="del mod">
          <ac:chgData name="Debby Herring" userId="4135e1cc5c3e5ede" providerId="LiveId" clId="{E35DD208-5603-423D-8CC3-6444FFDBFEB9}" dt="2025-09-02T04:44:55.769" v="2424" actId="478"/>
          <ac:picMkLst>
            <pc:docMk/>
            <pc:sldMk cId="0" sldId="286"/>
            <ac:picMk id="1795" creationId="{00000000-0000-0000-0000-000000000000}"/>
          </ac:picMkLst>
        </pc:picChg>
      </pc:sldChg>
      <pc:sldChg chg="del">
        <pc:chgData name="Debby Herring" userId="4135e1cc5c3e5ede" providerId="LiveId" clId="{E35DD208-5603-423D-8CC3-6444FFDBFEB9}" dt="2025-09-02T04:49:33.410" v="2990" actId="47"/>
        <pc:sldMkLst>
          <pc:docMk/>
          <pc:sldMk cId="0" sldId="287"/>
        </pc:sldMkLst>
      </pc:sldChg>
      <pc:sldChg chg="del">
        <pc:chgData name="Debby Herring" userId="4135e1cc5c3e5ede" providerId="LiveId" clId="{E35DD208-5603-423D-8CC3-6444FFDBFEB9}" dt="2025-09-02T04:49:39.089" v="2991" actId="47"/>
        <pc:sldMkLst>
          <pc:docMk/>
          <pc:sldMk cId="0" sldId="288"/>
        </pc:sldMkLst>
      </pc:sldChg>
      <pc:sldChg chg="del">
        <pc:chgData name="Debby Herring" userId="4135e1cc5c3e5ede" providerId="LiveId" clId="{E35DD208-5603-423D-8CC3-6444FFDBFEB9}" dt="2025-09-02T04:49:41.265" v="2992" actId="47"/>
        <pc:sldMkLst>
          <pc:docMk/>
          <pc:sldMk cId="0" sldId="289"/>
        </pc:sldMkLst>
      </pc:sldChg>
      <pc:sldChg chg="del">
        <pc:chgData name="Debby Herring" userId="4135e1cc5c3e5ede" providerId="LiveId" clId="{E35DD208-5603-423D-8CC3-6444FFDBFEB9}" dt="2025-09-02T04:49:42.718" v="2993" actId="47"/>
        <pc:sldMkLst>
          <pc:docMk/>
          <pc:sldMk cId="0" sldId="290"/>
        </pc:sldMkLst>
      </pc:sldChg>
      <pc:sldChg chg="del">
        <pc:chgData name="Debby Herring" userId="4135e1cc5c3e5ede" providerId="LiveId" clId="{E35DD208-5603-423D-8CC3-6444FFDBFEB9}" dt="2025-09-02T04:49:43.977" v="2994" actId="47"/>
        <pc:sldMkLst>
          <pc:docMk/>
          <pc:sldMk cId="0" sldId="291"/>
        </pc:sldMkLst>
      </pc:sldChg>
      <pc:sldChg chg="del">
        <pc:chgData name="Debby Herring" userId="4135e1cc5c3e5ede" providerId="LiveId" clId="{E35DD208-5603-423D-8CC3-6444FFDBFEB9}" dt="2025-09-02T04:49:57.802" v="2995" actId="47"/>
        <pc:sldMkLst>
          <pc:docMk/>
          <pc:sldMk cId="0" sldId="292"/>
        </pc:sldMkLst>
      </pc:sldChg>
      <pc:sldChg chg="del">
        <pc:chgData name="Debby Herring" userId="4135e1cc5c3e5ede" providerId="LiveId" clId="{E35DD208-5603-423D-8CC3-6444FFDBFEB9}" dt="2025-09-02T04:49:59.785" v="2996" actId="47"/>
        <pc:sldMkLst>
          <pc:docMk/>
          <pc:sldMk cId="0" sldId="293"/>
        </pc:sldMkLst>
      </pc:sldChg>
      <pc:sldChg chg="del">
        <pc:chgData name="Debby Herring" userId="4135e1cc5c3e5ede" providerId="LiveId" clId="{E35DD208-5603-423D-8CC3-6444FFDBFEB9}" dt="2025-09-02T04:50:01.142" v="2997" actId="47"/>
        <pc:sldMkLst>
          <pc:docMk/>
          <pc:sldMk cId="0" sldId="294"/>
        </pc:sldMkLst>
      </pc:sldChg>
      <pc:sldChg chg="del">
        <pc:chgData name="Debby Herring" userId="4135e1cc5c3e5ede" providerId="LiveId" clId="{E35DD208-5603-423D-8CC3-6444FFDBFEB9}" dt="2025-09-02T04:50:07.902" v="2998" actId="47"/>
        <pc:sldMkLst>
          <pc:docMk/>
          <pc:sldMk cId="0" sldId="295"/>
        </pc:sldMkLst>
      </pc:sldChg>
      <pc:sldChg chg="modSp add del mod">
        <pc:chgData name="Debby Herring" userId="4135e1cc5c3e5ede" providerId="LiveId" clId="{E35DD208-5603-423D-8CC3-6444FFDBFEB9}" dt="2025-09-02T04:50:28.659" v="3007" actId="20577"/>
        <pc:sldMkLst>
          <pc:docMk/>
          <pc:sldMk cId="0" sldId="296"/>
        </pc:sldMkLst>
        <pc:spChg chg="mod">
          <ac:chgData name="Debby Herring" userId="4135e1cc5c3e5ede" providerId="LiveId" clId="{E35DD208-5603-423D-8CC3-6444FFDBFEB9}" dt="2025-09-02T04:50:28.659" v="3007" actId="20577"/>
          <ac:spMkLst>
            <pc:docMk/>
            <pc:sldMk cId="0" sldId="296"/>
            <ac:spMk id="2367" creationId="{00000000-0000-0000-0000-000000000000}"/>
          </ac:spMkLst>
        </pc:spChg>
      </pc:sldChg>
      <pc:sldChg chg="delSp modSp mod">
        <pc:chgData name="Debby Herring" userId="4135e1cc5c3e5ede" providerId="LiveId" clId="{E35DD208-5603-423D-8CC3-6444FFDBFEB9}" dt="2025-09-02T04:52:05.151" v="3207" actId="478"/>
        <pc:sldMkLst>
          <pc:docMk/>
          <pc:sldMk cId="0" sldId="297"/>
        </pc:sldMkLst>
        <pc:spChg chg="mod">
          <ac:chgData name="Debby Herring" userId="4135e1cc5c3e5ede" providerId="LiveId" clId="{E35DD208-5603-423D-8CC3-6444FFDBFEB9}" dt="2025-09-02T04:50:55.047" v="3012" actId="20577"/>
          <ac:spMkLst>
            <pc:docMk/>
            <pc:sldMk cId="0" sldId="297"/>
            <ac:spMk id="2424" creationId="{00000000-0000-0000-0000-000000000000}"/>
          </ac:spMkLst>
        </pc:spChg>
        <pc:spChg chg="mod">
          <ac:chgData name="Debby Herring" userId="4135e1cc5c3e5ede" providerId="LiveId" clId="{E35DD208-5603-423D-8CC3-6444FFDBFEB9}" dt="2025-09-02T04:51:57.202" v="3206" actId="20577"/>
          <ac:spMkLst>
            <pc:docMk/>
            <pc:sldMk cId="0" sldId="297"/>
            <ac:spMk id="2425" creationId="{00000000-0000-0000-0000-000000000000}"/>
          </ac:spMkLst>
        </pc:spChg>
        <pc:picChg chg="del">
          <ac:chgData name="Debby Herring" userId="4135e1cc5c3e5ede" providerId="LiveId" clId="{E35DD208-5603-423D-8CC3-6444FFDBFEB9}" dt="2025-09-02T04:52:05.151" v="3207" actId="478"/>
          <ac:picMkLst>
            <pc:docMk/>
            <pc:sldMk cId="0" sldId="297"/>
            <ac:picMk id="2426" creationId="{00000000-0000-0000-0000-000000000000}"/>
          </ac:picMkLst>
        </pc:picChg>
      </pc:sldChg>
      <pc:sldChg chg="del">
        <pc:chgData name="Debby Herring" userId="4135e1cc5c3e5ede" providerId="LiveId" clId="{E35DD208-5603-423D-8CC3-6444FFDBFEB9}" dt="2025-09-02T04:52:17.647" v="3208" actId="47"/>
        <pc:sldMkLst>
          <pc:docMk/>
          <pc:sldMk cId="0" sldId="298"/>
        </pc:sldMkLst>
      </pc:sldChg>
      <pc:sldChg chg="del">
        <pc:chgData name="Debby Herring" userId="4135e1cc5c3e5ede" providerId="LiveId" clId="{E35DD208-5603-423D-8CC3-6444FFDBFEB9}" dt="2025-09-02T04:52:20.440" v="3209" actId="47"/>
        <pc:sldMkLst>
          <pc:docMk/>
          <pc:sldMk cId="0" sldId="299"/>
        </pc:sldMkLst>
      </pc:sldChg>
      <pc:sldChg chg="del">
        <pc:chgData name="Debby Herring" userId="4135e1cc5c3e5ede" providerId="LiveId" clId="{E35DD208-5603-423D-8CC3-6444FFDBFEB9}" dt="2025-09-02T04:52:24.861" v="3210" actId="47"/>
        <pc:sldMkLst>
          <pc:docMk/>
          <pc:sldMk cId="0" sldId="300"/>
        </pc:sldMkLst>
      </pc:sldChg>
      <pc:sldChg chg="del">
        <pc:chgData name="Debby Herring" userId="4135e1cc5c3e5ede" providerId="LiveId" clId="{E35DD208-5603-423D-8CC3-6444FFDBFEB9}" dt="2025-09-02T04:52:27.370" v="3211" actId="47"/>
        <pc:sldMkLst>
          <pc:docMk/>
          <pc:sldMk cId="0" sldId="301"/>
        </pc:sldMkLst>
      </pc:sldChg>
      <pc:sldChg chg="del">
        <pc:chgData name="Debby Herring" userId="4135e1cc5c3e5ede" providerId="LiveId" clId="{E35DD208-5603-423D-8CC3-6444FFDBFEB9}" dt="2025-09-02T04:52:29.809" v="3212" actId="47"/>
        <pc:sldMkLst>
          <pc:docMk/>
          <pc:sldMk cId="0" sldId="302"/>
        </pc:sldMkLst>
      </pc:sldChg>
      <pc:sldChg chg="del">
        <pc:chgData name="Debby Herring" userId="4135e1cc5c3e5ede" providerId="LiveId" clId="{E35DD208-5603-423D-8CC3-6444FFDBFEB9}" dt="2025-09-02T04:52:31.672" v="3213" actId="47"/>
        <pc:sldMkLst>
          <pc:docMk/>
          <pc:sldMk cId="0" sldId="303"/>
        </pc:sldMkLst>
      </pc:sldChg>
      <pc:sldChg chg="del">
        <pc:chgData name="Debby Herring" userId="4135e1cc5c3e5ede" providerId="LiveId" clId="{E35DD208-5603-423D-8CC3-6444FFDBFEB9}" dt="2025-09-02T04:52:32.924" v="3214" actId="47"/>
        <pc:sldMkLst>
          <pc:docMk/>
          <pc:sldMk cId="0" sldId="304"/>
        </pc:sldMkLst>
      </pc:sldChg>
      <pc:sldChg chg="del">
        <pc:chgData name="Debby Herring" userId="4135e1cc5c3e5ede" providerId="LiveId" clId="{E35DD208-5603-423D-8CC3-6444FFDBFEB9}" dt="2025-09-02T04:52:34.158" v="3215" actId="47"/>
        <pc:sldMkLst>
          <pc:docMk/>
          <pc:sldMk cId="0" sldId="305"/>
        </pc:sldMkLst>
      </pc:sldChg>
      <pc:sldChg chg="del">
        <pc:chgData name="Debby Herring" userId="4135e1cc5c3e5ede" providerId="LiveId" clId="{E35DD208-5603-423D-8CC3-6444FFDBFEB9}" dt="2025-09-02T04:52:35.814" v="3216" actId="47"/>
        <pc:sldMkLst>
          <pc:docMk/>
          <pc:sldMk cId="0" sldId="306"/>
        </pc:sldMkLst>
      </pc:sldChg>
      <pc:sldChg chg="del">
        <pc:chgData name="Debby Herring" userId="4135e1cc5c3e5ede" providerId="LiveId" clId="{E35DD208-5603-423D-8CC3-6444FFDBFEB9}" dt="2025-09-02T04:52:36.767" v="3217" actId="47"/>
        <pc:sldMkLst>
          <pc:docMk/>
          <pc:sldMk cId="0" sldId="307"/>
        </pc:sldMkLst>
      </pc:sldChg>
      <pc:sldChg chg="del">
        <pc:chgData name="Debby Herring" userId="4135e1cc5c3e5ede" providerId="LiveId" clId="{E35DD208-5603-423D-8CC3-6444FFDBFEB9}" dt="2025-09-02T04:52:37.670" v="3218" actId="47"/>
        <pc:sldMkLst>
          <pc:docMk/>
          <pc:sldMk cId="0" sldId="308"/>
        </pc:sldMkLst>
      </pc:sldChg>
      <pc:sldChg chg="del">
        <pc:chgData name="Debby Herring" userId="4135e1cc5c3e5ede" providerId="LiveId" clId="{E35DD208-5603-423D-8CC3-6444FFDBFEB9}" dt="2025-09-02T04:52:39.144" v="3219" actId="47"/>
        <pc:sldMkLst>
          <pc:docMk/>
          <pc:sldMk cId="0" sldId="309"/>
        </pc:sldMkLst>
      </pc:sldChg>
      <pc:sldChg chg="del">
        <pc:chgData name="Debby Herring" userId="4135e1cc5c3e5ede" providerId="LiveId" clId="{E35DD208-5603-423D-8CC3-6444FFDBFEB9}" dt="2025-09-02T04:52:40.170" v="3220" actId="47"/>
        <pc:sldMkLst>
          <pc:docMk/>
          <pc:sldMk cId="0" sldId="310"/>
        </pc:sldMkLst>
      </pc:sldChg>
      <pc:sldChg chg="del">
        <pc:chgData name="Debby Herring" userId="4135e1cc5c3e5ede" providerId="LiveId" clId="{E35DD208-5603-423D-8CC3-6444FFDBFEB9}" dt="2025-09-02T04:52:41.117" v="3221" actId="47"/>
        <pc:sldMkLst>
          <pc:docMk/>
          <pc:sldMk cId="0" sldId="311"/>
        </pc:sldMkLst>
      </pc:sldChg>
      <pc:sldChg chg="del">
        <pc:chgData name="Debby Herring" userId="4135e1cc5c3e5ede" providerId="LiveId" clId="{E35DD208-5603-423D-8CC3-6444FFDBFEB9}" dt="2025-09-02T04:52:44.376" v="3222" actId="47"/>
        <pc:sldMkLst>
          <pc:docMk/>
          <pc:sldMk cId="0" sldId="312"/>
        </pc:sldMkLst>
      </pc:sldChg>
      <pc:sldChg chg="del">
        <pc:chgData name="Debby Herring" userId="4135e1cc5c3e5ede" providerId="LiveId" clId="{E35DD208-5603-423D-8CC3-6444FFDBFEB9}" dt="2025-09-02T04:52:49.155" v="3223" actId="47"/>
        <pc:sldMkLst>
          <pc:docMk/>
          <pc:sldMk cId="0" sldId="313"/>
        </pc:sldMkLst>
      </pc:sldChg>
      <pc:sldChg chg="del">
        <pc:chgData name="Debby Herring" userId="4135e1cc5c3e5ede" providerId="LiveId" clId="{E35DD208-5603-423D-8CC3-6444FFDBFEB9}" dt="2025-09-02T04:52:53.403" v="3224" actId="47"/>
        <pc:sldMkLst>
          <pc:docMk/>
          <pc:sldMk cId="0" sldId="314"/>
        </pc:sldMkLst>
      </pc:sldChg>
      <pc:sldChg chg="modSp mod">
        <pc:chgData name="Debby Herring" userId="4135e1cc5c3e5ede" providerId="LiveId" clId="{E35DD208-5603-423D-8CC3-6444FFDBFEB9}" dt="2025-09-02T04:53:30.266" v="3234" actId="20577"/>
        <pc:sldMkLst>
          <pc:docMk/>
          <pc:sldMk cId="0" sldId="316"/>
        </pc:sldMkLst>
        <pc:spChg chg="mod">
          <ac:chgData name="Debby Herring" userId="4135e1cc5c3e5ede" providerId="LiveId" clId="{E35DD208-5603-423D-8CC3-6444FFDBFEB9}" dt="2025-09-02T04:53:30.266" v="3234" actId="20577"/>
          <ac:spMkLst>
            <pc:docMk/>
            <pc:sldMk cId="0" sldId="316"/>
            <ac:spMk id="3518" creationId="{00000000-0000-0000-0000-000000000000}"/>
          </ac:spMkLst>
        </pc:spChg>
        <pc:spChg chg="mod">
          <ac:chgData name="Debby Herring" userId="4135e1cc5c3e5ede" providerId="LiveId" clId="{E35DD208-5603-423D-8CC3-6444FFDBFEB9}" dt="2025-09-02T04:53:22.174" v="3227" actId="20577"/>
          <ac:spMkLst>
            <pc:docMk/>
            <pc:sldMk cId="0" sldId="316"/>
            <ac:spMk id="3520" creationId="{00000000-0000-0000-0000-000000000000}"/>
          </ac:spMkLst>
        </pc:spChg>
      </pc:sldChg>
      <pc:sldChg chg="modSp mod">
        <pc:chgData name="Debby Herring" userId="4135e1cc5c3e5ede" providerId="LiveId" clId="{E35DD208-5603-423D-8CC3-6444FFDBFEB9}" dt="2025-09-02T04:53:57.113" v="3248" actId="20577"/>
        <pc:sldMkLst>
          <pc:docMk/>
          <pc:sldMk cId="0" sldId="317"/>
        </pc:sldMkLst>
        <pc:spChg chg="mod">
          <ac:chgData name="Debby Herring" userId="4135e1cc5c3e5ede" providerId="LiveId" clId="{E35DD208-5603-423D-8CC3-6444FFDBFEB9}" dt="2025-09-02T04:53:57.113" v="3248" actId="20577"/>
          <ac:spMkLst>
            <pc:docMk/>
            <pc:sldMk cId="0" sldId="317"/>
            <ac:spMk id="3577" creationId="{00000000-0000-0000-0000-000000000000}"/>
          </ac:spMkLst>
        </pc:spChg>
        <pc:spChg chg="mod">
          <ac:chgData name="Debby Herring" userId="4135e1cc5c3e5ede" providerId="LiveId" clId="{E35DD208-5603-423D-8CC3-6444FFDBFEB9}" dt="2025-09-02T04:53:47.809" v="3235" actId="20577"/>
          <ac:spMkLst>
            <pc:docMk/>
            <pc:sldMk cId="0" sldId="317"/>
            <ac:spMk id="3579" creationId="{00000000-0000-0000-0000-000000000000}"/>
          </ac:spMkLst>
        </pc:spChg>
      </pc:sldChg>
      <pc:sldChg chg="del">
        <pc:chgData name="Debby Herring" userId="4135e1cc5c3e5ede" providerId="LiveId" clId="{E35DD208-5603-423D-8CC3-6444FFDBFEB9}" dt="2025-09-02T04:54:12.600" v="3249" actId="47"/>
        <pc:sldMkLst>
          <pc:docMk/>
          <pc:sldMk cId="0" sldId="318"/>
        </pc:sldMkLst>
      </pc:sldChg>
      <pc:sldChg chg="del">
        <pc:chgData name="Debby Herring" userId="4135e1cc5c3e5ede" providerId="LiveId" clId="{E35DD208-5603-423D-8CC3-6444FFDBFEB9}" dt="2025-09-02T04:54:19.416" v="3250" actId="47"/>
        <pc:sldMkLst>
          <pc:docMk/>
          <pc:sldMk cId="0" sldId="319"/>
        </pc:sldMkLst>
      </pc:sldChg>
      <pc:sldChg chg="modSp mod">
        <pc:chgData name="Debby Herring" userId="4135e1cc5c3e5ede" providerId="LiveId" clId="{E35DD208-5603-423D-8CC3-6444FFDBFEB9}" dt="2025-09-02T04:54:57.311" v="3259" actId="20577"/>
        <pc:sldMkLst>
          <pc:docMk/>
          <pc:sldMk cId="0" sldId="321"/>
        </pc:sldMkLst>
        <pc:spChg chg="mod">
          <ac:chgData name="Debby Herring" userId="4135e1cc5c3e5ede" providerId="LiveId" clId="{E35DD208-5603-423D-8CC3-6444FFDBFEB9}" dt="2025-09-02T04:54:57.311" v="3259" actId="20577"/>
          <ac:spMkLst>
            <pc:docMk/>
            <pc:sldMk cId="0" sldId="321"/>
            <ac:spMk id="3812" creationId="{00000000-0000-0000-0000-000000000000}"/>
          </ac:spMkLst>
        </pc:spChg>
        <pc:spChg chg="mod">
          <ac:chgData name="Debby Herring" userId="4135e1cc5c3e5ede" providerId="LiveId" clId="{E35DD208-5603-423D-8CC3-6444FFDBFEB9}" dt="2025-09-02T04:54:40.597" v="3258" actId="20577"/>
          <ac:spMkLst>
            <pc:docMk/>
            <pc:sldMk cId="0" sldId="321"/>
            <ac:spMk id="3813" creationId="{00000000-0000-0000-0000-000000000000}"/>
          </ac:spMkLst>
        </pc:spChg>
      </pc:sldChg>
      <pc:sldChg chg="modSp mod">
        <pc:chgData name="Debby Herring" userId="4135e1cc5c3e5ede" providerId="LiveId" clId="{E35DD208-5603-423D-8CC3-6444FFDBFEB9}" dt="2025-09-02T04:55:51.915" v="3284" actId="20577"/>
        <pc:sldMkLst>
          <pc:docMk/>
          <pc:sldMk cId="0" sldId="322"/>
        </pc:sldMkLst>
        <pc:spChg chg="mod">
          <ac:chgData name="Debby Herring" userId="4135e1cc5c3e5ede" providerId="LiveId" clId="{E35DD208-5603-423D-8CC3-6444FFDBFEB9}" dt="2025-09-02T04:55:24.135" v="3261" actId="1076"/>
          <ac:spMkLst>
            <pc:docMk/>
            <pc:sldMk cId="0" sldId="322"/>
            <ac:spMk id="3825" creationId="{00000000-0000-0000-0000-000000000000}"/>
          </ac:spMkLst>
        </pc:spChg>
        <pc:spChg chg="mod">
          <ac:chgData name="Debby Herring" userId="4135e1cc5c3e5ede" providerId="LiveId" clId="{E35DD208-5603-423D-8CC3-6444FFDBFEB9}" dt="2025-09-02T04:55:51.915" v="3284" actId="20577"/>
          <ac:spMkLst>
            <pc:docMk/>
            <pc:sldMk cId="0" sldId="322"/>
            <ac:spMk id="3871" creationId="{00000000-0000-0000-0000-000000000000}"/>
          </ac:spMkLst>
        </pc:spChg>
      </pc:sldChg>
      <pc:sldChg chg="modSp mod">
        <pc:chgData name="Debby Herring" userId="4135e1cc5c3e5ede" providerId="LiveId" clId="{E35DD208-5603-423D-8CC3-6444FFDBFEB9}" dt="2025-09-02T04:56:07.354" v="3285" actId="20577"/>
        <pc:sldMkLst>
          <pc:docMk/>
          <pc:sldMk cId="0" sldId="323"/>
        </pc:sldMkLst>
        <pc:spChg chg="mod">
          <ac:chgData name="Debby Herring" userId="4135e1cc5c3e5ede" providerId="LiveId" clId="{E35DD208-5603-423D-8CC3-6444FFDBFEB9}" dt="2025-09-02T04:56:07.354" v="3285" actId="20577"/>
          <ac:spMkLst>
            <pc:docMk/>
            <pc:sldMk cId="0" sldId="323"/>
            <ac:spMk id="3930" creationId="{00000000-0000-0000-0000-000000000000}"/>
          </ac:spMkLst>
        </pc:spChg>
      </pc:sldChg>
      <pc:sldChg chg="modSp mod">
        <pc:chgData name="Debby Herring" userId="4135e1cc5c3e5ede" providerId="LiveId" clId="{E35DD208-5603-423D-8CC3-6444FFDBFEB9}" dt="2025-09-02T04:56:45.884" v="3293" actId="20577"/>
        <pc:sldMkLst>
          <pc:docMk/>
          <pc:sldMk cId="0" sldId="324"/>
        </pc:sldMkLst>
        <pc:spChg chg="mod">
          <ac:chgData name="Debby Herring" userId="4135e1cc5c3e5ede" providerId="LiveId" clId="{E35DD208-5603-423D-8CC3-6444FFDBFEB9}" dt="2025-09-02T04:56:45.884" v="3293" actId="20577"/>
          <ac:spMkLst>
            <pc:docMk/>
            <pc:sldMk cId="0" sldId="324"/>
            <ac:spMk id="3945" creationId="{00000000-0000-0000-0000-000000000000}"/>
          </ac:spMkLst>
        </pc:spChg>
      </pc:sldChg>
      <pc:sldChg chg="modSp mod">
        <pc:chgData name="Debby Herring" userId="4135e1cc5c3e5ede" providerId="LiveId" clId="{E35DD208-5603-423D-8CC3-6444FFDBFEB9}" dt="2025-09-02T04:57:20.555" v="3295" actId="1076"/>
        <pc:sldMkLst>
          <pc:docMk/>
          <pc:sldMk cId="0" sldId="325"/>
        </pc:sldMkLst>
        <pc:spChg chg="mod">
          <ac:chgData name="Debby Herring" userId="4135e1cc5c3e5ede" providerId="LiveId" clId="{E35DD208-5603-423D-8CC3-6444FFDBFEB9}" dt="2025-09-02T04:57:15.533" v="3294" actId="20577"/>
          <ac:spMkLst>
            <pc:docMk/>
            <pc:sldMk cId="0" sldId="325"/>
            <ac:spMk id="3958" creationId="{00000000-0000-0000-0000-000000000000}"/>
          </ac:spMkLst>
        </pc:spChg>
        <pc:picChg chg="mod">
          <ac:chgData name="Debby Herring" userId="4135e1cc5c3e5ede" providerId="LiveId" clId="{E35DD208-5603-423D-8CC3-6444FFDBFEB9}" dt="2025-09-02T04:57:20.555" v="3295" actId="1076"/>
          <ac:picMkLst>
            <pc:docMk/>
            <pc:sldMk cId="0" sldId="325"/>
            <ac:picMk id="3959" creationId="{00000000-0000-0000-0000-000000000000}"/>
          </ac:picMkLst>
        </pc:picChg>
      </pc:sldChg>
      <pc:sldChg chg="modSp mod">
        <pc:chgData name="Debby Herring" userId="4135e1cc5c3e5ede" providerId="LiveId" clId="{E35DD208-5603-423D-8CC3-6444FFDBFEB9}" dt="2025-09-02T04:57:49.513" v="3309" actId="20577"/>
        <pc:sldMkLst>
          <pc:docMk/>
          <pc:sldMk cId="0" sldId="326"/>
        </pc:sldMkLst>
        <pc:spChg chg="mod">
          <ac:chgData name="Debby Herring" userId="4135e1cc5c3e5ede" providerId="LiveId" clId="{E35DD208-5603-423D-8CC3-6444FFDBFEB9}" dt="2025-09-02T04:57:49.513" v="3309" actId="20577"/>
          <ac:spMkLst>
            <pc:docMk/>
            <pc:sldMk cId="0" sldId="326"/>
            <ac:spMk id="4017" creationId="{00000000-0000-0000-0000-000000000000}"/>
          </ac:spMkLst>
        </pc:spChg>
      </pc:sldChg>
      <pc:sldChg chg="modSp mod">
        <pc:chgData name="Debby Herring" userId="4135e1cc5c3e5ede" providerId="LiveId" clId="{E35DD208-5603-423D-8CC3-6444FFDBFEB9}" dt="2025-09-02T04:58:39.144" v="3313" actId="20577"/>
        <pc:sldMkLst>
          <pc:docMk/>
          <pc:sldMk cId="0" sldId="330"/>
        </pc:sldMkLst>
        <pc:spChg chg="mod">
          <ac:chgData name="Debby Herring" userId="4135e1cc5c3e5ede" providerId="LiveId" clId="{E35DD208-5603-423D-8CC3-6444FFDBFEB9}" dt="2025-09-02T04:58:39.144" v="3313" actId="20577"/>
          <ac:spMkLst>
            <pc:docMk/>
            <pc:sldMk cId="0" sldId="330"/>
            <ac:spMk id="4253" creationId="{00000000-0000-0000-0000-000000000000}"/>
          </ac:spMkLst>
        </pc:spChg>
      </pc:sldChg>
      <pc:sldChg chg="modSp mod">
        <pc:chgData name="Debby Herring" userId="4135e1cc5c3e5ede" providerId="LiveId" clId="{E35DD208-5603-423D-8CC3-6444FFDBFEB9}" dt="2025-09-02T04:59:22.754" v="3333" actId="20577"/>
        <pc:sldMkLst>
          <pc:docMk/>
          <pc:sldMk cId="0" sldId="332"/>
        </pc:sldMkLst>
        <pc:spChg chg="mod">
          <ac:chgData name="Debby Herring" userId="4135e1cc5c3e5ede" providerId="LiveId" clId="{E35DD208-5603-423D-8CC3-6444FFDBFEB9}" dt="2025-09-02T04:59:22.754" v="3333" actId="20577"/>
          <ac:spMkLst>
            <pc:docMk/>
            <pc:sldMk cId="0" sldId="332"/>
            <ac:spMk id="4371" creationId="{00000000-0000-0000-0000-000000000000}"/>
          </ac:spMkLst>
        </pc:spChg>
      </pc:sldChg>
      <pc:sldChg chg="del">
        <pc:chgData name="Debby Herring" userId="4135e1cc5c3e5ede" providerId="LiveId" clId="{E35DD208-5603-423D-8CC3-6444FFDBFEB9}" dt="2025-09-02T04:59:42.227" v="3334" actId="47"/>
        <pc:sldMkLst>
          <pc:docMk/>
          <pc:sldMk cId="0" sldId="333"/>
        </pc:sldMkLst>
      </pc:sldChg>
      <pc:sldChg chg="delSp del mod">
        <pc:chgData name="Debby Herring" userId="4135e1cc5c3e5ede" providerId="LiveId" clId="{E35DD208-5603-423D-8CC3-6444FFDBFEB9}" dt="2025-09-02T04:59:49.063" v="3336" actId="47"/>
        <pc:sldMkLst>
          <pc:docMk/>
          <pc:sldMk cId="0" sldId="334"/>
        </pc:sldMkLst>
        <pc:spChg chg="del">
          <ac:chgData name="Debby Herring" userId="4135e1cc5c3e5ede" providerId="LiveId" clId="{E35DD208-5603-423D-8CC3-6444FFDBFEB9}" dt="2025-09-02T04:59:44.611" v="3335" actId="478"/>
          <ac:spMkLst>
            <pc:docMk/>
            <pc:sldMk cId="0" sldId="334"/>
            <ac:spMk id="4443" creationId="{00000000-0000-0000-0000-000000000000}"/>
          </ac:spMkLst>
        </pc:spChg>
      </pc:sldChg>
      <pc:sldChg chg="modSp mod">
        <pc:chgData name="Debby Herring" userId="4135e1cc5c3e5ede" providerId="LiveId" clId="{E35DD208-5603-423D-8CC3-6444FFDBFEB9}" dt="2025-09-02T05:00:14.146" v="3339" actId="14100"/>
        <pc:sldMkLst>
          <pc:docMk/>
          <pc:sldMk cId="0" sldId="335"/>
        </pc:sldMkLst>
        <pc:spChg chg="mod">
          <ac:chgData name="Debby Herring" userId="4135e1cc5c3e5ede" providerId="LiveId" clId="{E35DD208-5603-423D-8CC3-6444FFDBFEB9}" dt="2025-09-02T05:00:06.587" v="3338" actId="20577"/>
          <ac:spMkLst>
            <pc:docMk/>
            <pc:sldMk cId="0" sldId="335"/>
            <ac:spMk id="4547" creationId="{00000000-0000-0000-0000-000000000000}"/>
          </ac:spMkLst>
        </pc:spChg>
        <pc:grpChg chg="mod">
          <ac:chgData name="Debby Herring" userId="4135e1cc5c3e5ede" providerId="LiveId" clId="{E35DD208-5603-423D-8CC3-6444FFDBFEB9}" dt="2025-09-02T05:00:14.146" v="3339" actId="14100"/>
          <ac:grpSpMkLst>
            <pc:docMk/>
            <pc:sldMk cId="0" sldId="335"/>
            <ac:grpSpMk id="4496" creationId="{00000000-0000-0000-0000-000000000000}"/>
          </ac:grpSpMkLst>
        </pc:grpChg>
      </pc:sldChg>
      <pc:sldChg chg="modSp mod">
        <pc:chgData name="Debby Herring" userId="4135e1cc5c3e5ede" providerId="LiveId" clId="{E35DD208-5603-423D-8CC3-6444FFDBFEB9}" dt="2025-09-02T05:00:45.114" v="3366" actId="20577"/>
        <pc:sldMkLst>
          <pc:docMk/>
          <pc:sldMk cId="0" sldId="336"/>
        </pc:sldMkLst>
        <pc:spChg chg="mod">
          <ac:chgData name="Debby Herring" userId="4135e1cc5c3e5ede" providerId="LiveId" clId="{E35DD208-5603-423D-8CC3-6444FFDBFEB9}" dt="2025-09-02T05:00:45.114" v="3366" actId="20577"/>
          <ac:spMkLst>
            <pc:docMk/>
            <pc:sldMk cId="0" sldId="336"/>
            <ac:spMk id="4604" creationId="{00000000-0000-0000-0000-000000000000}"/>
          </ac:spMkLst>
        </pc:spChg>
      </pc:sldChg>
      <pc:sldChg chg="modSp mod">
        <pc:chgData name="Debby Herring" userId="4135e1cc5c3e5ede" providerId="LiveId" clId="{E35DD208-5603-423D-8CC3-6444FFDBFEB9}" dt="2025-09-02T05:01:16.295" v="3418" actId="20577"/>
        <pc:sldMkLst>
          <pc:docMk/>
          <pc:sldMk cId="0" sldId="337"/>
        </pc:sldMkLst>
        <pc:spChg chg="mod">
          <ac:chgData name="Debby Herring" userId="4135e1cc5c3e5ede" providerId="LiveId" clId="{E35DD208-5603-423D-8CC3-6444FFDBFEB9}" dt="2025-09-02T05:01:16.295" v="3418" actId="20577"/>
          <ac:spMkLst>
            <pc:docMk/>
            <pc:sldMk cId="0" sldId="337"/>
            <ac:spMk id="4615" creationId="{00000000-0000-0000-0000-000000000000}"/>
          </ac:spMkLst>
        </pc:spChg>
      </pc:sldChg>
      <pc:sldChg chg="del">
        <pc:chgData name="Debby Herring" userId="4135e1cc5c3e5ede" providerId="LiveId" clId="{E35DD208-5603-423D-8CC3-6444FFDBFEB9}" dt="2025-09-02T05:01:19.741" v="3419" actId="47"/>
        <pc:sldMkLst>
          <pc:docMk/>
          <pc:sldMk cId="0" sldId="338"/>
        </pc:sldMkLst>
      </pc:sldChg>
      <pc:sldChg chg="del">
        <pc:chgData name="Debby Herring" userId="4135e1cc5c3e5ede" providerId="LiveId" clId="{E35DD208-5603-423D-8CC3-6444FFDBFEB9}" dt="2025-09-02T05:01:37.626" v="3420" actId="47"/>
        <pc:sldMkLst>
          <pc:docMk/>
          <pc:sldMk cId="0" sldId="339"/>
        </pc:sldMkLst>
      </pc:sldChg>
      <pc:sldChg chg="del">
        <pc:chgData name="Debby Herring" userId="4135e1cc5c3e5ede" providerId="LiveId" clId="{E35DD208-5603-423D-8CC3-6444FFDBFEB9}" dt="2025-09-02T05:01:41.928" v="3421" actId="47"/>
        <pc:sldMkLst>
          <pc:docMk/>
          <pc:sldMk cId="0" sldId="340"/>
        </pc:sldMkLst>
      </pc:sldChg>
      <pc:sldChg chg="modSp add del mod">
        <pc:chgData name="Debby Herring" userId="4135e1cc5c3e5ede" providerId="LiveId" clId="{E35DD208-5603-423D-8CC3-6444FFDBFEB9}" dt="2025-09-02T03:59:16.726" v="740" actId="2696"/>
        <pc:sldMkLst>
          <pc:docMk/>
          <pc:sldMk cId="3544225904" sldId="343"/>
        </pc:sldMkLst>
        <pc:spChg chg="mod">
          <ac:chgData name="Debby Herring" userId="4135e1cc5c3e5ede" providerId="LiveId" clId="{E35DD208-5603-423D-8CC3-6444FFDBFEB9}" dt="2025-09-02T03:56:52.809" v="584" actId="20577"/>
          <ac:spMkLst>
            <pc:docMk/>
            <pc:sldMk cId="3544225904" sldId="343"/>
            <ac:spMk id="763" creationId="{CB517ED5-F31C-7D3E-F192-18A23C41F7B4}"/>
          </ac:spMkLst>
        </pc:spChg>
      </pc:sldChg>
      <pc:sldChg chg="add del">
        <pc:chgData name="Debby Herring" userId="4135e1cc5c3e5ede" providerId="LiveId" clId="{E35DD208-5603-423D-8CC3-6444FFDBFEB9}" dt="2025-09-02T03:59:12.399" v="739" actId="2696"/>
        <pc:sldMkLst>
          <pc:docMk/>
          <pc:sldMk cId="2433104145" sldId="344"/>
        </pc:sldMkLst>
      </pc:sldChg>
    </pc:docChg>
  </pc:docChgLst>
  <pc:docChgLst>
    <pc:chgData name="Chris Herring" userId="dca6c1b9ae6792aa" providerId="LiveId" clId="{59076A4C-DBC8-4720-9B53-C317FE2881C6}"/>
    <pc:docChg chg="undo redo custSel addSld delSld modSld addMainMaster delMainMaster modMainMaster modNotesMaster">
      <pc:chgData name="Chris Herring" userId="dca6c1b9ae6792aa" providerId="LiveId" clId="{59076A4C-DBC8-4720-9B53-C317FE2881C6}" dt="2025-09-02T05:57:51.137" v="653" actId="20577"/>
      <pc:docMkLst>
        <pc:docMk/>
      </pc:docMkLst>
      <pc:sldChg chg="addSp delSp modSp mod modTransition modClrScheme chgLayout modNotes">
        <pc:chgData name="Chris Herring" userId="dca6c1b9ae6792aa" providerId="LiveId" clId="{59076A4C-DBC8-4720-9B53-C317FE2881C6}" dt="2025-09-02T05:54:53.588" v="595" actId="700"/>
        <pc:sldMkLst>
          <pc:docMk/>
          <pc:sldMk cId="0" sldId="256"/>
        </pc:sldMkLst>
        <pc:spChg chg="del">
          <ac:chgData name="Chris Herring" userId="dca6c1b9ae6792aa" providerId="LiveId" clId="{59076A4C-DBC8-4720-9B53-C317FE2881C6}" dt="2025-09-02T04:01:33.752" v="71" actId="478"/>
          <ac:spMkLst>
            <pc:docMk/>
            <pc:sldMk cId="0" sldId="256"/>
            <ac:spMk id="29" creationId="{00000000-0000-0000-0000-000000000000}"/>
          </ac:spMkLst>
        </pc:spChg>
        <pc:grpChg chg="del">
          <ac:chgData name="Chris Herring" userId="dca6c1b9ae6792aa" providerId="LiveId" clId="{59076A4C-DBC8-4720-9B53-C317FE2881C6}" dt="2025-09-02T04:01:28.386" v="69" actId="478"/>
          <ac:grpSpMkLst>
            <pc:docMk/>
            <pc:sldMk cId="0" sldId="256"/>
            <ac:grpSpMk id="24" creationId="{00000000-0000-0000-0000-000000000000}"/>
          </ac:grpSpMkLst>
        </pc:grpChg>
        <pc:grpChg chg="del">
          <ac:chgData name="Chris Herring" userId="dca6c1b9ae6792aa" providerId="LiveId" clId="{59076A4C-DBC8-4720-9B53-C317FE2881C6}" dt="2025-09-02T04:01:31.633" v="70" actId="478"/>
          <ac:grpSpMkLst>
            <pc:docMk/>
            <pc:sldMk cId="0" sldId="256"/>
            <ac:grpSpMk id="30" creationId="{00000000-0000-0000-0000-000000000000}"/>
          </ac:grpSpMkLst>
        </pc:grpChg>
        <pc:picChg chg="add del mod">
          <ac:chgData name="Chris Herring" userId="dca6c1b9ae6792aa" providerId="LiveId" clId="{59076A4C-DBC8-4720-9B53-C317FE2881C6}" dt="2025-09-02T05:54:46.206" v="594" actId="478"/>
          <ac:picMkLst>
            <pc:docMk/>
            <pc:sldMk cId="0" sldId="256"/>
            <ac:picMk id="3" creationId="{56B470DF-6D80-14C3-A4A9-EFC2B61651BA}"/>
          </ac:picMkLst>
        </pc:picChg>
        <pc:picChg chg="del">
          <ac:chgData name="Chris Herring" userId="dca6c1b9ae6792aa" providerId="LiveId" clId="{59076A4C-DBC8-4720-9B53-C317FE2881C6}" dt="2025-09-02T03:47:00.214" v="0" actId="478"/>
          <ac:picMkLst>
            <pc:docMk/>
            <pc:sldMk cId="0" sldId="256"/>
            <ac:picMk id="75" creationId="{00000000-0000-0000-0000-000000000000}"/>
          </ac:picMkLst>
        </pc:picChg>
      </pc:sldChg>
      <pc:sldChg chg="delSp modSp add del mod modTransition chgLayout modNotes">
        <pc:chgData name="Chris Herring" userId="dca6c1b9ae6792aa" providerId="LiveId" clId="{59076A4C-DBC8-4720-9B53-C317FE2881C6}" dt="2025-09-02T05:54:36.025" v="593"/>
        <pc:sldMkLst>
          <pc:docMk/>
          <pc:sldMk cId="0" sldId="257"/>
        </pc:sldMkLst>
        <pc:spChg chg="del">
          <ac:chgData name="Chris Herring" userId="dca6c1b9ae6792aa" providerId="LiveId" clId="{59076A4C-DBC8-4720-9B53-C317FE2881C6}" dt="2025-09-02T04:02:22.786" v="76" actId="478"/>
          <ac:spMkLst>
            <pc:docMk/>
            <pc:sldMk cId="0" sldId="257"/>
            <ac:spMk id="86" creationId="{00000000-0000-0000-0000-000000000000}"/>
          </ac:spMkLst>
        </pc:spChg>
        <pc:spChg chg="mod">
          <ac:chgData name="Chris Herring" userId="dca6c1b9ae6792aa" providerId="LiveId" clId="{59076A4C-DBC8-4720-9B53-C317FE2881C6}" dt="2025-09-02T05:54:36.025" v="593"/>
          <ac:spMkLst>
            <pc:docMk/>
            <pc:sldMk cId="0" sldId="257"/>
            <ac:spMk id="92" creationId="{00000000-0000-0000-0000-000000000000}"/>
          </ac:spMkLst>
        </pc:spChg>
        <pc:spChg chg="mod">
          <ac:chgData name="Chris Herring" userId="dca6c1b9ae6792aa" providerId="LiveId" clId="{59076A4C-DBC8-4720-9B53-C317FE2881C6}" dt="2025-09-02T05:54:36.025" v="593"/>
          <ac:spMkLst>
            <pc:docMk/>
            <pc:sldMk cId="0" sldId="257"/>
            <ac:spMk id="99" creationId="{00000000-0000-0000-0000-000000000000}"/>
          </ac:spMkLst>
        </pc:spChg>
        <pc:spChg chg="mod">
          <ac:chgData name="Chris Herring" userId="dca6c1b9ae6792aa" providerId="LiveId" clId="{59076A4C-DBC8-4720-9B53-C317FE2881C6}" dt="2025-09-02T05:54:36.025" v="593"/>
          <ac:spMkLst>
            <pc:docMk/>
            <pc:sldMk cId="0" sldId="257"/>
            <ac:spMk id="102" creationId="{00000000-0000-0000-0000-000000000000}"/>
          </ac:spMkLst>
        </pc:spChg>
        <pc:spChg chg="mod">
          <ac:chgData name="Chris Herring" userId="dca6c1b9ae6792aa" providerId="LiveId" clId="{59076A4C-DBC8-4720-9B53-C317FE2881C6}" dt="2025-09-02T05:08:55.829" v="247" actId="20577"/>
          <ac:spMkLst>
            <pc:docMk/>
            <pc:sldMk cId="0" sldId="257"/>
            <ac:spMk id="108" creationId="{00000000-0000-0000-0000-000000000000}"/>
          </ac:spMkLst>
        </pc:spChg>
        <pc:spChg chg="mod">
          <ac:chgData name="Chris Herring" userId="dca6c1b9ae6792aa" providerId="LiveId" clId="{59076A4C-DBC8-4720-9B53-C317FE2881C6}" dt="2025-09-02T05:54:36.025" v="593"/>
          <ac:spMkLst>
            <pc:docMk/>
            <pc:sldMk cId="0" sldId="257"/>
            <ac:spMk id="112" creationId="{00000000-0000-0000-0000-000000000000}"/>
          </ac:spMkLst>
        </pc:spChg>
        <pc:spChg chg="mod">
          <ac:chgData name="Chris Herring" userId="dca6c1b9ae6792aa" providerId="LiveId" clId="{59076A4C-DBC8-4720-9B53-C317FE2881C6}" dt="2025-09-02T05:54:36.025" v="593"/>
          <ac:spMkLst>
            <pc:docMk/>
            <pc:sldMk cId="0" sldId="257"/>
            <ac:spMk id="114" creationId="{00000000-0000-0000-0000-000000000000}"/>
          </ac:spMkLst>
        </pc:spChg>
        <pc:spChg chg="mod">
          <ac:chgData name="Chris Herring" userId="dca6c1b9ae6792aa" providerId="LiveId" clId="{59076A4C-DBC8-4720-9B53-C317FE2881C6}" dt="2025-09-02T05:54:36.025" v="593"/>
          <ac:spMkLst>
            <pc:docMk/>
            <pc:sldMk cId="0" sldId="257"/>
            <ac:spMk id="115" creationId="{00000000-0000-0000-0000-000000000000}"/>
          </ac:spMkLst>
        </pc:spChg>
        <pc:spChg chg="mod">
          <ac:chgData name="Chris Herring" userId="dca6c1b9ae6792aa" providerId="LiveId" clId="{59076A4C-DBC8-4720-9B53-C317FE2881C6}" dt="2025-09-02T05:54:36.025" v="593"/>
          <ac:spMkLst>
            <pc:docMk/>
            <pc:sldMk cId="0" sldId="257"/>
            <ac:spMk id="117" creationId="{00000000-0000-0000-0000-000000000000}"/>
          </ac:spMkLst>
        </pc:spChg>
        <pc:spChg chg="mod">
          <ac:chgData name="Chris Herring" userId="dca6c1b9ae6792aa" providerId="LiveId" clId="{59076A4C-DBC8-4720-9B53-C317FE2881C6}" dt="2025-09-02T05:54:36.025" v="593"/>
          <ac:spMkLst>
            <pc:docMk/>
            <pc:sldMk cId="0" sldId="257"/>
            <ac:spMk id="118" creationId="{00000000-0000-0000-0000-000000000000}"/>
          </ac:spMkLst>
        </pc:spChg>
        <pc:spChg chg="mod">
          <ac:chgData name="Chris Herring" userId="dca6c1b9ae6792aa" providerId="LiveId" clId="{59076A4C-DBC8-4720-9B53-C317FE2881C6}" dt="2025-09-02T05:54:36.025" v="593"/>
          <ac:spMkLst>
            <pc:docMk/>
            <pc:sldMk cId="0" sldId="257"/>
            <ac:spMk id="121" creationId="{00000000-0000-0000-0000-000000000000}"/>
          </ac:spMkLst>
        </pc:spChg>
        <pc:spChg chg="mod">
          <ac:chgData name="Chris Herring" userId="dca6c1b9ae6792aa" providerId="LiveId" clId="{59076A4C-DBC8-4720-9B53-C317FE2881C6}" dt="2025-09-02T05:54:36.025" v="593"/>
          <ac:spMkLst>
            <pc:docMk/>
            <pc:sldMk cId="0" sldId="257"/>
            <ac:spMk id="127" creationId="{00000000-0000-0000-0000-000000000000}"/>
          </ac:spMkLst>
        </pc:spChg>
        <pc:grpChg chg="del mod">
          <ac:chgData name="Chris Herring" userId="dca6c1b9ae6792aa" providerId="LiveId" clId="{59076A4C-DBC8-4720-9B53-C317FE2881C6}" dt="2025-09-02T04:02:22.786" v="76" actId="478"/>
          <ac:grpSpMkLst>
            <pc:docMk/>
            <pc:sldMk cId="0" sldId="257"/>
            <ac:grpSpMk id="81"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64"/>
        </pc:sldMkLst>
        <pc:spChg chg="del">
          <ac:chgData name="Chris Herring" userId="dca6c1b9ae6792aa" providerId="LiveId" clId="{59076A4C-DBC8-4720-9B53-C317FE2881C6}" dt="2025-09-02T04:02:41.560" v="79" actId="478"/>
          <ac:spMkLst>
            <pc:docMk/>
            <pc:sldMk cId="0" sldId="264"/>
            <ac:spMk id="485" creationId="{00000000-0000-0000-0000-000000000000}"/>
          </ac:spMkLst>
        </pc:spChg>
        <pc:spChg chg="mod">
          <ac:chgData name="Chris Herring" userId="dca6c1b9ae6792aa" providerId="LiveId" clId="{59076A4C-DBC8-4720-9B53-C317FE2881C6}" dt="2025-09-02T05:54:36.025" v="593"/>
          <ac:spMkLst>
            <pc:docMk/>
            <pc:sldMk cId="0" sldId="264"/>
            <ac:spMk id="487" creationId="{00000000-0000-0000-0000-000000000000}"/>
          </ac:spMkLst>
        </pc:spChg>
        <pc:spChg chg="mod">
          <ac:chgData name="Chris Herring" userId="dca6c1b9ae6792aa" providerId="LiveId" clId="{59076A4C-DBC8-4720-9B53-C317FE2881C6}" dt="2025-09-02T05:54:36.025" v="593"/>
          <ac:spMkLst>
            <pc:docMk/>
            <pc:sldMk cId="0" sldId="264"/>
            <ac:spMk id="488" creationId="{00000000-0000-0000-0000-000000000000}"/>
          </ac:spMkLst>
        </pc:spChg>
        <pc:spChg chg="mod">
          <ac:chgData name="Chris Herring" userId="dca6c1b9ae6792aa" providerId="LiveId" clId="{59076A4C-DBC8-4720-9B53-C317FE2881C6}" dt="2025-09-02T05:54:36.025" v="593"/>
          <ac:spMkLst>
            <pc:docMk/>
            <pc:sldMk cId="0" sldId="264"/>
            <ac:spMk id="496" creationId="{00000000-0000-0000-0000-000000000000}"/>
          </ac:spMkLst>
        </pc:spChg>
        <pc:spChg chg="mod">
          <ac:chgData name="Chris Herring" userId="dca6c1b9ae6792aa" providerId="LiveId" clId="{59076A4C-DBC8-4720-9B53-C317FE2881C6}" dt="2025-09-02T05:54:36.025" v="593"/>
          <ac:spMkLst>
            <pc:docMk/>
            <pc:sldMk cId="0" sldId="264"/>
            <ac:spMk id="497" creationId="{00000000-0000-0000-0000-000000000000}"/>
          </ac:spMkLst>
        </pc:spChg>
        <pc:spChg chg="mod">
          <ac:chgData name="Chris Herring" userId="dca6c1b9ae6792aa" providerId="LiveId" clId="{59076A4C-DBC8-4720-9B53-C317FE2881C6}" dt="2025-09-02T05:54:36.025" v="593"/>
          <ac:spMkLst>
            <pc:docMk/>
            <pc:sldMk cId="0" sldId="264"/>
            <ac:spMk id="500" creationId="{00000000-0000-0000-0000-000000000000}"/>
          </ac:spMkLst>
        </pc:spChg>
        <pc:spChg chg="mod">
          <ac:chgData name="Chris Herring" userId="dca6c1b9ae6792aa" providerId="LiveId" clId="{59076A4C-DBC8-4720-9B53-C317FE2881C6}" dt="2025-09-02T05:54:36.025" v="593"/>
          <ac:spMkLst>
            <pc:docMk/>
            <pc:sldMk cId="0" sldId="264"/>
            <ac:spMk id="510" creationId="{00000000-0000-0000-0000-000000000000}"/>
          </ac:spMkLst>
        </pc:spChg>
        <pc:spChg chg="mod">
          <ac:chgData name="Chris Herring" userId="dca6c1b9ae6792aa" providerId="LiveId" clId="{59076A4C-DBC8-4720-9B53-C317FE2881C6}" dt="2025-09-02T05:54:36.025" v="593"/>
          <ac:spMkLst>
            <pc:docMk/>
            <pc:sldMk cId="0" sldId="264"/>
            <ac:spMk id="516" creationId="{00000000-0000-0000-0000-000000000000}"/>
          </ac:spMkLst>
        </pc:spChg>
        <pc:spChg chg="mod">
          <ac:chgData name="Chris Herring" userId="dca6c1b9ae6792aa" providerId="LiveId" clId="{59076A4C-DBC8-4720-9B53-C317FE2881C6}" dt="2025-09-02T05:54:36.025" v="593"/>
          <ac:spMkLst>
            <pc:docMk/>
            <pc:sldMk cId="0" sldId="264"/>
            <ac:spMk id="517" creationId="{00000000-0000-0000-0000-000000000000}"/>
          </ac:spMkLst>
        </pc:spChg>
        <pc:spChg chg="mod">
          <ac:chgData name="Chris Herring" userId="dca6c1b9ae6792aa" providerId="LiveId" clId="{59076A4C-DBC8-4720-9B53-C317FE2881C6}" dt="2025-09-02T05:54:36.025" v="593"/>
          <ac:spMkLst>
            <pc:docMk/>
            <pc:sldMk cId="0" sldId="264"/>
            <ac:spMk id="523" creationId="{00000000-0000-0000-0000-000000000000}"/>
          </ac:spMkLst>
        </pc:spChg>
        <pc:spChg chg="mod">
          <ac:chgData name="Chris Herring" userId="dca6c1b9ae6792aa" providerId="LiveId" clId="{59076A4C-DBC8-4720-9B53-C317FE2881C6}" dt="2025-09-02T05:54:36.025" v="593"/>
          <ac:spMkLst>
            <pc:docMk/>
            <pc:sldMk cId="0" sldId="264"/>
            <ac:spMk id="526" creationId="{00000000-0000-0000-0000-000000000000}"/>
          </ac:spMkLst>
        </pc:spChg>
        <pc:grpChg chg="del">
          <ac:chgData name="Chris Herring" userId="dca6c1b9ae6792aa" providerId="LiveId" clId="{59076A4C-DBC8-4720-9B53-C317FE2881C6}" dt="2025-09-02T04:02:41.560" v="79" actId="478"/>
          <ac:grpSpMkLst>
            <pc:docMk/>
            <pc:sldMk cId="0" sldId="264"/>
            <ac:grpSpMk id="480" creationId="{00000000-0000-0000-0000-000000000000}"/>
          </ac:grpSpMkLst>
        </pc:grpChg>
      </pc:sldChg>
      <pc:sldChg chg="delSp modSp mod modTransition modNotes">
        <pc:chgData name="Chris Herring" userId="dca6c1b9ae6792aa" providerId="LiveId" clId="{59076A4C-DBC8-4720-9B53-C317FE2881C6}" dt="2025-09-02T05:55:43.326" v="619" actId="1036"/>
        <pc:sldMkLst>
          <pc:docMk/>
          <pc:sldMk cId="0" sldId="265"/>
        </pc:sldMkLst>
        <pc:spChg chg="del">
          <ac:chgData name="Chris Herring" userId="dca6c1b9ae6792aa" providerId="LiveId" clId="{59076A4C-DBC8-4720-9B53-C317FE2881C6}" dt="2025-09-02T04:02:34.865" v="78" actId="478"/>
          <ac:spMkLst>
            <pc:docMk/>
            <pc:sldMk cId="0" sldId="265"/>
            <ac:spMk id="543" creationId="{00000000-0000-0000-0000-000000000000}"/>
          </ac:spMkLst>
        </pc:spChg>
        <pc:spChg chg="mod">
          <ac:chgData name="Chris Herring" userId="dca6c1b9ae6792aa" providerId="LiveId" clId="{59076A4C-DBC8-4720-9B53-C317FE2881C6}" dt="2025-09-02T05:54:36.025" v="593"/>
          <ac:spMkLst>
            <pc:docMk/>
            <pc:sldMk cId="0" sldId="265"/>
            <ac:spMk id="589" creationId="{00000000-0000-0000-0000-000000000000}"/>
          </ac:spMkLst>
        </pc:spChg>
        <pc:spChg chg="mod">
          <ac:chgData name="Chris Herring" userId="dca6c1b9ae6792aa" providerId="LiveId" clId="{59076A4C-DBC8-4720-9B53-C317FE2881C6}" dt="2025-09-02T05:55:43.326" v="619" actId="1036"/>
          <ac:spMkLst>
            <pc:docMk/>
            <pc:sldMk cId="0" sldId="265"/>
            <ac:spMk id="590" creationId="{00000000-0000-0000-0000-000000000000}"/>
          </ac:spMkLst>
        </pc:spChg>
        <pc:grpChg chg="del">
          <ac:chgData name="Chris Herring" userId="dca6c1b9ae6792aa" providerId="LiveId" clId="{59076A4C-DBC8-4720-9B53-C317FE2881C6}" dt="2025-09-02T04:02:32.209" v="77" actId="478"/>
          <ac:grpSpMkLst>
            <pc:docMk/>
            <pc:sldMk cId="0" sldId="265"/>
            <ac:grpSpMk id="538" creationId="{00000000-0000-0000-0000-000000000000}"/>
          </ac:grpSpMkLst>
        </pc:grpChg>
        <pc:grpChg chg="del">
          <ac:chgData name="Chris Herring" userId="dca6c1b9ae6792aa" providerId="LiveId" clId="{59076A4C-DBC8-4720-9B53-C317FE2881C6}" dt="2025-09-02T04:02:32.209" v="77" actId="478"/>
          <ac:grpSpMkLst>
            <pc:docMk/>
            <pc:sldMk cId="0" sldId="265"/>
            <ac:grpSpMk id="544"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68"/>
        </pc:sldMkLst>
        <pc:spChg chg="del">
          <ac:chgData name="Chris Herring" userId="dca6c1b9ae6792aa" providerId="LiveId" clId="{59076A4C-DBC8-4720-9B53-C317FE2881C6}" dt="2025-09-02T04:02:47.988" v="81" actId="478"/>
          <ac:spMkLst>
            <pc:docMk/>
            <pc:sldMk cId="0" sldId="268"/>
            <ac:spMk id="717" creationId="{00000000-0000-0000-0000-000000000000}"/>
          </ac:spMkLst>
        </pc:spChg>
        <pc:spChg chg="mod">
          <ac:chgData name="Chris Herring" userId="dca6c1b9ae6792aa" providerId="LiveId" clId="{59076A4C-DBC8-4720-9B53-C317FE2881C6}" dt="2025-09-02T05:54:36.025" v="593"/>
          <ac:spMkLst>
            <pc:docMk/>
            <pc:sldMk cId="0" sldId="268"/>
            <ac:spMk id="763" creationId="{00000000-0000-0000-0000-000000000000}"/>
          </ac:spMkLst>
        </pc:spChg>
        <pc:grpChg chg="del">
          <ac:chgData name="Chris Herring" userId="dca6c1b9ae6792aa" providerId="LiveId" clId="{59076A4C-DBC8-4720-9B53-C317FE2881C6}" dt="2025-09-02T04:02:46.188" v="80" actId="478"/>
          <ac:grpSpMkLst>
            <pc:docMk/>
            <pc:sldMk cId="0" sldId="268"/>
            <ac:grpSpMk id="712" creationId="{00000000-0000-0000-0000-000000000000}"/>
          </ac:grpSpMkLst>
        </pc:grpChg>
        <pc:grpChg chg="del">
          <ac:chgData name="Chris Herring" userId="dca6c1b9ae6792aa" providerId="LiveId" clId="{59076A4C-DBC8-4720-9B53-C317FE2881C6}" dt="2025-09-02T04:02:46.188" v="80" actId="478"/>
          <ac:grpSpMkLst>
            <pc:docMk/>
            <pc:sldMk cId="0" sldId="268"/>
            <ac:grpSpMk id="718"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69"/>
        </pc:sldMkLst>
        <pc:spChg chg="del">
          <ac:chgData name="Chris Herring" userId="dca6c1b9ae6792aa" providerId="LiveId" clId="{59076A4C-DBC8-4720-9B53-C317FE2881C6}" dt="2025-09-02T04:03:06.243" v="82" actId="478"/>
          <ac:spMkLst>
            <pc:docMk/>
            <pc:sldMk cId="0" sldId="269"/>
            <ac:spMk id="774" creationId="{00000000-0000-0000-0000-000000000000}"/>
          </ac:spMkLst>
        </pc:spChg>
        <pc:spChg chg="mod">
          <ac:chgData name="Chris Herring" userId="dca6c1b9ae6792aa" providerId="LiveId" clId="{59076A4C-DBC8-4720-9B53-C317FE2881C6}" dt="2025-09-02T05:54:36.025" v="593"/>
          <ac:spMkLst>
            <pc:docMk/>
            <pc:sldMk cId="0" sldId="269"/>
            <ac:spMk id="820" creationId="{00000000-0000-0000-0000-000000000000}"/>
          </ac:spMkLst>
        </pc:spChg>
        <pc:grpChg chg="del">
          <ac:chgData name="Chris Herring" userId="dca6c1b9ae6792aa" providerId="LiveId" clId="{59076A4C-DBC8-4720-9B53-C317FE2881C6}" dt="2025-09-02T04:03:06.243" v="82" actId="478"/>
          <ac:grpSpMkLst>
            <pc:docMk/>
            <pc:sldMk cId="0" sldId="269"/>
            <ac:grpSpMk id="769" creationId="{00000000-0000-0000-0000-000000000000}"/>
          </ac:grpSpMkLst>
        </pc:grpChg>
        <pc:grpChg chg="del">
          <ac:chgData name="Chris Herring" userId="dca6c1b9ae6792aa" providerId="LiveId" clId="{59076A4C-DBC8-4720-9B53-C317FE2881C6}" dt="2025-09-02T04:03:13.170" v="83" actId="478"/>
          <ac:grpSpMkLst>
            <pc:docMk/>
            <pc:sldMk cId="0" sldId="269"/>
            <ac:grpSpMk id="775" creationId="{00000000-0000-0000-0000-000000000000}"/>
          </ac:grpSpMkLst>
        </pc:grpChg>
      </pc:sldChg>
      <pc:sldChg chg="addSp delSp modSp mod modTransition modNotes">
        <pc:chgData name="Chris Herring" userId="dca6c1b9ae6792aa" providerId="LiveId" clId="{59076A4C-DBC8-4720-9B53-C317FE2881C6}" dt="2025-09-02T05:54:36.025" v="593"/>
        <pc:sldMkLst>
          <pc:docMk/>
          <pc:sldMk cId="0" sldId="270"/>
        </pc:sldMkLst>
        <pc:spChg chg="add mod">
          <ac:chgData name="Chris Herring" userId="dca6c1b9ae6792aa" providerId="LiveId" clId="{59076A4C-DBC8-4720-9B53-C317FE2881C6}" dt="2025-09-02T05:54:36.025" v="593"/>
          <ac:spMkLst>
            <pc:docMk/>
            <pc:sldMk cId="0" sldId="270"/>
            <ac:spMk id="3" creationId="{1C6667BE-E224-D6AA-D209-7D6384D5E068}"/>
          </ac:spMkLst>
        </pc:spChg>
        <pc:spChg chg="add del mod">
          <ac:chgData name="Chris Herring" userId="dca6c1b9ae6792aa" providerId="LiveId" clId="{59076A4C-DBC8-4720-9B53-C317FE2881C6}" dt="2025-09-02T04:04:08.110" v="91" actId="478"/>
          <ac:spMkLst>
            <pc:docMk/>
            <pc:sldMk cId="0" sldId="270"/>
            <ac:spMk id="831" creationId="{00000000-0000-0000-0000-000000000000}"/>
          </ac:spMkLst>
        </pc:spChg>
        <pc:grpChg chg="add del">
          <ac:chgData name="Chris Herring" userId="dca6c1b9ae6792aa" providerId="LiveId" clId="{59076A4C-DBC8-4720-9B53-C317FE2881C6}" dt="2025-09-02T04:04:11.725" v="93" actId="478"/>
          <ac:grpSpMkLst>
            <pc:docMk/>
            <pc:sldMk cId="0" sldId="270"/>
            <ac:grpSpMk id="826" creationId="{00000000-0000-0000-0000-000000000000}"/>
          </ac:grpSpMkLst>
        </pc:grpChg>
        <pc:grpChg chg="del">
          <ac:chgData name="Chris Herring" userId="dca6c1b9ae6792aa" providerId="LiveId" clId="{59076A4C-DBC8-4720-9B53-C317FE2881C6}" dt="2025-09-02T04:04:10.253" v="92" actId="478"/>
          <ac:grpSpMkLst>
            <pc:docMk/>
            <pc:sldMk cId="0" sldId="270"/>
            <ac:grpSpMk id="832" creationId="{00000000-0000-0000-0000-000000000000}"/>
          </ac:grpSpMkLst>
        </pc:grpChg>
        <pc:picChg chg="mod">
          <ac:chgData name="Chris Herring" userId="dca6c1b9ae6792aa" providerId="LiveId" clId="{59076A4C-DBC8-4720-9B53-C317FE2881C6}" dt="2025-09-02T05:54:36.025" v="593"/>
          <ac:picMkLst>
            <pc:docMk/>
            <pc:sldMk cId="0" sldId="270"/>
            <ac:picMk id="877"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271"/>
        </pc:sldMkLst>
        <pc:spChg chg="del">
          <ac:chgData name="Chris Herring" userId="dca6c1b9ae6792aa" providerId="LiveId" clId="{59076A4C-DBC8-4720-9B53-C317FE2881C6}" dt="2025-09-02T04:04:40.364" v="123" actId="478"/>
          <ac:spMkLst>
            <pc:docMk/>
            <pc:sldMk cId="0" sldId="271"/>
            <ac:spMk id="888" creationId="{00000000-0000-0000-0000-000000000000}"/>
          </ac:spMkLst>
        </pc:spChg>
        <pc:spChg chg="mod">
          <ac:chgData name="Chris Herring" userId="dca6c1b9ae6792aa" providerId="LiveId" clId="{59076A4C-DBC8-4720-9B53-C317FE2881C6}" dt="2025-09-02T05:54:36.025" v="593"/>
          <ac:spMkLst>
            <pc:docMk/>
            <pc:sldMk cId="0" sldId="271"/>
            <ac:spMk id="934" creationId="{00000000-0000-0000-0000-000000000000}"/>
          </ac:spMkLst>
        </pc:spChg>
        <pc:grpChg chg="del">
          <ac:chgData name="Chris Herring" userId="dca6c1b9ae6792aa" providerId="LiveId" clId="{59076A4C-DBC8-4720-9B53-C317FE2881C6}" dt="2025-09-02T04:04:40.364" v="123" actId="478"/>
          <ac:grpSpMkLst>
            <pc:docMk/>
            <pc:sldMk cId="0" sldId="271"/>
            <ac:grpSpMk id="883" creationId="{00000000-0000-0000-0000-000000000000}"/>
          </ac:grpSpMkLst>
        </pc:grpChg>
        <pc:grpChg chg="del">
          <ac:chgData name="Chris Herring" userId="dca6c1b9ae6792aa" providerId="LiveId" clId="{59076A4C-DBC8-4720-9B53-C317FE2881C6}" dt="2025-09-02T04:05:07.668" v="127" actId="478"/>
          <ac:grpSpMkLst>
            <pc:docMk/>
            <pc:sldMk cId="0" sldId="271"/>
            <ac:grpSpMk id="889"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72"/>
        </pc:sldMkLst>
        <pc:spChg chg="del">
          <ac:chgData name="Chris Herring" userId="dca6c1b9ae6792aa" providerId="LiveId" clId="{59076A4C-DBC8-4720-9B53-C317FE2881C6}" dt="2025-09-02T04:04:56.916" v="124" actId="478"/>
          <ac:spMkLst>
            <pc:docMk/>
            <pc:sldMk cId="0" sldId="272"/>
            <ac:spMk id="945" creationId="{00000000-0000-0000-0000-000000000000}"/>
          </ac:spMkLst>
        </pc:spChg>
        <pc:spChg chg="mod">
          <ac:chgData name="Chris Herring" userId="dca6c1b9ae6792aa" providerId="LiveId" clId="{59076A4C-DBC8-4720-9B53-C317FE2881C6}" dt="2025-09-02T05:54:36.025" v="593"/>
          <ac:spMkLst>
            <pc:docMk/>
            <pc:sldMk cId="0" sldId="272"/>
            <ac:spMk id="991" creationId="{00000000-0000-0000-0000-000000000000}"/>
          </ac:spMkLst>
        </pc:spChg>
        <pc:grpChg chg="del">
          <ac:chgData name="Chris Herring" userId="dca6c1b9ae6792aa" providerId="LiveId" clId="{59076A4C-DBC8-4720-9B53-C317FE2881C6}" dt="2025-09-02T04:04:56.916" v="124" actId="478"/>
          <ac:grpSpMkLst>
            <pc:docMk/>
            <pc:sldMk cId="0" sldId="272"/>
            <ac:grpSpMk id="940" creationId="{00000000-0000-0000-0000-000000000000}"/>
          </ac:grpSpMkLst>
        </pc:grpChg>
        <pc:grpChg chg="del mod">
          <ac:chgData name="Chris Herring" userId="dca6c1b9ae6792aa" providerId="LiveId" clId="{59076A4C-DBC8-4720-9B53-C317FE2881C6}" dt="2025-09-02T04:04:59.877" v="126" actId="478"/>
          <ac:grpSpMkLst>
            <pc:docMk/>
            <pc:sldMk cId="0" sldId="272"/>
            <ac:grpSpMk id="946"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73"/>
        </pc:sldMkLst>
        <pc:spChg chg="del">
          <ac:chgData name="Chris Herring" userId="dca6c1b9ae6792aa" providerId="LiveId" clId="{59076A4C-DBC8-4720-9B53-C317FE2881C6}" dt="2025-09-02T04:05:27.592" v="128" actId="478"/>
          <ac:spMkLst>
            <pc:docMk/>
            <pc:sldMk cId="0" sldId="273"/>
            <ac:spMk id="1002" creationId="{00000000-0000-0000-0000-000000000000}"/>
          </ac:spMkLst>
        </pc:spChg>
        <pc:spChg chg="mod">
          <ac:chgData name="Chris Herring" userId="dca6c1b9ae6792aa" providerId="LiveId" clId="{59076A4C-DBC8-4720-9B53-C317FE2881C6}" dt="2025-09-02T05:54:36.025" v="593"/>
          <ac:spMkLst>
            <pc:docMk/>
            <pc:sldMk cId="0" sldId="273"/>
            <ac:spMk id="1048" creationId="{00000000-0000-0000-0000-000000000000}"/>
          </ac:spMkLst>
        </pc:spChg>
        <pc:grpChg chg="del">
          <ac:chgData name="Chris Herring" userId="dca6c1b9ae6792aa" providerId="LiveId" clId="{59076A4C-DBC8-4720-9B53-C317FE2881C6}" dt="2025-09-02T04:05:27.592" v="128" actId="478"/>
          <ac:grpSpMkLst>
            <pc:docMk/>
            <pc:sldMk cId="0" sldId="273"/>
            <ac:grpSpMk id="997" creationId="{00000000-0000-0000-0000-000000000000}"/>
          </ac:grpSpMkLst>
        </pc:grpChg>
        <pc:grpChg chg="del">
          <ac:chgData name="Chris Herring" userId="dca6c1b9ae6792aa" providerId="LiveId" clId="{59076A4C-DBC8-4720-9B53-C317FE2881C6}" dt="2025-09-02T04:05:27.592" v="128" actId="478"/>
          <ac:grpSpMkLst>
            <pc:docMk/>
            <pc:sldMk cId="0" sldId="273"/>
            <ac:grpSpMk id="1003" creationId="{00000000-0000-0000-0000-000000000000}"/>
          </ac:grpSpMkLst>
        </pc:grpChg>
      </pc:sldChg>
      <pc:sldChg chg="addSp delSp modSp mod modTransition modNotes">
        <pc:chgData name="Chris Herring" userId="dca6c1b9ae6792aa" providerId="LiveId" clId="{59076A4C-DBC8-4720-9B53-C317FE2881C6}" dt="2025-09-02T05:54:36.025" v="593"/>
        <pc:sldMkLst>
          <pc:docMk/>
          <pc:sldMk cId="0" sldId="274"/>
        </pc:sldMkLst>
        <pc:spChg chg="add mod">
          <ac:chgData name="Chris Herring" userId="dca6c1b9ae6792aa" providerId="LiveId" clId="{59076A4C-DBC8-4720-9B53-C317FE2881C6}" dt="2025-09-02T05:54:36.025" v="593"/>
          <ac:spMkLst>
            <pc:docMk/>
            <pc:sldMk cId="0" sldId="274"/>
            <ac:spMk id="2" creationId="{C8EF607B-D9E4-35F0-48FB-F303716E0265}"/>
          </ac:spMkLst>
        </pc:spChg>
        <pc:spChg chg="add del">
          <ac:chgData name="Chris Herring" userId="dca6c1b9ae6792aa" providerId="LiveId" clId="{59076A4C-DBC8-4720-9B53-C317FE2881C6}" dt="2025-09-02T04:05:41.942" v="131" actId="478"/>
          <ac:spMkLst>
            <pc:docMk/>
            <pc:sldMk cId="0" sldId="274"/>
            <ac:spMk id="1059" creationId="{00000000-0000-0000-0000-000000000000}"/>
          </ac:spMkLst>
        </pc:spChg>
        <pc:spChg chg="mod">
          <ac:chgData name="Chris Herring" userId="dca6c1b9ae6792aa" providerId="LiveId" clId="{59076A4C-DBC8-4720-9B53-C317FE2881C6}" dt="2025-09-02T05:54:36.025" v="593"/>
          <ac:spMkLst>
            <pc:docMk/>
            <pc:sldMk cId="0" sldId="274"/>
            <ac:spMk id="1105" creationId="{00000000-0000-0000-0000-000000000000}"/>
          </ac:spMkLst>
        </pc:spChg>
        <pc:grpChg chg="del">
          <ac:chgData name="Chris Herring" userId="dca6c1b9ae6792aa" providerId="LiveId" clId="{59076A4C-DBC8-4720-9B53-C317FE2881C6}" dt="2025-09-02T04:05:45.582" v="133" actId="478"/>
          <ac:grpSpMkLst>
            <pc:docMk/>
            <pc:sldMk cId="0" sldId="274"/>
            <ac:grpSpMk id="1054" creationId="{00000000-0000-0000-0000-000000000000}"/>
          </ac:grpSpMkLst>
        </pc:grpChg>
        <pc:grpChg chg="del">
          <ac:chgData name="Chris Herring" userId="dca6c1b9ae6792aa" providerId="LiveId" clId="{59076A4C-DBC8-4720-9B53-C317FE2881C6}" dt="2025-09-02T04:05:44.039" v="132" actId="478"/>
          <ac:grpSpMkLst>
            <pc:docMk/>
            <pc:sldMk cId="0" sldId="274"/>
            <ac:grpSpMk id="1060" creationId="{00000000-0000-0000-0000-000000000000}"/>
          </ac:grpSpMkLst>
        </pc:grpChg>
        <pc:picChg chg="mod">
          <ac:chgData name="Chris Herring" userId="dca6c1b9ae6792aa" providerId="LiveId" clId="{59076A4C-DBC8-4720-9B53-C317FE2881C6}" dt="2025-09-02T05:54:36.025" v="593"/>
          <ac:picMkLst>
            <pc:docMk/>
            <pc:sldMk cId="0" sldId="274"/>
            <ac:picMk id="1106" creationId="{00000000-0000-0000-0000-000000000000}"/>
          </ac:picMkLst>
        </pc:picChg>
      </pc:sldChg>
      <pc:sldChg chg="modTransition">
        <pc:chgData name="Chris Herring" userId="dca6c1b9ae6792aa" providerId="LiveId" clId="{59076A4C-DBC8-4720-9B53-C317FE2881C6}" dt="2025-09-02T04:01:19.201" v="68"/>
        <pc:sldMkLst>
          <pc:docMk/>
          <pc:sldMk cId="0" sldId="275"/>
        </pc:sldMkLst>
      </pc:sldChg>
      <pc:sldChg chg="modTransition">
        <pc:chgData name="Chris Herring" userId="dca6c1b9ae6792aa" providerId="LiveId" clId="{59076A4C-DBC8-4720-9B53-C317FE2881C6}" dt="2025-09-02T04:01:19.201" v="68"/>
        <pc:sldMkLst>
          <pc:docMk/>
          <pc:sldMk cId="0" sldId="276"/>
        </pc:sldMkLst>
      </pc:sldChg>
      <pc:sldChg chg="modTransition">
        <pc:chgData name="Chris Herring" userId="dca6c1b9ae6792aa" providerId="LiveId" clId="{59076A4C-DBC8-4720-9B53-C317FE2881C6}" dt="2025-09-02T04:01:19.201" v="68"/>
        <pc:sldMkLst>
          <pc:docMk/>
          <pc:sldMk cId="0" sldId="277"/>
        </pc:sldMkLst>
      </pc:sldChg>
      <pc:sldChg chg="delSp modSp mod modTransition modNotes">
        <pc:chgData name="Chris Herring" userId="dca6c1b9ae6792aa" providerId="LiveId" clId="{59076A4C-DBC8-4720-9B53-C317FE2881C6}" dt="2025-09-02T05:54:36.025" v="593"/>
        <pc:sldMkLst>
          <pc:docMk/>
          <pc:sldMk cId="0" sldId="278"/>
        </pc:sldMkLst>
        <pc:spChg chg="del">
          <ac:chgData name="Chris Herring" userId="dca6c1b9ae6792aa" providerId="LiveId" clId="{59076A4C-DBC8-4720-9B53-C317FE2881C6}" dt="2025-09-02T04:06:24.452" v="140" actId="478"/>
          <ac:spMkLst>
            <pc:docMk/>
            <pc:sldMk cId="0" sldId="278"/>
            <ac:spMk id="1288" creationId="{00000000-0000-0000-0000-000000000000}"/>
          </ac:spMkLst>
        </pc:spChg>
        <pc:spChg chg="mod">
          <ac:chgData name="Chris Herring" userId="dca6c1b9ae6792aa" providerId="LiveId" clId="{59076A4C-DBC8-4720-9B53-C317FE2881C6}" dt="2025-09-02T05:54:36.025" v="593"/>
          <ac:spMkLst>
            <pc:docMk/>
            <pc:sldMk cId="0" sldId="278"/>
            <ac:spMk id="1334" creationId="{00000000-0000-0000-0000-000000000000}"/>
          </ac:spMkLst>
        </pc:spChg>
        <pc:grpChg chg="del">
          <ac:chgData name="Chris Herring" userId="dca6c1b9ae6792aa" providerId="LiveId" clId="{59076A4C-DBC8-4720-9B53-C317FE2881C6}" dt="2025-09-02T04:06:24.452" v="140" actId="478"/>
          <ac:grpSpMkLst>
            <pc:docMk/>
            <pc:sldMk cId="0" sldId="278"/>
            <ac:grpSpMk id="1283" creationId="{00000000-0000-0000-0000-000000000000}"/>
          </ac:grpSpMkLst>
        </pc:grpChg>
        <pc:grpChg chg="del">
          <ac:chgData name="Chris Herring" userId="dca6c1b9ae6792aa" providerId="LiveId" clId="{59076A4C-DBC8-4720-9B53-C317FE2881C6}" dt="2025-09-02T04:06:50.107" v="172" actId="478"/>
          <ac:grpSpMkLst>
            <pc:docMk/>
            <pc:sldMk cId="0" sldId="278"/>
            <ac:grpSpMk id="1289"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79"/>
        </pc:sldMkLst>
        <pc:spChg chg="del">
          <ac:chgData name="Chris Herring" userId="dca6c1b9ae6792aa" providerId="LiveId" clId="{59076A4C-DBC8-4720-9B53-C317FE2881C6}" dt="2025-09-02T04:07:00.787" v="173" actId="478"/>
          <ac:spMkLst>
            <pc:docMk/>
            <pc:sldMk cId="0" sldId="279"/>
            <ac:spMk id="1345" creationId="{00000000-0000-0000-0000-000000000000}"/>
          </ac:spMkLst>
        </pc:spChg>
        <pc:spChg chg="mod">
          <ac:chgData name="Chris Herring" userId="dca6c1b9ae6792aa" providerId="LiveId" clId="{59076A4C-DBC8-4720-9B53-C317FE2881C6}" dt="2025-09-02T05:54:36.025" v="593"/>
          <ac:spMkLst>
            <pc:docMk/>
            <pc:sldMk cId="0" sldId="279"/>
            <ac:spMk id="1350" creationId="{00000000-0000-0000-0000-000000000000}"/>
          </ac:spMkLst>
        </pc:spChg>
        <pc:spChg chg="mod">
          <ac:chgData name="Chris Herring" userId="dca6c1b9ae6792aa" providerId="LiveId" clId="{59076A4C-DBC8-4720-9B53-C317FE2881C6}" dt="2025-09-02T05:54:36.025" v="593"/>
          <ac:spMkLst>
            <pc:docMk/>
            <pc:sldMk cId="0" sldId="279"/>
            <ac:spMk id="1359" creationId="{00000000-0000-0000-0000-000000000000}"/>
          </ac:spMkLst>
        </pc:spChg>
        <pc:spChg chg="mod">
          <ac:chgData name="Chris Herring" userId="dca6c1b9ae6792aa" providerId="LiveId" clId="{59076A4C-DBC8-4720-9B53-C317FE2881C6}" dt="2025-09-02T05:54:36.025" v="593"/>
          <ac:spMkLst>
            <pc:docMk/>
            <pc:sldMk cId="0" sldId="279"/>
            <ac:spMk id="1361" creationId="{00000000-0000-0000-0000-000000000000}"/>
          </ac:spMkLst>
        </pc:spChg>
        <pc:spChg chg="mod">
          <ac:chgData name="Chris Herring" userId="dca6c1b9ae6792aa" providerId="LiveId" clId="{59076A4C-DBC8-4720-9B53-C317FE2881C6}" dt="2025-09-02T05:54:36.025" v="593"/>
          <ac:spMkLst>
            <pc:docMk/>
            <pc:sldMk cId="0" sldId="279"/>
            <ac:spMk id="1369" creationId="{00000000-0000-0000-0000-000000000000}"/>
          </ac:spMkLst>
        </pc:spChg>
        <pc:spChg chg="mod">
          <ac:chgData name="Chris Herring" userId="dca6c1b9ae6792aa" providerId="LiveId" clId="{59076A4C-DBC8-4720-9B53-C317FE2881C6}" dt="2025-09-02T05:54:36.025" v="593"/>
          <ac:spMkLst>
            <pc:docMk/>
            <pc:sldMk cId="0" sldId="279"/>
            <ac:spMk id="1371" creationId="{00000000-0000-0000-0000-000000000000}"/>
          </ac:spMkLst>
        </pc:spChg>
        <pc:spChg chg="mod">
          <ac:chgData name="Chris Herring" userId="dca6c1b9ae6792aa" providerId="LiveId" clId="{59076A4C-DBC8-4720-9B53-C317FE2881C6}" dt="2025-09-02T05:54:36.025" v="593"/>
          <ac:spMkLst>
            <pc:docMk/>
            <pc:sldMk cId="0" sldId="279"/>
            <ac:spMk id="1372" creationId="{00000000-0000-0000-0000-000000000000}"/>
          </ac:spMkLst>
        </pc:spChg>
        <pc:spChg chg="mod">
          <ac:chgData name="Chris Herring" userId="dca6c1b9ae6792aa" providerId="LiveId" clId="{59076A4C-DBC8-4720-9B53-C317FE2881C6}" dt="2025-09-02T05:54:36.025" v="593"/>
          <ac:spMkLst>
            <pc:docMk/>
            <pc:sldMk cId="0" sldId="279"/>
            <ac:spMk id="1377" creationId="{00000000-0000-0000-0000-000000000000}"/>
          </ac:spMkLst>
        </pc:spChg>
        <pc:spChg chg="mod">
          <ac:chgData name="Chris Herring" userId="dca6c1b9ae6792aa" providerId="LiveId" clId="{59076A4C-DBC8-4720-9B53-C317FE2881C6}" dt="2025-09-02T05:54:36.025" v="593"/>
          <ac:spMkLst>
            <pc:docMk/>
            <pc:sldMk cId="0" sldId="279"/>
            <ac:spMk id="1383" creationId="{00000000-0000-0000-0000-000000000000}"/>
          </ac:spMkLst>
        </pc:spChg>
        <pc:spChg chg="mod">
          <ac:chgData name="Chris Herring" userId="dca6c1b9ae6792aa" providerId="LiveId" clId="{59076A4C-DBC8-4720-9B53-C317FE2881C6}" dt="2025-09-02T05:54:36.025" v="593"/>
          <ac:spMkLst>
            <pc:docMk/>
            <pc:sldMk cId="0" sldId="279"/>
            <ac:spMk id="1387" creationId="{00000000-0000-0000-0000-000000000000}"/>
          </ac:spMkLst>
        </pc:spChg>
        <pc:spChg chg="mod">
          <ac:chgData name="Chris Herring" userId="dca6c1b9ae6792aa" providerId="LiveId" clId="{59076A4C-DBC8-4720-9B53-C317FE2881C6}" dt="2025-09-02T05:54:36.025" v="593"/>
          <ac:spMkLst>
            <pc:docMk/>
            <pc:sldMk cId="0" sldId="279"/>
            <ac:spMk id="1390" creationId="{00000000-0000-0000-0000-000000000000}"/>
          </ac:spMkLst>
        </pc:spChg>
        <pc:spChg chg="mod">
          <ac:chgData name="Chris Herring" userId="dca6c1b9ae6792aa" providerId="LiveId" clId="{59076A4C-DBC8-4720-9B53-C317FE2881C6}" dt="2025-09-02T05:14:36.416" v="351" actId="1036"/>
          <ac:spMkLst>
            <pc:docMk/>
            <pc:sldMk cId="0" sldId="279"/>
            <ac:spMk id="1391" creationId="{00000000-0000-0000-0000-000000000000}"/>
          </ac:spMkLst>
        </pc:spChg>
        <pc:grpChg chg="del">
          <ac:chgData name="Chris Herring" userId="dca6c1b9ae6792aa" providerId="LiveId" clId="{59076A4C-DBC8-4720-9B53-C317FE2881C6}" dt="2025-09-02T04:07:02.968" v="174" actId="478"/>
          <ac:grpSpMkLst>
            <pc:docMk/>
            <pc:sldMk cId="0" sldId="279"/>
            <ac:grpSpMk id="1340" creationId="{00000000-0000-0000-0000-000000000000}"/>
          </ac:grpSpMkLst>
        </pc:grpChg>
      </pc:sldChg>
      <pc:sldChg chg="delSp modSp mod modTransition">
        <pc:chgData name="Chris Herring" userId="dca6c1b9ae6792aa" providerId="LiveId" clId="{59076A4C-DBC8-4720-9B53-C317FE2881C6}" dt="2025-09-02T04:07:27.538" v="193" actId="478"/>
        <pc:sldMkLst>
          <pc:docMk/>
          <pc:sldMk cId="0" sldId="280"/>
        </pc:sldMkLst>
        <pc:spChg chg="del">
          <ac:chgData name="Chris Herring" userId="dca6c1b9ae6792aa" providerId="LiveId" clId="{59076A4C-DBC8-4720-9B53-C317FE2881C6}" dt="2025-09-02T04:07:14.989" v="175" actId="478"/>
          <ac:spMkLst>
            <pc:docMk/>
            <pc:sldMk cId="0" sldId="280"/>
            <ac:spMk id="1402" creationId="{00000000-0000-0000-0000-000000000000}"/>
          </ac:spMkLst>
        </pc:spChg>
        <pc:grpChg chg="del">
          <ac:chgData name="Chris Herring" userId="dca6c1b9ae6792aa" providerId="LiveId" clId="{59076A4C-DBC8-4720-9B53-C317FE2881C6}" dt="2025-09-02T04:07:14.989" v="175" actId="478"/>
          <ac:grpSpMkLst>
            <pc:docMk/>
            <pc:sldMk cId="0" sldId="280"/>
            <ac:grpSpMk id="1397" creationId="{00000000-0000-0000-0000-000000000000}"/>
          </ac:grpSpMkLst>
        </pc:grpChg>
        <pc:picChg chg="del mod">
          <ac:chgData name="Chris Herring" userId="dca6c1b9ae6792aa" providerId="LiveId" clId="{59076A4C-DBC8-4720-9B53-C317FE2881C6}" dt="2025-09-02T04:07:27.538" v="193" actId="478"/>
          <ac:picMkLst>
            <pc:docMk/>
            <pc:sldMk cId="0" sldId="280"/>
            <ac:picMk id="1450" creationId="{00000000-0000-0000-0000-000000000000}"/>
          </ac:picMkLst>
        </pc:picChg>
      </pc:sldChg>
      <pc:sldChg chg="addSp delSp modSp mod modTransition">
        <pc:chgData name="Chris Herring" userId="dca6c1b9ae6792aa" providerId="LiveId" clId="{59076A4C-DBC8-4720-9B53-C317FE2881C6}" dt="2025-09-02T04:08:05.912" v="197" actId="478"/>
        <pc:sldMkLst>
          <pc:docMk/>
          <pc:sldMk cId="0" sldId="281"/>
        </pc:sldMkLst>
        <pc:spChg chg="mod">
          <ac:chgData name="Chris Herring" userId="dca6c1b9ae6792aa" providerId="LiveId" clId="{59076A4C-DBC8-4720-9B53-C317FE2881C6}" dt="2025-09-02T04:07:57.920" v="194" actId="571"/>
          <ac:spMkLst>
            <pc:docMk/>
            <pc:sldMk cId="0" sldId="281"/>
            <ac:spMk id="3" creationId="{9C984DB1-8549-8E25-A22A-96804A661633}"/>
          </ac:spMkLst>
        </pc:spChg>
        <pc:spChg chg="mod">
          <ac:chgData name="Chris Herring" userId="dca6c1b9ae6792aa" providerId="LiveId" clId="{59076A4C-DBC8-4720-9B53-C317FE2881C6}" dt="2025-09-02T04:07:57.920" v="194" actId="571"/>
          <ac:spMkLst>
            <pc:docMk/>
            <pc:sldMk cId="0" sldId="281"/>
            <ac:spMk id="4" creationId="{7EA03406-F315-2F82-F8FC-A47E780BB300}"/>
          </ac:spMkLst>
        </pc:spChg>
        <pc:spChg chg="mod">
          <ac:chgData name="Chris Herring" userId="dca6c1b9ae6792aa" providerId="LiveId" clId="{59076A4C-DBC8-4720-9B53-C317FE2881C6}" dt="2025-09-02T04:07:57.920" v="194" actId="571"/>
          <ac:spMkLst>
            <pc:docMk/>
            <pc:sldMk cId="0" sldId="281"/>
            <ac:spMk id="5" creationId="{B152E900-7BC1-A048-3DF0-9936FEBAF09D}"/>
          </ac:spMkLst>
        </pc:spChg>
        <pc:spChg chg="mod">
          <ac:chgData name="Chris Herring" userId="dca6c1b9ae6792aa" providerId="LiveId" clId="{59076A4C-DBC8-4720-9B53-C317FE2881C6}" dt="2025-09-02T04:07:57.920" v="194" actId="571"/>
          <ac:spMkLst>
            <pc:docMk/>
            <pc:sldMk cId="0" sldId="281"/>
            <ac:spMk id="6" creationId="{E759D489-438B-0AE6-909B-D85567DEB71A}"/>
          </ac:spMkLst>
        </pc:spChg>
        <pc:spChg chg="add del mod">
          <ac:chgData name="Chris Herring" userId="dca6c1b9ae6792aa" providerId="LiveId" clId="{59076A4C-DBC8-4720-9B53-C317FE2881C6}" dt="2025-09-02T04:08:00.831" v="195" actId="478"/>
          <ac:spMkLst>
            <pc:docMk/>
            <pc:sldMk cId="0" sldId="281"/>
            <ac:spMk id="7" creationId="{B54BA174-EC15-26A1-684A-2B705CC55670}"/>
          </ac:spMkLst>
        </pc:spChg>
        <pc:spChg chg="del">
          <ac:chgData name="Chris Herring" userId="dca6c1b9ae6792aa" providerId="LiveId" clId="{59076A4C-DBC8-4720-9B53-C317FE2881C6}" dt="2025-09-02T04:08:04.019" v="196" actId="478"/>
          <ac:spMkLst>
            <pc:docMk/>
            <pc:sldMk cId="0" sldId="281"/>
            <ac:spMk id="1461" creationId="{00000000-0000-0000-0000-000000000000}"/>
          </ac:spMkLst>
        </pc:spChg>
        <pc:grpChg chg="add del mod">
          <ac:chgData name="Chris Herring" userId="dca6c1b9ae6792aa" providerId="LiveId" clId="{59076A4C-DBC8-4720-9B53-C317FE2881C6}" dt="2025-09-02T04:08:00.831" v="195" actId="478"/>
          <ac:grpSpMkLst>
            <pc:docMk/>
            <pc:sldMk cId="0" sldId="281"/>
            <ac:grpSpMk id="2" creationId="{51ACB470-D616-C26E-2280-B836B72CF476}"/>
          </ac:grpSpMkLst>
        </pc:grpChg>
        <pc:grpChg chg="del">
          <ac:chgData name="Chris Herring" userId="dca6c1b9ae6792aa" providerId="LiveId" clId="{59076A4C-DBC8-4720-9B53-C317FE2881C6}" dt="2025-09-02T04:08:05.912" v="197" actId="478"/>
          <ac:grpSpMkLst>
            <pc:docMk/>
            <pc:sldMk cId="0" sldId="281"/>
            <ac:grpSpMk id="1456"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82"/>
        </pc:sldMkLst>
        <pc:spChg chg="del">
          <ac:chgData name="Chris Herring" userId="dca6c1b9ae6792aa" providerId="LiveId" clId="{59076A4C-DBC8-4720-9B53-C317FE2881C6}" dt="2025-09-02T04:08:40.038" v="198" actId="478"/>
          <ac:spMkLst>
            <pc:docMk/>
            <pc:sldMk cId="0" sldId="282"/>
            <ac:spMk id="1520" creationId="{00000000-0000-0000-0000-000000000000}"/>
          </ac:spMkLst>
        </pc:spChg>
        <pc:spChg chg="mod">
          <ac:chgData name="Chris Herring" userId="dca6c1b9ae6792aa" providerId="LiveId" clId="{59076A4C-DBC8-4720-9B53-C317FE2881C6}" dt="2025-09-02T05:54:36.025" v="593"/>
          <ac:spMkLst>
            <pc:docMk/>
            <pc:sldMk cId="0" sldId="282"/>
            <ac:spMk id="1566" creationId="{00000000-0000-0000-0000-000000000000}"/>
          </ac:spMkLst>
        </pc:spChg>
        <pc:grpChg chg="del">
          <ac:chgData name="Chris Herring" userId="dca6c1b9ae6792aa" providerId="LiveId" clId="{59076A4C-DBC8-4720-9B53-C317FE2881C6}" dt="2025-09-02T04:08:40.038" v="198" actId="478"/>
          <ac:grpSpMkLst>
            <pc:docMk/>
            <pc:sldMk cId="0" sldId="282"/>
            <ac:grpSpMk id="1515" creationId="{00000000-0000-0000-0000-000000000000}"/>
          </ac:grpSpMkLst>
        </pc:grpChg>
        <pc:grpChg chg="del">
          <ac:chgData name="Chris Herring" userId="dca6c1b9ae6792aa" providerId="LiveId" clId="{59076A4C-DBC8-4720-9B53-C317FE2881C6}" dt="2025-09-02T04:08:40.038" v="198" actId="478"/>
          <ac:grpSpMkLst>
            <pc:docMk/>
            <pc:sldMk cId="0" sldId="282"/>
            <ac:grpSpMk id="1521" creationId="{00000000-0000-0000-0000-000000000000}"/>
          </ac:grpSpMkLst>
        </pc:grpChg>
      </pc:sldChg>
      <pc:sldChg chg="modTransition">
        <pc:chgData name="Chris Herring" userId="dca6c1b9ae6792aa" providerId="LiveId" clId="{59076A4C-DBC8-4720-9B53-C317FE2881C6}" dt="2025-09-02T04:01:19.201" v="68"/>
        <pc:sldMkLst>
          <pc:docMk/>
          <pc:sldMk cId="0" sldId="283"/>
        </pc:sldMkLst>
      </pc:sldChg>
      <pc:sldChg chg="addSp delSp modSp mod modTransition modNotes">
        <pc:chgData name="Chris Herring" userId="dca6c1b9ae6792aa" providerId="LiveId" clId="{59076A4C-DBC8-4720-9B53-C317FE2881C6}" dt="2025-09-02T05:54:36.025" v="593"/>
        <pc:sldMkLst>
          <pc:docMk/>
          <pc:sldMk cId="0" sldId="284"/>
        </pc:sldMkLst>
        <pc:spChg chg="del">
          <ac:chgData name="Chris Herring" userId="dca6c1b9ae6792aa" providerId="LiveId" clId="{59076A4C-DBC8-4720-9B53-C317FE2881C6}" dt="2025-09-02T05:04:10.733" v="200" actId="478"/>
          <ac:spMkLst>
            <pc:docMk/>
            <pc:sldMk cId="0" sldId="284"/>
            <ac:spMk id="1634" creationId="{00000000-0000-0000-0000-000000000000}"/>
          </ac:spMkLst>
        </pc:spChg>
        <pc:spChg chg="mod">
          <ac:chgData name="Chris Herring" userId="dca6c1b9ae6792aa" providerId="LiveId" clId="{59076A4C-DBC8-4720-9B53-C317FE2881C6}" dt="2025-09-02T05:54:36.025" v="593"/>
          <ac:spMkLst>
            <pc:docMk/>
            <pc:sldMk cId="0" sldId="284"/>
            <ac:spMk id="1680" creationId="{00000000-0000-0000-0000-000000000000}"/>
          </ac:spMkLst>
        </pc:spChg>
        <pc:grpChg chg="del">
          <ac:chgData name="Chris Herring" userId="dca6c1b9ae6792aa" providerId="LiveId" clId="{59076A4C-DBC8-4720-9B53-C317FE2881C6}" dt="2025-09-02T05:04:10.733" v="200" actId="478"/>
          <ac:grpSpMkLst>
            <pc:docMk/>
            <pc:sldMk cId="0" sldId="284"/>
            <ac:grpSpMk id="1629" creationId="{00000000-0000-0000-0000-000000000000}"/>
          </ac:grpSpMkLst>
        </pc:grpChg>
        <pc:grpChg chg="add del">
          <ac:chgData name="Chris Herring" userId="dca6c1b9ae6792aa" providerId="LiveId" clId="{59076A4C-DBC8-4720-9B53-C317FE2881C6}" dt="2025-09-02T05:04:27.708" v="205" actId="478"/>
          <ac:grpSpMkLst>
            <pc:docMk/>
            <pc:sldMk cId="0" sldId="284"/>
            <ac:grpSpMk id="1635" creationId="{00000000-0000-0000-0000-000000000000}"/>
          </ac:grpSpMkLst>
        </pc:grpChg>
      </pc:sldChg>
      <pc:sldChg chg="modTransition">
        <pc:chgData name="Chris Herring" userId="dca6c1b9ae6792aa" providerId="LiveId" clId="{59076A4C-DBC8-4720-9B53-C317FE2881C6}" dt="2025-09-02T04:01:19.201" v="68"/>
        <pc:sldMkLst>
          <pc:docMk/>
          <pc:sldMk cId="0" sldId="285"/>
        </pc:sldMkLst>
      </pc:sldChg>
      <pc:sldChg chg="addSp delSp modSp mod modTransition modNotes">
        <pc:chgData name="Chris Herring" userId="dca6c1b9ae6792aa" providerId="LiveId" clId="{59076A4C-DBC8-4720-9B53-C317FE2881C6}" dt="2025-09-02T05:54:36.025" v="593"/>
        <pc:sldMkLst>
          <pc:docMk/>
          <pc:sldMk cId="0" sldId="286"/>
        </pc:sldMkLst>
        <pc:spChg chg="del">
          <ac:chgData name="Chris Herring" userId="dca6c1b9ae6792aa" providerId="LiveId" clId="{59076A4C-DBC8-4720-9B53-C317FE2881C6}" dt="2025-09-02T05:04:37.446" v="207" actId="478"/>
          <ac:spMkLst>
            <pc:docMk/>
            <pc:sldMk cId="0" sldId="286"/>
            <ac:spMk id="1748" creationId="{00000000-0000-0000-0000-000000000000}"/>
          </ac:spMkLst>
        </pc:spChg>
        <pc:spChg chg="mod">
          <ac:chgData name="Chris Herring" userId="dca6c1b9ae6792aa" providerId="LiveId" clId="{59076A4C-DBC8-4720-9B53-C317FE2881C6}" dt="2025-09-02T05:54:36.025" v="593"/>
          <ac:spMkLst>
            <pc:docMk/>
            <pc:sldMk cId="0" sldId="286"/>
            <ac:spMk id="1794" creationId="{00000000-0000-0000-0000-000000000000}"/>
          </ac:spMkLst>
        </pc:spChg>
        <pc:grpChg chg="add del">
          <ac:chgData name="Chris Herring" userId="dca6c1b9ae6792aa" providerId="LiveId" clId="{59076A4C-DBC8-4720-9B53-C317FE2881C6}" dt="2025-09-02T05:04:33.728" v="206" actId="478"/>
          <ac:grpSpMkLst>
            <pc:docMk/>
            <pc:sldMk cId="0" sldId="286"/>
            <ac:grpSpMk id="1743" creationId="{00000000-0000-0000-0000-000000000000}"/>
          </ac:grpSpMkLst>
        </pc:grpChg>
        <pc:grpChg chg="add del">
          <ac:chgData name="Chris Herring" userId="dca6c1b9ae6792aa" providerId="LiveId" clId="{59076A4C-DBC8-4720-9B53-C317FE2881C6}" dt="2025-09-02T05:04:42.102" v="208" actId="478"/>
          <ac:grpSpMkLst>
            <pc:docMk/>
            <pc:sldMk cId="0" sldId="286"/>
            <ac:grpSpMk id="1749" creationId="{00000000-0000-0000-0000-000000000000}"/>
          </ac:grpSpMkLst>
        </pc:grpChg>
      </pc:sldChg>
      <pc:sldChg chg="modTransition">
        <pc:chgData name="Chris Herring" userId="dca6c1b9ae6792aa" providerId="LiveId" clId="{59076A4C-DBC8-4720-9B53-C317FE2881C6}" dt="2025-09-02T04:01:19.201" v="68"/>
        <pc:sldMkLst>
          <pc:docMk/>
          <pc:sldMk cId="0" sldId="287"/>
        </pc:sldMkLst>
      </pc:sldChg>
      <pc:sldChg chg="modTransition">
        <pc:chgData name="Chris Herring" userId="dca6c1b9ae6792aa" providerId="LiveId" clId="{59076A4C-DBC8-4720-9B53-C317FE2881C6}" dt="2025-09-02T04:01:19.201" v="68"/>
        <pc:sldMkLst>
          <pc:docMk/>
          <pc:sldMk cId="0" sldId="288"/>
        </pc:sldMkLst>
      </pc:sldChg>
      <pc:sldChg chg="modTransition">
        <pc:chgData name="Chris Herring" userId="dca6c1b9ae6792aa" providerId="LiveId" clId="{59076A4C-DBC8-4720-9B53-C317FE2881C6}" dt="2025-09-02T04:01:19.201" v="68"/>
        <pc:sldMkLst>
          <pc:docMk/>
          <pc:sldMk cId="0" sldId="289"/>
        </pc:sldMkLst>
      </pc:sldChg>
      <pc:sldChg chg="modTransition">
        <pc:chgData name="Chris Herring" userId="dca6c1b9ae6792aa" providerId="LiveId" clId="{59076A4C-DBC8-4720-9B53-C317FE2881C6}" dt="2025-09-02T04:01:19.201" v="68"/>
        <pc:sldMkLst>
          <pc:docMk/>
          <pc:sldMk cId="0" sldId="290"/>
        </pc:sldMkLst>
      </pc:sldChg>
      <pc:sldChg chg="modTransition">
        <pc:chgData name="Chris Herring" userId="dca6c1b9ae6792aa" providerId="LiveId" clId="{59076A4C-DBC8-4720-9B53-C317FE2881C6}" dt="2025-09-02T04:01:19.201" v="68"/>
        <pc:sldMkLst>
          <pc:docMk/>
          <pc:sldMk cId="0" sldId="291"/>
        </pc:sldMkLst>
      </pc:sldChg>
      <pc:sldChg chg="modTransition">
        <pc:chgData name="Chris Herring" userId="dca6c1b9ae6792aa" providerId="LiveId" clId="{59076A4C-DBC8-4720-9B53-C317FE2881C6}" dt="2025-09-02T04:01:19.201" v="68"/>
        <pc:sldMkLst>
          <pc:docMk/>
          <pc:sldMk cId="0" sldId="292"/>
        </pc:sldMkLst>
      </pc:sldChg>
      <pc:sldChg chg="modTransition">
        <pc:chgData name="Chris Herring" userId="dca6c1b9ae6792aa" providerId="LiveId" clId="{59076A4C-DBC8-4720-9B53-C317FE2881C6}" dt="2025-09-02T04:01:19.201" v="68"/>
        <pc:sldMkLst>
          <pc:docMk/>
          <pc:sldMk cId="0" sldId="293"/>
        </pc:sldMkLst>
      </pc:sldChg>
      <pc:sldChg chg="modTransition">
        <pc:chgData name="Chris Herring" userId="dca6c1b9ae6792aa" providerId="LiveId" clId="{59076A4C-DBC8-4720-9B53-C317FE2881C6}" dt="2025-09-02T04:01:19.201" v="68"/>
        <pc:sldMkLst>
          <pc:docMk/>
          <pc:sldMk cId="0" sldId="294"/>
        </pc:sldMkLst>
      </pc:sldChg>
      <pc:sldChg chg="modTransition">
        <pc:chgData name="Chris Herring" userId="dca6c1b9ae6792aa" providerId="LiveId" clId="{59076A4C-DBC8-4720-9B53-C317FE2881C6}" dt="2025-09-02T04:01:19.201" v="68"/>
        <pc:sldMkLst>
          <pc:docMk/>
          <pc:sldMk cId="0" sldId="295"/>
        </pc:sldMkLst>
      </pc:sldChg>
      <pc:sldChg chg="delSp modSp mod modTransition modNotes">
        <pc:chgData name="Chris Herring" userId="dca6c1b9ae6792aa" providerId="LiveId" clId="{59076A4C-DBC8-4720-9B53-C317FE2881C6}" dt="2025-09-02T05:54:36.025" v="593"/>
        <pc:sldMkLst>
          <pc:docMk/>
          <pc:sldMk cId="0" sldId="296"/>
        </pc:sldMkLst>
        <pc:spChg chg="del">
          <ac:chgData name="Chris Herring" userId="dca6c1b9ae6792aa" providerId="LiveId" clId="{59076A4C-DBC8-4720-9B53-C317FE2881C6}" dt="2025-09-02T05:04:53.302" v="209" actId="478"/>
          <ac:spMkLst>
            <pc:docMk/>
            <pc:sldMk cId="0" sldId="296"/>
            <ac:spMk id="2321" creationId="{00000000-0000-0000-0000-000000000000}"/>
          </ac:spMkLst>
        </pc:spChg>
        <pc:spChg chg="mod">
          <ac:chgData name="Chris Herring" userId="dca6c1b9ae6792aa" providerId="LiveId" clId="{59076A4C-DBC8-4720-9B53-C317FE2881C6}" dt="2025-09-02T05:54:36.025" v="593"/>
          <ac:spMkLst>
            <pc:docMk/>
            <pc:sldMk cId="0" sldId="296"/>
            <ac:spMk id="2367" creationId="{00000000-0000-0000-0000-000000000000}"/>
          </ac:spMkLst>
        </pc:spChg>
        <pc:grpChg chg="del">
          <ac:chgData name="Chris Herring" userId="dca6c1b9ae6792aa" providerId="LiveId" clId="{59076A4C-DBC8-4720-9B53-C317FE2881C6}" dt="2025-09-02T05:04:53.302" v="209" actId="478"/>
          <ac:grpSpMkLst>
            <pc:docMk/>
            <pc:sldMk cId="0" sldId="296"/>
            <ac:grpSpMk id="2316" creationId="{00000000-0000-0000-0000-000000000000}"/>
          </ac:grpSpMkLst>
        </pc:grpChg>
        <pc:grpChg chg="del">
          <ac:chgData name="Chris Herring" userId="dca6c1b9ae6792aa" providerId="LiveId" clId="{59076A4C-DBC8-4720-9B53-C317FE2881C6}" dt="2025-09-02T05:04:56.747" v="210" actId="478"/>
          <ac:grpSpMkLst>
            <pc:docMk/>
            <pc:sldMk cId="0" sldId="296"/>
            <ac:grpSpMk id="2322"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297"/>
        </pc:sldMkLst>
        <pc:spChg chg="del">
          <ac:chgData name="Chris Herring" userId="dca6c1b9ae6792aa" providerId="LiveId" clId="{59076A4C-DBC8-4720-9B53-C317FE2881C6}" dt="2025-09-02T05:05:05.720" v="212" actId="478"/>
          <ac:spMkLst>
            <pc:docMk/>
            <pc:sldMk cId="0" sldId="297"/>
            <ac:spMk id="2378" creationId="{00000000-0000-0000-0000-000000000000}"/>
          </ac:spMkLst>
        </pc:spChg>
        <pc:spChg chg="mod">
          <ac:chgData name="Chris Herring" userId="dca6c1b9ae6792aa" providerId="LiveId" clId="{59076A4C-DBC8-4720-9B53-C317FE2881C6}" dt="2025-09-02T05:54:36.025" v="593"/>
          <ac:spMkLst>
            <pc:docMk/>
            <pc:sldMk cId="0" sldId="297"/>
            <ac:spMk id="2424" creationId="{00000000-0000-0000-0000-000000000000}"/>
          </ac:spMkLst>
        </pc:spChg>
        <pc:spChg chg="mod">
          <ac:chgData name="Chris Herring" userId="dca6c1b9ae6792aa" providerId="LiveId" clId="{59076A4C-DBC8-4720-9B53-C317FE2881C6}" dt="2025-09-02T05:54:36.025" v="593"/>
          <ac:spMkLst>
            <pc:docMk/>
            <pc:sldMk cId="0" sldId="297"/>
            <ac:spMk id="2425" creationId="{00000000-0000-0000-0000-000000000000}"/>
          </ac:spMkLst>
        </pc:spChg>
        <pc:grpChg chg="del">
          <ac:chgData name="Chris Herring" userId="dca6c1b9ae6792aa" providerId="LiveId" clId="{59076A4C-DBC8-4720-9B53-C317FE2881C6}" dt="2025-09-02T05:05:04.091" v="211" actId="478"/>
          <ac:grpSpMkLst>
            <pc:docMk/>
            <pc:sldMk cId="0" sldId="297"/>
            <ac:grpSpMk id="2373" creationId="{00000000-0000-0000-0000-000000000000}"/>
          </ac:grpSpMkLst>
        </pc:grpChg>
        <pc:grpChg chg="del">
          <ac:chgData name="Chris Herring" userId="dca6c1b9ae6792aa" providerId="LiveId" clId="{59076A4C-DBC8-4720-9B53-C317FE2881C6}" dt="2025-09-02T05:05:04.091" v="211" actId="478"/>
          <ac:grpSpMkLst>
            <pc:docMk/>
            <pc:sldMk cId="0" sldId="297"/>
            <ac:grpSpMk id="2379" creationId="{00000000-0000-0000-0000-000000000000}"/>
          </ac:grpSpMkLst>
        </pc:grpChg>
      </pc:sldChg>
      <pc:sldChg chg="modTransition">
        <pc:chgData name="Chris Herring" userId="dca6c1b9ae6792aa" providerId="LiveId" clId="{59076A4C-DBC8-4720-9B53-C317FE2881C6}" dt="2025-09-02T04:01:19.201" v="68"/>
        <pc:sldMkLst>
          <pc:docMk/>
          <pc:sldMk cId="0" sldId="298"/>
        </pc:sldMkLst>
      </pc:sldChg>
      <pc:sldChg chg="modTransition">
        <pc:chgData name="Chris Herring" userId="dca6c1b9ae6792aa" providerId="LiveId" clId="{59076A4C-DBC8-4720-9B53-C317FE2881C6}" dt="2025-09-02T04:01:19.201" v="68"/>
        <pc:sldMkLst>
          <pc:docMk/>
          <pc:sldMk cId="0" sldId="299"/>
        </pc:sldMkLst>
      </pc:sldChg>
      <pc:sldChg chg="modTransition">
        <pc:chgData name="Chris Herring" userId="dca6c1b9ae6792aa" providerId="LiveId" clId="{59076A4C-DBC8-4720-9B53-C317FE2881C6}" dt="2025-09-02T04:01:19.201" v="68"/>
        <pc:sldMkLst>
          <pc:docMk/>
          <pc:sldMk cId="0" sldId="300"/>
        </pc:sldMkLst>
      </pc:sldChg>
      <pc:sldChg chg="modTransition">
        <pc:chgData name="Chris Herring" userId="dca6c1b9ae6792aa" providerId="LiveId" clId="{59076A4C-DBC8-4720-9B53-C317FE2881C6}" dt="2025-09-02T04:01:19.201" v="68"/>
        <pc:sldMkLst>
          <pc:docMk/>
          <pc:sldMk cId="0" sldId="301"/>
        </pc:sldMkLst>
      </pc:sldChg>
      <pc:sldChg chg="modTransition">
        <pc:chgData name="Chris Herring" userId="dca6c1b9ae6792aa" providerId="LiveId" clId="{59076A4C-DBC8-4720-9B53-C317FE2881C6}" dt="2025-09-02T04:01:19.201" v="68"/>
        <pc:sldMkLst>
          <pc:docMk/>
          <pc:sldMk cId="0" sldId="302"/>
        </pc:sldMkLst>
      </pc:sldChg>
      <pc:sldChg chg="modTransition">
        <pc:chgData name="Chris Herring" userId="dca6c1b9ae6792aa" providerId="LiveId" clId="{59076A4C-DBC8-4720-9B53-C317FE2881C6}" dt="2025-09-02T04:01:19.201" v="68"/>
        <pc:sldMkLst>
          <pc:docMk/>
          <pc:sldMk cId="0" sldId="303"/>
        </pc:sldMkLst>
      </pc:sldChg>
      <pc:sldChg chg="modTransition">
        <pc:chgData name="Chris Herring" userId="dca6c1b9ae6792aa" providerId="LiveId" clId="{59076A4C-DBC8-4720-9B53-C317FE2881C6}" dt="2025-09-02T04:01:19.201" v="68"/>
        <pc:sldMkLst>
          <pc:docMk/>
          <pc:sldMk cId="0" sldId="304"/>
        </pc:sldMkLst>
      </pc:sldChg>
      <pc:sldChg chg="modTransition">
        <pc:chgData name="Chris Herring" userId="dca6c1b9ae6792aa" providerId="LiveId" clId="{59076A4C-DBC8-4720-9B53-C317FE2881C6}" dt="2025-09-02T04:01:19.201" v="68"/>
        <pc:sldMkLst>
          <pc:docMk/>
          <pc:sldMk cId="0" sldId="305"/>
        </pc:sldMkLst>
      </pc:sldChg>
      <pc:sldChg chg="modTransition">
        <pc:chgData name="Chris Herring" userId="dca6c1b9ae6792aa" providerId="LiveId" clId="{59076A4C-DBC8-4720-9B53-C317FE2881C6}" dt="2025-09-02T04:01:19.201" v="68"/>
        <pc:sldMkLst>
          <pc:docMk/>
          <pc:sldMk cId="0" sldId="306"/>
        </pc:sldMkLst>
      </pc:sldChg>
      <pc:sldChg chg="modTransition">
        <pc:chgData name="Chris Herring" userId="dca6c1b9ae6792aa" providerId="LiveId" clId="{59076A4C-DBC8-4720-9B53-C317FE2881C6}" dt="2025-09-02T04:01:19.201" v="68"/>
        <pc:sldMkLst>
          <pc:docMk/>
          <pc:sldMk cId="0" sldId="307"/>
        </pc:sldMkLst>
      </pc:sldChg>
      <pc:sldChg chg="modTransition">
        <pc:chgData name="Chris Herring" userId="dca6c1b9ae6792aa" providerId="LiveId" clId="{59076A4C-DBC8-4720-9B53-C317FE2881C6}" dt="2025-09-02T04:01:19.201" v="68"/>
        <pc:sldMkLst>
          <pc:docMk/>
          <pc:sldMk cId="0" sldId="308"/>
        </pc:sldMkLst>
      </pc:sldChg>
      <pc:sldChg chg="modTransition">
        <pc:chgData name="Chris Herring" userId="dca6c1b9ae6792aa" providerId="LiveId" clId="{59076A4C-DBC8-4720-9B53-C317FE2881C6}" dt="2025-09-02T04:01:19.201" v="68"/>
        <pc:sldMkLst>
          <pc:docMk/>
          <pc:sldMk cId="0" sldId="309"/>
        </pc:sldMkLst>
      </pc:sldChg>
      <pc:sldChg chg="modTransition">
        <pc:chgData name="Chris Herring" userId="dca6c1b9ae6792aa" providerId="LiveId" clId="{59076A4C-DBC8-4720-9B53-C317FE2881C6}" dt="2025-09-02T04:01:19.201" v="68"/>
        <pc:sldMkLst>
          <pc:docMk/>
          <pc:sldMk cId="0" sldId="310"/>
        </pc:sldMkLst>
      </pc:sldChg>
      <pc:sldChg chg="modTransition">
        <pc:chgData name="Chris Herring" userId="dca6c1b9ae6792aa" providerId="LiveId" clId="{59076A4C-DBC8-4720-9B53-C317FE2881C6}" dt="2025-09-02T04:01:19.201" v="68"/>
        <pc:sldMkLst>
          <pc:docMk/>
          <pc:sldMk cId="0" sldId="311"/>
        </pc:sldMkLst>
      </pc:sldChg>
      <pc:sldChg chg="modTransition">
        <pc:chgData name="Chris Herring" userId="dca6c1b9ae6792aa" providerId="LiveId" clId="{59076A4C-DBC8-4720-9B53-C317FE2881C6}" dt="2025-09-02T04:01:19.201" v="68"/>
        <pc:sldMkLst>
          <pc:docMk/>
          <pc:sldMk cId="0" sldId="312"/>
        </pc:sldMkLst>
      </pc:sldChg>
      <pc:sldChg chg="modTransition">
        <pc:chgData name="Chris Herring" userId="dca6c1b9ae6792aa" providerId="LiveId" clId="{59076A4C-DBC8-4720-9B53-C317FE2881C6}" dt="2025-09-02T04:01:19.201" v="68"/>
        <pc:sldMkLst>
          <pc:docMk/>
          <pc:sldMk cId="0" sldId="313"/>
        </pc:sldMkLst>
      </pc:sldChg>
      <pc:sldChg chg="modTransition">
        <pc:chgData name="Chris Herring" userId="dca6c1b9ae6792aa" providerId="LiveId" clId="{59076A4C-DBC8-4720-9B53-C317FE2881C6}" dt="2025-09-02T04:01:19.201" v="68"/>
        <pc:sldMkLst>
          <pc:docMk/>
          <pc:sldMk cId="0" sldId="314"/>
        </pc:sldMkLst>
      </pc:sldChg>
      <pc:sldChg chg="delSp modSp mod modTransition modNotes">
        <pc:chgData name="Chris Herring" userId="dca6c1b9ae6792aa" providerId="LiveId" clId="{59076A4C-DBC8-4720-9B53-C317FE2881C6}" dt="2025-09-02T05:54:36.025" v="593"/>
        <pc:sldMkLst>
          <pc:docMk/>
          <pc:sldMk cId="0" sldId="315"/>
        </pc:sldMkLst>
        <pc:spChg chg="del">
          <ac:chgData name="Chris Herring" userId="dca6c1b9ae6792aa" providerId="LiveId" clId="{59076A4C-DBC8-4720-9B53-C317FE2881C6}" dt="2025-09-02T05:05:18.001" v="214" actId="478"/>
          <ac:spMkLst>
            <pc:docMk/>
            <pc:sldMk cId="0" sldId="315"/>
            <ac:spMk id="3414" creationId="{00000000-0000-0000-0000-000000000000}"/>
          </ac:spMkLst>
        </pc:spChg>
        <pc:spChg chg="mod">
          <ac:chgData name="Chris Herring" userId="dca6c1b9ae6792aa" providerId="LiveId" clId="{59076A4C-DBC8-4720-9B53-C317FE2881C6}" dt="2025-09-02T05:54:36.025" v="593"/>
          <ac:spMkLst>
            <pc:docMk/>
            <pc:sldMk cId="0" sldId="315"/>
            <ac:spMk id="3460" creationId="{00000000-0000-0000-0000-000000000000}"/>
          </ac:spMkLst>
        </pc:spChg>
        <pc:grpChg chg="del">
          <ac:chgData name="Chris Herring" userId="dca6c1b9ae6792aa" providerId="LiveId" clId="{59076A4C-DBC8-4720-9B53-C317FE2881C6}" dt="2025-09-02T05:05:18.001" v="214" actId="478"/>
          <ac:grpSpMkLst>
            <pc:docMk/>
            <pc:sldMk cId="0" sldId="315"/>
            <ac:grpSpMk id="3409" creationId="{00000000-0000-0000-0000-000000000000}"/>
          </ac:grpSpMkLst>
        </pc:grpChg>
        <pc:grpChg chg="del">
          <ac:chgData name="Chris Herring" userId="dca6c1b9ae6792aa" providerId="LiveId" clId="{59076A4C-DBC8-4720-9B53-C317FE2881C6}" dt="2025-09-02T05:05:19.897" v="215" actId="478"/>
          <ac:grpSpMkLst>
            <pc:docMk/>
            <pc:sldMk cId="0" sldId="315"/>
            <ac:grpSpMk id="3415" creationId="{00000000-0000-0000-0000-000000000000}"/>
          </ac:grpSpMkLst>
        </pc:grpChg>
        <pc:picChg chg="mod">
          <ac:chgData name="Chris Herring" userId="dca6c1b9ae6792aa" providerId="LiveId" clId="{59076A4C-DBC8-4720-9B53-C317FE2881C6}" dt="2025-09-02T05:54:36.025" v="593"/>
          <ac:picMkLst>
            <pc:docMk/>
            <pc:sldMk cId="0" sldId="315"/>
            <ac:picMk id="3461"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16"/>
        </pc:sldMkLst>
        <pc:spChg chg="del">
          <ac:chgData name="Chris Herring" userId="dca6c1b9ae6792aa" providerId="LiveId" clId="{59076A4C-DBC8-4720-9B53-C317FE2881C6}" dt="2025-09-02T05:06:15.885" v="227" actId="478"/>
          <ac:spMkLst>
            <pc:docMk/>
            <pc:sldMk cId="0" sldId="316"/>
            <ac:spMk id="3472" creationId="{00000000-0000-0000-0000-000000000000}"/>
          </ac:spMkLst>
        </pc:spChg>
        <pc:spChg chg="mod">
          <ac:chgData name="Chris Herring" userId="dca6c1b9ae6792aa" providerId="LiveId" clId="{59076A4C-DBC8-4720-9B53-C317FE2881C6}" dt="2025-09-02T05:54:36.025" v="593"/>
          <ac:spMkLst>
            <pc:docMk/>
            <pc:sldMk cId="0" sldId="316"/>
            <ac:spMk id="3476" creationId="{00000000-0000-0000-0000-000000000000}"/>
          </ac:spMkLst>
        </pc:spChg>
        <pc:spChg chg="mod">
          <ac:chgData name="Chris Herring" userId="dca6c1b9ae6792aa" providerId="LiveId" clId="{59076A4C-DBC8-4720-9B53-C317FE2881C6}" dt="2025-09-02T05:54:36.025" v="593"/>
          <ac:spMkLst>
            <pc:docMk/>
            <pc:sldMk cId="0" sldId="316"/>
            <ac:spMk id="3478" creationId="{00000000-0000-0000-0000-000000000000}"/>
          </ac:spMkLst>
        </pc:spChg>
        <pc:spChg chg="mod">
          <ac:chgData name="Chris Herring" userId="dca6c1b9ae6792aa" providerId="LiveId" clId="{59076A4C-DBC8-4720-9B53-C317FE2881C6}" dt="2025-09-02T05:54:36.025" v="593"/>
          <ac:spMkLst>
            <pc:docMk/>
            <pc:sldMk cId="0" sldId="316"/>
            <ac:spMk id="3480" creationId="{00000000-0000-0000-0000-000000000000}"/>
          </ac:spMkLst>
        </pc:spChg>
        <pc:spChg chg="mod">
          <ac:chgData name="Chris Herring" userId="dca6c1b9ae6792aa" providerId="LiveId" clId="{59076A4C-DBC8-4720-9B53-C317FE2881C6}" dt="2025-09-02T05:54:36.025" v="593"/>
          <ac:spMkLst>
            <pc:docMk/>
            <pc:sldMk cId="0" sldId="316"/>
            <ac:spMk id="3483" creationId="{00000000-0000-0000-0000-000000000000}"/>
          </ac:spMkLst>
        </pc:spChg>
        <pc:spChg chg="mod">
          <ac:chgData name="Chris Herring" userId="dca6c1b9ae6792aa" providerId="LiveId" clId="{59076A4C-DBC8-4720-9B53-C317FE2881C6}" dt="2025-09-02T05:54:36.025" v="593"/>
          <ac:spMkLst>
            <pc:docMk/>
            <pc:sldMk cId="0" sldId="316"/>
            <ac:spMk id="3485" creationId="{00000000-0000-0000-0000-000000000000}"/>
          </ac:spMkLst>
        </pc:spChg>
        <pc:spChg chg="mod">
          <ac:chgData name="Chris Herring" userId="dca6c1b9ae6792aa" providerId="LiveId" clId="{59076A4C-DBC8-4720-9B53-C317FE2881C6}" dt="2025-09-02T05:54:36.025" v="593"/>
          <ac:spMkLst>
            <pc:docMk/>
            <pc:sldMk cId="0" sldId="316"/>
            <ac:spMk id="3486" creationId="{00000000-0000-0000-0000-000000000000}"/>
          </ac:spMkLst>
        </pc:spChg>
        <pc:spChg chg="mod">
          <ac:chgData name="Chris Herring" userId="dca6c1b9ae6792aa" providerId="LiveId" clId="{59076A4C-DBC8-4720-9B53-C317FE2881C6}" dt="2025-09-02T05:54:36.025" v="593"/>
          <ac:spMkLst>
            <pc:docMk/>
            <pc:sldMk cId="0" sldId="316"/>
            <ac:spMk id="3488" creationId="{00000000-0000-0000-0000-000000000000}"/>
          </ac:spMkLst>
        </pc:spChg>
        <pc:spChg chg="mod">
          <ac:chgData name="Chris Herring" userId="dca6c1b9ae6792aa" providerId="LiveId" clId="{59076A4C-DBC8-4720-9B53-C317FE2881C6}" dt="2025-09-02T05:54:36.025" v="593"/>
          <ac:spMkLst>
            <pc:docMk/>
            <pc:sldMk cId="0" sldId="316"/>
            <ac:spMk id="3497" creationId="{00000000-0000-0000-0000-000000000000}"/>
          </ac:spMkLst>
        </pc:spChg>
        <pc:spChg chg="mod">
          <ac:chgData name="Chris Herring" userId="dca6c1b9ae6792aa" providerId="LiveId" clId="{59076A4C-DBC8-4720-9B53-C317FE2881C6}" dt="2025-09-02T05:54:36.025" v="593"/>
          <ac:spMkLst>
            <pc:docMk/>
            <pc:sldMk cId="0" sldId="316"/>
            <ac:spMk id="3512" creationId="{00000000-0000-0000-0000-000000000000}"/>
          </ac:spMkLst>
        </pc:spChg>
        <pc:spChg chg="mod">
          <ac:chgData name="Chris Herring" userId="dca6c1b9ae6792aa" providerId="LiveId" clId="{59076A4C-DBC8-4720-9B53-C317FE2881C6}" dt="2025-09-02T05:54:36.025" v="593"/>
          <ac:spMkLst>
            <pc:docMk/>
            <pc:sldMk cId="0" sldId="316"/>
            <ac:spMk id="3515" creationId="{00000000-0000-0000-0000-000000000000}"/>
          </ac:spMkLst>
        </pc:spChg>
        <pc:spChg chg="mod">
          <ac:chgData name="Chris Herring" userId="dca6c1b9ae6792aa" providerId="LiveId" clId="{59076A4C-DBC8-4720-9B53-C317FE2881C6}" dt="2025-09-02T05:18:15.928" v="377" actId="122"/>
          <ac:spMkLst>
            <pc:docMk/>
            <pc:sldMk cId="0" sldId="316"/>
            <ac:spMk id="3520" creationId="{00000000-0000-0000-0000-000000000000}"/>
          </ac:spMkLst>
        </pc:spChg>
        <pc:grpChg chg="del">
          <ac:chgData name="Chris Herring" userId="dca6c1b9ae6792aa" providerId="LiveId" clId="{59076A4C-DBC8-4720-9B53-C317FE2881C6}" dt="2025-09-02T05:06:15.885" v="227" actId="478"/>
          <ac:grpSpMkLst>
            <pc:docMk/>
            <pc:sldMk cId="0" sldId="316"/>
            <ac:grpSpMk id="3467" creationId="{00000000-0000-0000-0000-000000000000}"/>
          </ac:grpSpMkLst>
        </pc:grpChg>
      </pc:sldChg>
      <pc:sldChg chg="addSp delSp modSp mod modTransition modNotes">
        <pc:chgData name="Chris Herring" userId="dca6c1b9ae6792aa" providerId="LiveId" clId="{59076A4C-DBC8-4720-9B53-C317FE2881C6}" dt="2025-09-02T05:54:36.025" v="593"/>
        <pc:sldMkLst>
          <pc:docMk/>
          <pc:sldMk cId="0" sldId="317"/>
        </pc:sldMkLst>
        <pc:spChg chg="add mod">
          <ac:chgData name="Chris Herring" userId="dca6c1b9ae6792aa" providerId="LiveId" clId="{59076A4C-DBC8-4720-9B53-C317FE2881C6}" dt="2025-09-02T05:18:44.767" v="378"/>
          <ac:spMkLst>
            <pc:docMk/>
            <pc:sldMk cId="0" sldId="317"/>
            <ac:spMk id="2" creationId="{18776FA9-CCB8-0AB3-B597-44E09E3E0219}"/>
          </ac:spMkLst>
        </pc:spChg>
        <pc:spChg chg="add mod">
          <ac:chgData name="Chris Herring" userId="dca6c1b9ae6792aa" providerId="LiveId" clId="{59076A4C-DBC8-4720-9B53-C317FE2881C6}" dt="2025-09-02T05:18:58.297" v="380"/>
          <ac:spMkLst>
            <pc:docMk/>
            <pc:sldMk cId="0" sldId="317"/>
            <ac:spMk id="3" creationId="{09EB0756-4766-B063-CDB2-48B2EB1D90EA}"/>
          </ac:spMkLst>
        </pc:spChg>
        <pc:spChg chg="del">
          <ac:chgData name="Chris Herring" userId="dca6c1b9ae6792aa" providerId="LiveId" clId="{59076A4C-DBC8-4720-9B53-C317FE2881C6}" dt="2025-09-02T05:19:03.310" v="381" actId="478"/>
          <ac:spMkLst>
            <pc:docMk/>
            <pc:sldMk cId="0" sldId="317"/>
            <ac:spMk id="3531" creationId="{00000000-0000-0000-0000-000000000000}"/>
          </ac:spMkLst>
        </pc:spChg>
        <pc:spChg chg="mod">
          <ac:chgData name="Chris Herring" userId="dca6c1b9ae6792aa" providerId="LiveId" clId="{59076A4C-DBC8-4720-9B53-C317FE2881C6}" dt="2025-09-02T05:54:36.025" v="593"/>
          <ac:spMkLst>
            <pc:docMk/>
            <pc:sldMk cId="0" sldId="317"/>
            <ac:spMk id="3539" creationId="{00000000-0000-0000-0000-000000000000}"/>
          </ac:spMkLst>
        </pc:spChg>
        <pc:spChg chg="mod">
          <ac:chgData name="Chris Herring" userId="dca6c1b9ae6792aa" providerId="LiveId" clId="{59076A4C-DBC8-4720-9B53-C317FE2881C6}" dt="2025-09-02T05:54:36.025" v="593"/>
          <ac:spMkLst>
            <pc:docMk/>
            <pc:sldMk cId="0" sldId="317"/>
            <ac:spMk id="3547" creationId="{00000000-0000-0000-0000-000000000000}"/>
          </ac:spMkLst>
        </pc:spChg>
        <pc:spChg chg="mod">
          <ac:chgData name="Chris Herring" userId="dca6c1b9ae6792aa" providerId="LiveId" clId="{59076A4C-DBC8-4720-9B53-C317FE2881C6}" dt="2025-09-02T05:54:36.025" v="593"/>
          <ac:spMkLst>
            <pc:docMk/>
            <pc:sldMk cId="0" sldId="317"/>
            <ac:spMk id="3550" creationId="{00000000-0000-0000-0000-000000000000}"/>
          </ac:spMkLst>
        </pc:spChg>
        <pc:spChg chg="mod">
          <ac:chgData name="Chris Herring" userId="dca6c1b9ae6792aa" providerId="LiveId" clId="{59076A4C-DBC8-4720-9B53-C317FE2881C6}" dt="2025-09-02T05:54:36.025" v="593"/>
          <ac:spMkLst>
            <pc:docMk/>
            <pc:sldMk cId="0" sldId="317"/>
            <ac:spMk id="3556" creationId="{00000000-0000-0000-0000-000000000000}"/>
          </ac:spMkLst>
        </pc:spChg>
        <pc:spChg chg="mod">
          <ac:chgData name="Chris Herring" userId="dca6c1b9ae6792aa" providerId="LiveId" clId="{59076A4C-DBC8-4720-9B53-C317FE2881C6}" dt="2025-09-02T05:54:36.025" v="593"/>
          <ac:spMkLst>
            <pc:docMk/>
            <pc:sldMk cId="0" sldId="317"/>
            <ac:spMk id="3561" creationId="{00000000-0000-0000-0000-000000000000}"/>
          </ac:spMkLst>
        </pc:spChg>
        <pc:spChg chg="mod">
          <ac:chgData name="Chris Herring" userId="dca6c1b9ae6792aa" providerId="LiveId" clId="{59076A4C-DBC8-4720-9B53-C317FE2881C6}" dt="2025-09-02T05:54:36.025" v="593"/>
          <ac:spMkLst>
            <pc:docMk/>
            <pc:sldMk cId="0" sldId="317"/>
            <ac:spMk id="3564" creationId="{00000000-0000-0000-0000-000000000000}"/>
          </ac:spMkLst>
        </pc:spChg>
        <pc:spChg chg="mod">
          <ac:chgData name="Chris Herring" userId="dca6c1b9ae6792aa" providerId="LiveId" clId="{59076A4C-DBC8-4720-9B53-C317FE2881C6}" dt="2025-09-02T05:54:36.025" v="593"/>
          <ac:spMkLst>
            <pc:docMk/>
            <pc:sldMk cId="0" sldId="317"/>
            <ac:spMk id="3566" creationId="{00000000-0000-0000-0000-000000000000}"/>
          </ac:spMkLst>
        </pc:spChg>
        <pc:spChg chg="mod">
          <ac:chgData name="Chris Herring" userId="dca6c1b9ae6792aa" providerId="LiveId" clId="{59076A4C-DBC8-4720-9B53-C317FE2881C6}" dt="2025-09-02T05:54:36.025" v="593"/>
          <ac:spMkLst>
            <pc:docMk/>
            <pc:sldMk cId="0" sldId="317"/>
            <ac:spMk id="3575" creationId="{00000000-0000-0000-0000-000000000000}"/>
          </ac:spMkLst>
        </pc:spChg>
        <pc:spChg chg="mod">
          <ac:chgData name="Chris Herring" userId="dca6c1b9ae6792aa" providerId="LiveId" clId="{59076A4C-DBC8-4720-9B53-C317FE2881C6}" dt="2025-09-02T05:54:36.025" v="593"/>
          <ac:spMkLst>
            <pc:docMk/>
            <pc:sldMk cId="0" sldId="317"/>
            <ac:spMk id="3576" creationId="{00000000-0000-0000-0000-000000000000}"/>
          </ac:spMkLst>
        </pc:spChg>
        <pc:spChg chg="mod">
          <ac:chgData name="Chris Herring" userId="dca6c1b9ae6792aa" providerId="LiveId" clId="{59076A4C-DBC8-4720-9B53-C317FE2881C6}" dt="2025-09-02T05:54:36.025" v="593"/>
          <ac:spMkLst>
            <pc:docMk/>
            <pc:sldMk cId="0" sldId="317"/>
            <ac:spMk id="3577" creationId="{00000000-0000-0000-0000-000000000000}"/>
          </ac:spMkLst>
        </pc:spChg>
        <pc:spChg chg="del">
          <ac:chgData name="Chris Herring" userId="dca6c1b9ae6792aa" providerId="LiveId" clId="{59076A4C-DBC8-4720-9B53-C317FE2881C6}" dt="2025-09-02T05:18:57.434" v="379" actId="478"/>
          <ac:spMkLst>
            <pc:docMk/>
            <pc:sldMk cId="0" sldId="317"/>
            <ac:spMk id="3579" creationId="{00000000-0000-0000-0000-000000000000}"/>
          </ac:spMkLst>
        </pc:spChg>
        <pc:grpChg chg="del">
          <ac:chgData name="Chris Herring" userId="dca6c1b9ae6792aa" providerId="LiveId" clId="{59076A4C-DBC8-4720-9B53-C317FE2881C6}" dt="2025-09-02T05:19:04.880" v="382" actId="478"/>
          <ac:grpSpMkLst>
            <pc:docMk/>
            <pc:sldMk cId="0" sldId="317"/>
            <ac:grpSpMk id="3526" creationId="{00000000-0000-0000-0000-000000000000}"/>
          </ac:grpSpMkLst>
        </pc:grpChg>
      </pc:sldChg>
      <pc:sldChg chg="modTransition">
        <pc:chgData name="Chris Herring" userId="dca6c1b9ae6792aa" providerId="LiveId" clId="{59076A4C-DBC8-4720-9B53-C317FE2881C6}" dt="2025-09-02T04:01:19.201" v="68"/>
        <pc:sldMkLst>
          <pc:docMk/>
          <pc:sldMk cId="0" sldId="318"/>
        </pc:sldMkLst>
      </pc:sldChg>
      <pc:sldChg chg="modTransition">
        <pc:chgData name="Chris Herring" userId="dca6c1b9ae6792aa" providerId="LiveId" clId="{59076A4C-DBC8-4720-9B53-C317FE2881C6}" dt="2025-09-02T04:01:19.201" v="68"/>
        <pc:sldMkLst>
          <pc:docMk/>
          <pc:sldMk cId="0" sldId="319"/>
        </pc:sldMkLst>
      </pc:sldChg>
      <pc:sldChg chg="delSp modSp mod modTransition modNotes">
        <pc:chgData name="Chris Herring" userId="dca6c1b9ae6792aa" providerId="LiveId" clId="{59076A4C-DBC8-4720-9B53-C317FE2881C6}" dt="2025-09-02T05:54:36.025" v="593"/>
        <pc:sldMkLst>
          <pc:docMk/>
          <pc:sldMk cId="0" sldId="320"/>
        </pc:sldMkLst>
        <pc:spChg chg="del">
          <ac:chgData name="Chris Herring" userId="dca6c1b9ae6792aa" providerId="LiveId" clId="{59076A4C-DBC8-4720-9B53-C317FE2881C6}" dt="2025-09-02T05:19:40.549" v="384" actId="478"/>
          <ac:spMkLst>
            <pc:docMk/>
            <pc:sldMk cId="0" sldId="320"/>
            <ac:spMk id="3708" creationId="{00000000-0000-0000-0000-000000000000}"/>
          </ac:spMkLst>
        </pc:spChg>
        <pc:spChg chg="mod">
          <ac:chgData name="Chris Herring" userId="dca6c1b9ae6792aa" providerId="LiveId" clId="{59076A4C-DBC8-4720-9B53-C317FE2881C6}" dt="2025-09-02T05:54:36.025" v="593"/>
          <ac:spMkLst>
            <pc:docMk/>
            <pc:sldMk cId="0" sldId="320"/>
            <ac:spMk id="3754" creationId="{00000000-0000-0000-0000-000000000000}"/>
          </ac:spMkLst>
        </pc:spChg>
        <pc:spChg chg="mod">
          <ac:chgData name="Chris Herring" userId="dca6c1b9ae6792aa" providerId="LiveId" clId="{59076A4C-DBC8-4720-9B53-C317FE2881C6}" dt="2025-09-02T05:54:36.025" v="593"/>
          <ac:spMkLst>
            <pc:docMk/>
            <pc:sldMk cId="0" sldId="320"/>
            <ac:spMk id="3755" creationId="{00000000-0000-0000-0000-000000000000}"/>
          </ac:spMkLst>
        </pc:spChg>
        <pc:grpChg chg="del">
          <ac:chgData name="Chris Herring" userId="dca6c1b9ae6792aa" providerId="LiveId" clId="{59076A4C-DBC8-4720-9B53-C317FE2881C6}" dt="2025-09-02T05:19:40.549" v="384" actId="478"/>
          <ac:grpSpMkLst>
            <pc:docMk/>
            <pc:sldMk cId="0" sldId="320"/>
            <ac:grpSpMk id="3703" creationId="{00000000-0000-0000-0000-000000000000}"/>
          </ac:grpSpMkLst>
        </pc:grpChg>
        <pc:grpChg chg="del">
          <ac:chgData name="Chris Herring" userId="dca6c1b9ae6792aa" providerId="LiveId" clId="{59076A4C-DBC8-4720-9B53-C317FE2881C6}" dt="2025-09-02T05:19:45.397" v="385" actId="478"/>
          <ac:grpSpMkLst>
            <pc:docMk/>
            <pc:sldMk cId="0" sldId="320"/>
            <ac:grpSpMk id="3709"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321"/>
        </pc:sldMkLst>
        <pc:spChg chg="del">
          <ac:chgData name="Chris Herring" userId="dca6c1b9ae6792aa" providerId="LiveId" clId="{59076A4C-DBC8-4720-9B53-C317FE2881C6}" dt="2025-09-02T05:20:01.352" v="386" actId="478"/>
          <ac:spMkLst>
            <pc:docMk/>
            <pc:sldMk cId="0" sldId="321"/>
            <ac:spMk id="3766" creationId="{00000000-0000-0000-0000-000000000000}"/>
          </ac:spMkLst>
        </pc:spChg>
        <pc:spChg chg="mod">
          <ac:chgData name="Chris Herring" userId="dca6c1b9ae6792aa" providerId="LiveId" clId="{59076A4C-DBC8-4720-9B53-C317FE2881C6}" dt="2025-09-02T05:54:36.025" v="593"/>
          <ac:spMkLst>
            <pc:docMk/>
            <pc:sldMk cId="0" sldId="321"/>
            <ac:spMk id="3776" creationId="{00000000-0000-0000-0000-000000000000}"/>
          </ac:spMkLst>
        </pc:spChg>
        <pc:spChg chg="mod">
          <ac:chgData name="Chris Herring" userId="dca6c1b9ae6792aa" providerId="LiveId" clId="{59076A4C-DBC8-4720-9B53-C317FE2881C6}" dt="2025-09-02T05:54:36.025" v="593"/>
          <ac:spMkLst>
            <pc:docMk/>
            <pc:sldMk cId="0" sldId="321"/>
            <ac:spMk id="3777" creationId="{00000000-0000-0000-0000-000000000000}"/>
          </ac:spMkLst>
        </pc:spChg>
        <pc:spChg chg="mod">
          <ac:chgData name="Chris Herring" userId="dca6c1b9ae6792aa" providerId="LiveId" clId="{59076A4C-DBC8-4720-9B53-C317FE2881C6}" dt="2025-09-02T05:54:36.025" v="593"/>
          <ac:spMkLst>
            <pc:docMk/>
            <pc:sldMk cId="0" sldId="321"/>
            <ac:spMk id="3781" creationId="{00000000-0000-0000-0000-000000000000}"/>
          </ac:spMkLst>
        </pc:spChg>
        <pc:spChg chg="mod">
          <ac:chgData name="Chris Herring" userId="dca6c1b9ae6792aa" providerId="LiveId" clId="{59076A4C-DBC8-4720-9B53-C317FE2881C6}" dt="2025-09-02T05:54:36.025" v="593"/>
          <ac:spMkLst>
            <pc:docMk/>
            <pc:sldMk cId="0" sldId="321"/>
            <ac:spMk id="3788" creationId="{00000000-0000-0000-0000-000000000000}"/>
          </ac:spMkLst>
        </pc:spChg>
        <pc:spChg chg="mod">
          <ac:chgData name="Chris Herring" userId="dca6c1b9ae6792aa" providerId="LiveId" clId="{59076A4C-DBC8-4720-9B53-C317FE2881C6}" dt="2025-09-02T05:54:36.025" v="593"/>
          <ac:spMkLst>
            <pc:docMk/>
            <pc:sldMk cId="0" sldId="321"/>
            <ac:spMk id="3791" creationId="{00000000-0000-0000-0000-000000000000}"/>
          </ac:spMkLst>
        </pc:spChg>
        <pc:spChg chg="mod">
          <ac:chgData name="Chris Herring" userId="dca6c1b9ae6792aa" providerId="LiveId" clId="{59076A4C-DBC8-4720-9B53-C317FE2881C6}" dt="2025-09-02T05:54:36.025" v="593"/>
          <ac:spMkLst>
            <pc:docMk/>
            <pc:sldMk cId="0" sldId="321"/>
            <ac:spMk id="3795" creationId="{00000000-0000-0000-0000-000000000000}"/>
          </ac:spMkLst>
        </pc:spChg>
        <pc:spChg chg="mod">
          <ac:chgData name="Chris Herring" userId="dca6c1b9ae6792aa" providerId="LiveId" clId="{59076A4C-DBC8-4720-9B53-C317FE2881C6}" dt="2025-09-02T05:54:36.025" v="593"/>
          <ac:spMkLst>
            <pc:docMk/>
            <pc:sldMk cId="0" sldId="321"/>
            <ac:spMk id="3799" creationId="{00000000-0000-0000-0000-000000000000}"/>
          </ac:spMkLst>
        </pc:spChg>
        <pc:spChg chg="mod">
          <ac:chgData name="Chris Herring" userId="dca6c1b9ae6792aa" providerId="LiveId" clId="{59076A4C-DBC8-4720-9B53-C317FE2881C6}" dt="2025-09-02T05:54:36.025" v="593"/>
          <ac:spMkLst>
            <pc:docMk/>
            <pc:sldMk cId="0" sldId="321"/>
            <ac:spMk id="3805" creationId="{00000000-0000-0000-0000-000000000000}"/>
          </ac:spMkLst>
        </pc:spChg>
        <pc:spChg chg="mod">
          <ac:chgData name="Chris Herring" userId="dca6c1b9ae6792aa" providerId="LiveId" clId="{59076A4C-DBC8-4720-9B53-C317FE2881C6}" dt="2025-09-02T05:54:36.025" v="593"/>
          <ac:spMkLst>
            <pc:docMk/>
            <pc:sldMk cId="0" sldId="321"/>
            <ac:spMk id="3810" creationId="{00000000-0000-0000-0000-000000000000}"/>
          </ac:spMkLst>
        </pc:spChg>
        <pc:spChg chg="mod">
          <ac:chgData name="Chris Herring" userId="dca6c1b9ae6792aa" providerId="LiveId" clId="{59076A4C-DBC8-4720-9B53-C317FE2881C6}" dt="2025-09-02T05:54:36.025" v="593"/>
          <ac:spMkLst>
            <pc:docMk/>
            <pc:sldMk cId="0" sldId="321"/>
            <ac:spMk id="3812" creationId="{00000000-0000-0000-0000-000000000000}"/>
          </ac:spMkLst>
        </pc:spChg>
        <pc:grpChg chg="del">
          <ac:chgData name="Chris Herring" userId="dca6c1b9ae6792aa" providerId="LiveId" clId="{59076A4C-DBC8-4720-9B53-C317FE2881C6}" dt="2025-09-02T05:20:01.352" v="386" actId="478"/>
          <ac:grpSpMkLst>
            <pc:docMk/>
            <pc:sldMk cId="0" sldId="321"/>
            <ac:grpSpMk id="3761"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322"/>
        </pc:sldMkLst>
        <pc:spChg chg="del">
          <ac:chgData name="Chris Herring" userId="dca6c1b9ae6792aa" providerId="LiveId" clId="{59076A4C-DBC8-4720-9B53-C317FE2881C6}" dt="2025-09-02T05:20:28.519" v="388" actId="478"/>
          <ac:spMkLst>
            <pc:docMk/>
            <pc:sldMk cId="0" sldId="322"/>
            <ac:spMk id="3825" creationId="{00000000-0000-0000-0000-000000000000}"/>
          </ac:spMkLst>
        </pc:spChg>
        <pc:spChg chg="mod">
          <ac:chgData name="Chris Herring" userId="dca6c1b9ae6792aa" providerId="LiveId" clId="{59076A4C-DBC8-4720-9B53-C317FE2881C6}" dt="2025-09-02T05:54:36.025" v="593"/>
          <ac:spMkLst>
            <pc:docMk/>
            <pc:sldMk cId="0" sldId="322"/>
            <ac:spMk id="3871" creationId="{00000000-0000-0000-0000-000000000000}"/>
          </ac:spMkLst>
        </pc:spChg>
        <pc:spChg chg="mod">
          <ac:chgData name="Chris Herring" userId="dca6c1b9ae6792aa" providerId="LiveId" clId="{59076A4C-DBC8-4720-9B53-C317FE2881C6}" dt="2025-09-02T05:54:36.025" v="593"/>
          <ac:spMkLst>
            <pc:docMk/>
            <pc:sldMk cId="0" sldId="322"/>
            <ac:spMk id="3872" creationId="{00000000-0000-0000-0000-000000000000}"/>
          </ac:spMkLst>
        </pc:spChg>
        <pc:grpChg chg="del">
          <ac:chgData name="Chris Herring" userId="dca6c1b9ae6792aa" providerId="LiveId" clId="{59076A4C-DBC8-4720-9B53-C317FE2881C6}" dt="2025-09-02T05:20:28.519" v="388" actId="478"/>
          <ac:grpSpMkLst>
            <pc:docMk/>
            <pc:sldMk cId="0" sldId="322"/>
            <ac:grpSpMk id="3820" creationId="{00000000-0000-0000-0000-000000000000}"/>
          </ac:grpSpMkLst>
        </pc:grpChg>
        <pc:grpChg chg="del">
          <ac:chgData name="Chris Herring" userId="dca6c1b9ae6792aa" providerId="LiveId" clId="{59076A4C-DBC8-4720-9B53-C317FE2881C6}" dt="2025-09-02T05:20:31.454" v="389" actId="478"/>
          <ac:grpSpMkLst>
            <pc:docMk/>
            <pc:sldMk cId="0" sldId="322"/>
            <ac:grpSpMk id="3826" creationId="{00000000-0000-0000-0000-000000000000}"/>
          </ac:grpSpMkLst>
        </pc:grpChg>
        <pc:picChg chg="mod">
          <ac:chgData name="Chris Herring" userId="dca6c1b9ae6792aa" providerId="LiveId" clId="{59076A4C-DBC8-4720-9B53-C317FE2881C6}" dt="2025-09-02T05:54:36.025" v="593"/>
          <ac:picMkLst>
            <pc:docMk/>
            <pc:sldMk cId="0" sldId="322"/>
            <ac:picMk id="3873"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3"/>
        </pc:sldMkLst>
        <pc:spChg chg="del">
          <ac:chgData name="Chris Herring" userId="dca6c1b9ae6792aa" providerId="LiveId" clId="{59076A4C-DBC8-4720-9B53-C317FE2881C6}" dt="2025-09-02T05:21:44.089" v="442" actId="478"/>
          <ac:spMkLst>
            <pc:docMk/>
            <pc:sldMk cId="0" sldId="323"/>
            <ac:spMk id="3884" creationId="{00000000-0000-0000-0000-000000000000}"/>
          </ac:spMkLst>
        </pc:spChg>
        <pc:spChg chg="mod">
          <ac:chgData name="Chris Herring" userId="dca6c1b9ae6792aa" providerId="LiveId" clId="{59076A4C-DBC8-4720-9B53-C317FE2881C6}" dt="2025-09-02T05:54:36.025" v="593"/>
          <ac:spMkLst>
            <pc:docMk/>
            <pc:sldMk cId="0" sldId="323"/>
            <ac:spMk id="3930" creationId="{00000000-0000-0000-0000-000000000000}"/>
          </ac:spMkLst>
        </pc:spChg>
        <pc:spChg chg="mod">
          <ac:chgData name="Chris Herring" userId="dca6c1b9ae6792aa" providerId="LiveId" clId="{59076A4C-DBC8-4720-9B53-C317FE2881C6}" dt="2025-09-02T05:54:36.025" v="593"/>
          <ac:spMkLst>
            <pc:docMk/>
            <pc:sldMk cId="0" sldId="323"/>
            <ac:spMk id="3931" creationId="{00000000-0000-0000-0000-000000000000}"/>
          </ac:spMkLst>
        </pc:spChg>
        <pc:grpChg chg="del">
          <ac:chgData name="Chris Herring" userId="dca6c1b9ae6792aa" providerId="LiveId" clId="{59076A4C-DBC8-4720-9B53-C317FE2881C6}" dt="2025-09-02T05:21:44.089" v="442" actId="478"/>
          <ac:grpSpMkLst>
            <pc:docMk/>
            <pc:sldMk cId="0" sldId="323"/>
            <ac:grpSpMk id="3879" creationId="{00000000-0000-0000-0000-000000000000}"/>
          </ac:grpSpMkLst>
        </pc:grpChg>
        <pc:grpChg chg="del">
          <ac:chgData name="Chris Herring" userId="dca6c1b9ae6792aa" providerId="LiveId" clId="{59076A4C-DBC8-4720-9B53-C317FE2881C6}" dt="2025-09-02T05:22:35.568" v="449" actId="478"/>
          <ac:grpSpMkLst>
            <pc:docMk/>
            <pc:sldMk cId="0" sldId="323"/>
            <ac:grpSpMk id="3885" creationId="{00000000-0000-0000-0000-000000000000}"/>
          </ac:grpSpMkLst>
        </pc:grpChg>
        <pc:picChg chg="mod">
          <ac:chgData name="Chris Herring" userId="dca6c1b9ae6792aa" providerId="LiveId" clId="{59076A4C-DBC8-4720-9B53-C317FE2881C6}" dt="2025-09-02T05:54:36.025" v="593"/>
          <ac:picMkLst>
            <pc:docMk/>
            <pc:sldMk cId="0" sldId="323"/>
            <ac:picMk id="3932"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4"/>
        </pc:sldMkLst>
        <pc:spChg chg="del">
          <ac:chgData name="Chris Herring" userId="dca6c1b9ae6792aa" providerId="LiveId" clId="{59076A4C-DBC8-4720-9B53-C317FE2881C6}" dt="2025-09-02T05:23:01.954" v="450" actId="478"/>
          <ac:spMkLst>
            <pc:docMk/>
            <pc:sldMk cId="0" sldId="324"/>
            <ac:spMk id="3943" creationId="{00000000-0000-0000-0000-000000000000}"/>
          </ac:spMkLst>
        </pc:spChg>
        <pc:spChg chg="mod">
          <ac:chgData name="Chris Herring" userId="dca6c1b9ae6792aa" providerId="LiveId" clId="{59076A4C-DBC8-4720-9B53-C317FE2881C6}" dt="2025-09-02T05:54:36.025" v="593"/>
          <ac:spMkLst>
            <pc:docMk/>
            <pc:sldMk cId="0" sldId="324"/>
            <ac:spMk id="3944" creationId="{00000000-0000-0000-0000-000000000000}"/>
          </ac:spMkLst>
        </pc:spChg>
        <pc:spChg chg="mod">
          <ac:chgData name="Chris Herring" userId="dca6c1b9ae6792aa" providerId="LiveId" clId="{59076A4C-DBC8-4720-9B53-C317FE2881C6}" dt="2025-09-02T05:54:36.025" v="593"/>
          <ac:spMkLst>
            <pc:docMk/>
            <pc:sldMk cId="0" sldId="324"/>
            <ac:spMk id="3945" creationId="{00000000-0000-0000-0000-000000000000}"/>
          </ac:spMkLst>
        </pc:spChg>
        <pc:grpChg chg="del">
          <ac:chgData name="Chris Herring" userId="dca6c1b9ae6792aa" providerId="LiveId" clId="{59076A4C-DBC8-4720-9B53-C317FE2881C6}" dt="2025-09-02T05:23:01.954" v="450" actId="478"/>
          <ac:grpSpMkLst>
            <pc:docMk/>
            <pc:sldMk cId="0" sldId="324"/>
            <ac:grpSpMk id="3938" creationId="{00000000-0000-0000-0000-000000000000}"/>
          </ac:grpSpMkLst>
        </pc:grpChg>
        <pc:picChg chg="mod">
          <ac:chgData name="Chris Herring" userId="dca6c1b9ae6792aa" providerId="LiveId" clId="{59076A4C-DBC8-4720-9B53-C317FE2881C6}" dt="2025-09-02T05:54:36.025" v="593"/>
          <ac:picMkLst>
            <pc:docMk/>
            <pc:sldMk cId="0" sldId="324"/>
            <ac:picMk id="3946"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5"/>
        </pc:sldMkLst>
        <pc:spChg chg="del">
          <ac:chgData name="Chris Herring" userId="dca6c1b9ae6792aa" providerId="LiveId" clId="{59076A4C-DBC8-4720-9B53-C317FE2881C6}" dt="2025-09-02T05:24:08.435" v="466" actId="478"/>
          <ac:spMkLst>
            <pc:docMk/>
            <pc:sldMk cId="0" sldId="325"/>
            <ac:spMk id="3957" creationId="{00000000-0000-0000-0000-000000000000}"/>
          </ac:spMkLst>
        </pc:spChg>
        <pc:spChg chg="mod">
          <ac:chgData name="Chris Herring" userId="dca6c1b9ae6792aa" providerId="LiveId" clId="{59076A4C-DBC8-4720-9B53-C317FE2881C6}" dt="2025-09-02T05:54:36.025" v="593"/>
          <ac:spMkLst>
            <pc:docMk/>
            <pc:sldMk cId="0" sldId="325"/>
            <ac:spMk id="3958" creationId="{00000000-0000-0000-0000-000000000000}"/>
          </ac:spMkLst>
        </pc:spChg>
        <pc:spChg chg="mod">
          <ac:chgData name="Chris Herring" userId="dca6c1b9ae6792aa" providerId="LiveId" clId="{59076A4C-DBC8-4720-9B53-C317FE2881C6}" dt="2025-09-02T05:54:36.025" v="593"/>
          <ac:spMkLst>
            <pc:docMk/>
            <pc:sldMk cId="0" sldId="325"/>
            <ac:spMk id="3960" creationId="{00000000-0000-0000-0000-000000000000}"/>
          </ac:spMkLst>
        </pc:spChg>
        <pc:grpChg chg="del">
          <ac:chgData name="Chris Herring" userId="dca6c1b9ae6792aa" providerId="LiveId" clId="{59076A4C-DBC8-4720-9B53-C317FE2881C6}" dt="2025-09-02T05:24:08.435" v="466" actId="478"/>
          <ac:grpSpMkLst>
            <pc:docMk/>
            <pc:sldMk cId="0" sldId="325"/>
            <ac:grpSpMk id="3952" creationId="{00000000-0000-0000-0000-000000000000}"/>
          </ac:grpSpMkLst>
        </pc:grpChg>
        <pc:picChg chg="mod">
          <ac:chgData name="Chris Herring" userId="dca6c1b9ae6792aa" providerId="LiveId" clId="{59076A4C-DBC8-4720-9B53-C317FE2881C6}" dt="2025-09-02T05:54:36.025" v="593"/>
          <ac:picMkLst>
            <pc:docMk/>
            <pc:sldMk cId="0" sldId="325"/>
            <ac:picMk id="3959"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6"/>
        </pc:sldMkLst>
        <pc:spChg chg="del">
          <ac:chgData name="Chris Herring" userId="dca6c1b9ae6792aa" providerId="LiveId" clId="{59076A4C-DBC8-4720-9B53-C317FE2881C6}" dt="2025-09-02T05:24:21.758" v="468" actId="478"/>
          <ac:spMkLst>
            <pc:docMk/>
            <pc:sldMk cId="0" sldId="326"/>
            <ac:spMk id="3971" creationId="{00000000-0000-0000-0000-000000000000}"/>
          </ac:spMkLst>
        </pc:spChg>
        <pc:spChg chg="mod">
          <ac:chgData name="Chris Herring" userId="dca6c1b9ae6792aa" providerId="LiveId" clId="{59076A4C-DBC8-4720-9B53-C317FE2881C6}" dt="2025-09-02T05:54:36.025" v="593"/>
          <ac:spMkLst>
            <pc:docMk/>
            <pc:sldMk cId="0" sldId="326"/>
            <ac:spMk id="4017" creationId="{00000000-0000-0000-0000-000000000000}"/>
          </ac:spMkLst>
        </pc:spChg>
        <pc:spChg chg="mod">
          <ac:chgData name="Chris Herring" userId="dca6c1b9ae6792aa" providerId="LiveId" clId="{59076A4C-DBC8-4720-9B53-C317FE2881C6}" dt="2025-09-02T05:54:36.025" v="593"/>
          <ac:spMkLst>
            <pc:docMk/>
            <pc:sldMk cId="0" sldId="326"/>
            <ac:spMk id="4018" creationId="{00000000-0000-0000-0000-000000000000}"/>
          </ac:spMkLst>
        </pc:spChg>
        <pc:grpChg chg="del">
          <ac:chgData name="Chris Herring" userId="dca6c1b9ae6792aa" providerId="LiveId" clId="{59076A4C-DBC8-4720-9B53-C317FE2881C6}" dt="2025-09-02T05:24:19.142" v="467" actId="478"/>
          <ac:grpSpMkLst>
            <pc:docMk/>
            <pc:sldMk cId="0" sldId="326"/>
            <ac:grpSpMk id="3966" creationId="{00000000-0000-0000-0000-000000000000}"/>
          </ac:grpSpMkLst>
        </pc:grpChg>
        <pc:grpChg chg="del">
          <ac:chgData name="Chris Herring" userId="dca6c1b9ae6792aa" providerId="LiveId" clId="{59076A4C-DBC8-4720-9B53-C317FE2881C6}" dt="2025-09-02T05:24:19.142" v="467" actId="478"/>
          <ac:grpSpMkLst>
            <pc:docMk/>
            <pc:sldMk cId="0" sldId="326"/>
            <ac:grpSpMk id="3972" creationId="{00000000-0000-0000-0000-000000000000}"/>
          </ac:grpSpMkLst>
        </pc:grpChg>
        <pc:picChg chg="mod">
          <ac:chgData name="Chris Herring" userId="dca6c1b9ae6792aa" providerId="LiveId" clId="{59076A4C-DBC8-4720-9B53-C317FE2881C6}" dt="2025-09-02T05:54:36.025" v="593"/>
          <ac:picMkLst>
            <pc:docMk/>
            <pc:sldMk cId="0" sldId="326"/>
            <ac:picMk id="4019"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7"/>
        </pc:sldMkLst>
        <pc:spChg chg="del">
          <ac:chgData name="Chris Herring" userId="dca6c1b9ae6792aa" providerId="LiveId" clId="{59076A4C-DBC8-4720-9B53-C317FE2881C6}" dt="2025-09-02T05:25:15.419" v="504" actId="478"/>
          <ac:spMkLst>
            <pc:docMk/>
            <pc:sldMk cId="0" sldId="327"/>
            <ac:spMk id="4030" creationId="{00000000-0000-0000-0000-000000000000}"/>
          </ac:spMkLst>
        </pc:spChg>
        <pc:spChg chg="mod">
          <ac:chgData name="Chris Herring" userId="dca6c1b9ae6792aa" providerId="LiveId" clId="{59076A4C-DBC8-4720-9B53-C317FE2881C6}" dt="2025-09-02T05:54:36.025" v="593"/>
          <ac:spMkLst>
            <pc:docMk/>
            <pc:sldMk cId="0" sldId="327"/>
            <ac:spMk id="4076" creationId="{00000000-0000-0000-0000-000000000000}"/>
          </ac:spMkLst>
        </pc:spChg>
        <pc:spChg chg="mod">
          <ac:chgData name="Chris Herring" userId="dca6c1b9ae6792aa" providerId="LiveId" clId="{59076A4C-DBC8-4720-9B53-C317FE2881C6}" dt="2025-09-02T05:54:36.025" v="593"/>
          <ac:spMkLst>
            <pc:docMk/>
            <pc:sldMk cId="0" sldId="327"/>
            <ac:spMk id="4077" creationId="{00000000-0000-0000-0000-000000000000}"/>
          </ac:spMkLst>
        </pc:spChg>
        <pc:grpChg chg="del">
          <ac:chgData name="Chris Herring" userId="dca6c1b9ae6792aa" providerId="LiveId" clId="{59076A4C-DBC8-4720-9B53-C317FE2881C6}" dt="2025-09-02T05:25:10.597" v="503" actId="478"/>
          <ac:grpSpMkLst>
            <pc:docMk/>
            <pc:sldMk cId="0" sldId="327"/>
            <ac:grpSpMk id="4025" creationId="{00000000-0000-0000-0000-000000000000}"/>
          </ac:grpSpMkLst>
        </pc:grpChg>
        <pc:grpChg chg="del">
          <ac:chgData name="Chris Herring" userId="dca6c1b9ae6792aa" providerId="LiveId" clId="{59076A4C-DBC8-4720-9B53-C317FE2881C6}" dt="2025-09-02T05:25:10.597" v="503" actId="478"/>
          <ac:grpSpMkLst>
            <pc:docMk/>
            <pc:sldMk cId="0" sldId="327"/>
            <ac:grpSpMk id="4031" creationId="{00000000-0000-0000-0000-000000000000}"/>
          </ac:grpSpMkLst>
        </pc:grpChg>
        <pc:picChg chg="mod">
          <ac:chgData name="Chris Herring" userId="dca6c1b9ae6792aa" providerId="LiveId" clId="{59076A4C-DBC8-4720-9B53-C317FE2881C6}" dt="2025-09-02T05:54:36.025" v="593"/>
          <ac:picMkLst>
            <pc:docMk/>
            <pc:sldMk cId="0" sldId="327"/>
            <ac:picMk id="4078"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8"/>
        </pc:sldMkLst>
        <pc:spChg chg="del">
          <ac:chgData name="Chris Herring" userId="dca6c1b9ae6792aa" providerId="LiveId" clId="{59076A4C-DBC8-4720-9B53-C317FE2881C6}" dt="2025-09-02T05:26:07.111" v="513" actId="478"/>
          <ac:spMkLst>
            <pc:docMk/>
            <pc:sldMk cId="0" sldId="328"/>
            <ac:spMk id="4089" creationId="{00000000-0000-0000-0000-000000000000}"/>
          </ac:spMkLst>
        </pc:spChg>
        <pc:spChg chg="mod">
          <ac:chgData name="Chris Herring" userId="dca6c1b9ae6792aa" providerId="LiveId" clId="{59076A4C-DBC8-4720-9B53-C317FE2881C6}" dt="2025-09-02T05:54:36.025" v="593"/>
          <ac:spMkLst>
            <pc:docMk/>
            <pc:sldMk cId="0" sldId="328"/>
            <ac:spMk id="4135" creationId="{00000000-0000-0000-0000-000000000000}"/>
          </ac:spMkLst>
        </pc:spChg>
        <pc:spChg chg="mod">
          <ac:chgData name="Chris Herring" userId="dca6c1b9ae6792aa" providerId="LiveId" clId="{59076A4C-DBC8-4720-9B53-C317FE2881C6}" dt="2025-09-02T05:54:36.025" v="593"/>
          <ac:spMkLst>
            <pc:docMk/>
            <pc:sldMk cId="0" sldId="328"/>
            <ac:spMk id="4136" creationId="{00000000-0000-0000-0000-000000000000}"/>
          </ac:spMkLst>
        </pc:spChg>
        <pc:grpChg chg="del">
          <ac:chgData name="Chris Herring" userId="dca6c1b9ae6792aa" providerId="LiveId" clId="{59076A4C-DBC8-4720-9B53-C317FE2881C6}" dt="2025-09-02T05:26:07.111" v="513" actId="478"/>
          <ac:grpSpMkLst>
            <pc:docMk/>
            <pc:sldMk cId="0" sldId="328"/>
            <ac:grpSpMk id="4084" creationId="{00000000-0000-0000-0000-000000000000}"/>
          </ac:grpSpMkLst>
        </pc:grpChg>
        <pc:grpChg chg="del">
          <ac:chgData name="Chris Herring" userId="dca6c1b9ae6792aa" providerId="LiveId" clId="{59076A4C-DBC8-4720-9B53-C317FE2881C6}" dt="2025-09-02T05:26:11.389" v="514" actId="478"/>
          <ac:grpSpMkLst>
            <pc:docMk/>
            <pc:sldMk cId="0" sldId="328"/>
            <ac:grpSpMk id="4090" creationId="{00000000-0000-0000-0000-000000000000}"/>
          </ac:grpSpMkLst>
        </pc:grpChg>
        <pc:picChg chg="mod">
          <ac:chgData name="Chris Herring" userId="dca6c1b9ae6792aa" providerId="LiveId" clId="{59076A4C-DBC8-4720-9B53-C317FE2881C6}" dt="2025-09-02T05:54:36.025" v="593"/>
          <ac:picMkLst>
            <pc:docMk/>
            <pc:sldMk cId="0" sldId="328"/>
            <ac:picMk id="4137" creationId="{00000000-0000-0000-0000-000000000000}"/>
          </ac:picMkLst>
        </pc:picChg>
      </pc:sldChg>
      <pc:sldChg chg="delSp modSp mod modTransition modNotes">
        <pc:chgData name="Chris Herring" userId="dca6c1b9ae6792aa" providerId="LiveId" clId="{59076A4C-DBC8-4720-9B53-C317FE2881C6}" dt="2025-09-02T05:54:36.025" v="593"/>
        <pc:sldMkLst>
          <pc:docMk/>
          <pc:sldMk cId="0" sldId="329"/>
        </pc:sldMkLst>
        <pc:spChg chg="del">
          <ac:chgData name="Chris Herring" userId="dca6c1b9ae6792aa" providerId="LiveId" clId="{59076A4C-DBC8-4720-9B53-C317FE2881C6}" dt="2025-09-02T05:26:46.602" v="516" actId="478"/>
          <ac:spMkLst>
            <pc:docMk/>
            <pc:sldMk cId="0" sldId="329"/>
            <ac:spMk id="4148" creationId="{00000000-0000-0000-0000-000000000000}"/>
          </ac:spMkLst>
        </pc:spChg>
        <pc:spChg chg="mod">
          <ac:chgData name="Chris Herring" userId="dca6c1b9ae6792aa" providerId="LiveId" clId="{59076A4C-DBC8-4720-9B53-C317FE2881C6}" dt="2025-09-02T05:54:36.025" v="593"/>
          <ac:spMkLst>
            <pc:docMk/>
            <pc:sldMk cId="0" sldId="329"/>
            <ac:spMk id="4160" creationId="{00000000-0000-0000-0000-000000000000}"/>
          </ac:spMkLst>
        </pc:spChg>
        <pc:spChg chg="mod">
          <ac:chgData name="Chris Herring" userId="dca6c1b9ae6792aa" providerId="LiveId" clId="{59076A4C-DBC8-4720-9B53-C317FE2881C6}" dt="2025-09-02T05:54:36.025" v="593"/>
          <ac:spMkLst>
            <pc:docMk/>
            <pc:sldMk cId="0" sldId="329"/>
            <ac:spMk id="4162" creationId="{00000000-0000-0000-0000-000000000000}"/>
          </ac:spMkLst>
        </pc:spChg>
        <pc:spChg chg="mod">
          <ac:chgData name="Chris Herring" userId="dca6c1b9ae6792aa" providerId="LiveId" clId="{59076A4C-DBC8-4720-9B53-C317FE2881C6}" dt="2025-09-02T05:54:36.025" v="593"/>
          <ac:spMkLst>
            <pc:docMk/>
            <pc:sldMk cId="0" sldId="329"/>
            <ac:spMk id="4164" creationId="{00000000-0000-0000-0000-000000000000}"/>
          </ac:spMkLst>
        </pc:spChg>
        <pc:spChg chg="mod">
          <ac:chgData name="Chris Herring" userId="dca6c1b9ae6792aa" providerId="LiveId" clId="{59076A4C-DBC8-4720-9B53-C317FE2881C6}" dt="2025-09-02T05:54:36.025" v="593"/>
          <ac:spMkLst>
            <pc:docMk/>
            <pc:sldMk cId="0" sldId="329"/>
            <ac:spMk id="4170" creationId="{00000000-0000-0000-0000-000000000000}"/>
          </ac:spMkLst>
        </pc:spChg>
        <pc:spChg chg="mod">
          <ac:chgData name="Chris Herring" userId="dca6c1b9ae6792aa" providerId="LiveId" clId="{59076A4C-DBC8-4720-9B53-C317FE2881C6}" dt="2025-09-02T05:54:36.025" v="593"/>
          <ac:spMkLst>
            <pc:docMk/>
            <pc:sldMk cId="0" sldId="329"/>
            <ac:spMk id="4173" creationId="{00000000-0000-0000-0000-000000000000}"/>
          </ac:spMkLst>
        </pc:spChg>
        <pc:spChg chg="mod">
          <ac:chgData name="Chris Herring" userId="dca6c1b9ae6792aa" providerId="LiveId" clId="{59076A4C-DBC8-4720-9B53-C317FE2881C6}" dt="2025-09-02T05:54:36.025" v="593"/>
          <ac:spMkLst>
            <pc:docMk/>
            <pc:sldMk cId="0" sldId="329"/>
            <ac:spMk id="4174" creationId="{00000000-0000-0000-0000-000000000000}"/>
          </ac:spMkLst>
        </pc:spChg>
        <pc:spChg chg="mod">
          <ac:chgData name="Chris Herring" userId="dca6c1b9ae6792aa" providerId="LiveId" clId="{59076A4C-DBC8-4720-9B53-C317FE2881C6}" dt="2025-09-02T05:54:36.025" v="593"/>
          <ac:spMkLst>
            <pc:docMk/>
            <pc:sldMk cId="0" sldId="329"/>
            <ac:spMk id="4184" creationId="{00000000-0000-0000-0000-000000000000}"/>
          </ac:spMkLst>
        </pc:spChg>
        <pc:spChg chg="mod">
          <ac:chgData name="Chris Herring" userId="dca6c1b9ae6792aa" providerId="LiveId" clId="{59076A4C-DBC8-4720-9B53-C317FE2881C6}" dt="2025-09-02T05:54:36.025" v="593"/>
          <ac:spMkLst>
            <pc:docMk/>
            <pc:sldMk cId="0" sldId="329"/>
            <ac:spMk id="4191" creationId="{00000000-0000-0000-0000-000000000000}"/>
          </ac:spMkLst>
        </pc:spChg>
        <pc:spChg chg="mod">
          <ac:chgData name="Chris Herring" userId="dca6c1b9ae6792aa" providerId="LiveId" clId="{59076A4C-DBC8-4720-9B53-C317FE2881C6}" dt="2025-09-02T05:54:36.025" v="593"/>
          <ac:spMkLst>
            <pc:docMk/>
            <pc:sldMk cId="0" sldId="329"/>
            <ac:spMk id="4194" creationId="{00000000-0000-0000-0000-000000000000}"/>
          </ac:spMkLst>
        </pc:spChg>
        <pc:spChg chg="mod">
          <ac:chgData name="Chris Herring" userId="dca6c1b9ae6792aa" providerId="LiveId" clId="{59076A4C-DBC8-4720-9B53-C317FE2881C6}" dt="2025-09-02T05:54:36.025" v="593"/>
          <ac:spMkLst>
            <pc:docMk/>
            <pc:sldMk cId="0" sldId="329"/>
            <ac:spMk id="4195" creationId="{00000000-0000-0000-0000-000000000000}"/>
          </ac:spMkLst>
        </pc:spChg>
        <pc:grpChg chg="del">
          <ac:chgData name="Chris Herring" userId="dca6c1b9ae6792aa" providerId="LiveId" clId="{59076A4C-DBC8-4720-9B53-C317FE2881C6}" dt="2025-09-02T05:26:46.602" v="516" actId="478"/>
          <ac:grpSpMkLst>
            <pc:docMk/>
            <pc:sldMk cId="0" sldId="329"/>
            <ac:grpSpMk id="4143"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330"/>
        </pc:sldMkLst>
        <pc:spChg chg="del">
          <ac:chgData name="Chris Herring" userId="dca6c1b9ae6792aa" providerId="LiveId" clId="{59076A4C-DBC8-4720-9B53-C317FE2881C6}" dt="2025-09-02T05:27:15.226" v="521" actId="478"/>
          <ac:spMkLst>
            <pc:docMk/>
            <pc:sldMk cId="0" sldId="330"/>
            <ac:spMk id="4207" creationId="{00000000-0000-0000-0000-000000000000}"/>
          </ac:spMkLst>
        </pc:spChg>
        <pc:spChg chg="mod">
          <ac:chgData name="Chris Herring" userId="dca6c1b9ae6792aa" providerId="LiveId" clId="{59076A4C-DBC8-4720-9B53-C317FE2881C6}" dt="2025-09-02T05:54:36.025" v="593"/>
          <ac:spMkLst>
            <pc:docMk/>
            <pc:sldMk cId="0" sldId="330"/>
            <ac:spMk id="4253" creationId="{00000000-0000-0000-0000-000000000000}"/>
          </ac:spMkLst>
        </pc:spChg>
        <pc:spChg chg="mod">
          <ac:chgData name="Chris Herring" userId="dca6c1b9ae6792aa" providerId="LiveId" clId="{59076A4C-DBC8-4720-9B53-C317FE2881C6}" dt="2025-09-02T05:54:36.025" v="593"/>
          <ac:spMkLst>
            <pc:docMk/>
            <pc:sldMk cId="0" sldId="330"/>
            <ac:spMk id="4254" creationId="{00000000-0000-0000-0000-000000000000}"/>
          </ac:spMkLst>
        </pc:spChg>
        <pc:grpChg chg="del">
          <ac:chgData name="Chris Herring" userId="dca6c1b9ae6792aa" providerId="LiveId" clId="{59076A4C-DBC8-4720-9B53-C317FE2881C6}" dt="2025-09-02T05:27:15.226" v="521" actId="478"/>
          <ac:grpSpMkLst>
            <pc:docMk/>
            <pc:sldMk cId="0" sldId="330"/>
            <ac:grpSpMk id="4202" creationId="{00000000-0000-0000-0000-000000000000}"/>
          </ac:grpSpMkLst>
        </pc:grpChg>
        <pc:grpChg chg="del">
          <ac:chgData name="Chris Herring" userId="dca6c1b9ae6792aa" providerId="LiveId" clId="{59076A4C-DBC8-4720-9B53-C317FE2881C6}" dt="2025-09-02T05:27:18.252" v="522" actId="478"/>
          <ac:grpSpMkLst>
            <pc:docMk/>
            <pc:sldMk cId="0" sldId="330"/>
            <ac:grpSpMk id="4208" creationId="{00000000-0000-0000-0000-000000000000}"/>
          </ac:grpSpMkLst>
        </pc:grpChg>
        <pc:picChg chg="mod">
          <ac:chgData name="Chris Herring" userId="dca6c1b9ae6792aa" providerId="LiveId" clId="{59076A4C-DBC8-4720-9B53-C317FE2881C6}" dt="2025-09-02T05:54:36.025" v="593"/>
          <ac:picMkLst>
            <pc:docMk/>
            <pc:sldMk cId="0" sldId="330"/>
            <ac:picMk id="4255" creationId="{00000000-0000-0000-0000-000000000000}"/>
          </ac:picMkLst>
        </pc:picChg>
      </pc:sldChg>
      <pc:sldChg chg="addSp delSp modSp mod modTransition modNotes">
        <pc:chgData name="Chris Herring" userId="dca6c1b9ae6792aa" providerId="LiveId" clId="{59076A4C-DBC8-4720-9B53-C317FE2881C6}" dt="2025-09-02T05:54:36.025" v="593"/>
        <pc:sldMkLst>
          <pc:docMk/>
          <pc:sldMk cId="0" sldId="331"/>
        </pc:sldMkLst>
        <pc:spChg chg="mod">
          <ac:chgData name="Chris Herring" userId="dca6c1b9ae6792aa" providerId="LiveId" clId="{59076A4C-DBC8-4720-9B53-C317FE2881C6}" dt="2025-09-02T05:27:57.670" v="524" actId="571"/>
          <ac:spMkLst>
            <pc:docMk/>
            <pc:sldMk cId="0" sldId="331"/>
            <ac:spMk id="3" creationId="{1BCEEABD-8A5F-520B-E22C-C69A7D778272}"/>
          </ac:spMkLst>
        </pc:spChg>
        <pc:spChg chg="mod">
          <ac:chgData name="Chris Herring" userId="dca6c1b9ae6792aa" providerId="LiveId" clId="{59076A4C-DBC8-4720-9B53-C317FE2881C6}" dt="2025-09-02T05:27:57.670" v="524" actId="571"/>
          <ac:spMkLst>
            <pc:docMk/>
            <pc:sldMk cId="0" sldId="331"/>
            <ac:spMk id="4" creationId="{1585F926-F447-FC8A-32F1-B87ACC054669}"/>
          </ac:spMkLst>
        </pc:spChg>
        <pc:spChg chg="mod">
          <ac:chgData name="Chris Herring" userId="dca6c1b9ae6792aa" providerId="LiveId" clId="{59076A4C-DBC8-4720-9B53-C317FE2881C6}" dt="2025-09-02T05:27:57.670" v="524" actId="571"/>
          <ac:spMkLst>
            <pc:docMk/>
            <pc:sldMk cId="0" sldId="331"/>
            <ac:spMk id="5" creationId="{A38D1B7B-0CAE-4E97-5550-71EA472917BA}"/>
          </ac:spMkLst>
        </pc:spChg>
        <pc:spChg chg="mod">
          <ac:chgData name="Chris Herring" userId="dca6c1b9ae6792aa" providerId="LiveId" clId="{59076A4C-DBC8-4720-9B53-C317FE2881C6}" dt="2025-09-02T05:27:57.670" v="524" actId="571"/>
          <ac:spMkLst>
            <pc:docMk/>
            <pc:sldMk cId="0" sldId="331"/>
            <ac:spMk id="6" creationId="{0B801867-40C0-A331-8C2E-EF76B0B1EB5C}"/>
          </ac:spMkLst>
        </pc:spChg>
        <pc:spChg chg="add del mod">
          <ac:chgData name="Chris Herring" userId="dca6c1b9ae6792aa" providerId="LiveId" clId="{59076A4C-DBC8-4720-9B53-C317FE2881C6}" dt="2025-09-02T05:28:01.262" v="525" actId="478"/>
          <ac:spMkLst>
            <pc:docMk/>
            <pc:sldMk cId="0" sldId="331"/>
            <ac:spMk id="7" creationId="{82698B68-6E9A-E105-6117-C46FEAF99616}"/>
          </ac:spMkLst>
        </pc:spChg>
        <pc:spChg chg="del">
          <ac:chgData name="Chris Herring" userId="dca6c1b9ae6792aa" providerId="LiveId" clId="{59076A4C-DBC8-4720-9B53-C317FE2881C6}" dt="2025-09-02T05:28:03.983" v="526" actId="478"/>
          <ac:spMkLst>
            <pc:docMk/>
            <pc:sldMk cId="0" sldId="331"/>
            <ac:spMk id="4266" creationId="{00000000-0000-0000-0000-000000000000}"/>
          </ac:spMkLst>
        </pc:spChg>
        <pc:spChg chg="mod">
          <ac:chgData name="Chris Herring" userId="dca6c1b9ae6792aa" providerId="LiveId" clId="{59076A4C-DBC8-4720-9B53-C317FE2881C6}" dt="2025-09-02T05:54:36.025" v="593"/>
          <ac:spMkLst>
            <pc:docMk/>
            <pc:sldMk cId="0" sldId="331"/>
            <ac:spMk id="4271" creationId="{00000000-0000-0000-0000-000000000000}"/>
          </ac:spMkLst>
        </pc:spChg>
        <pc:spChg chg="mod">
          <ac:chgData name="Chris Herring" userId="dca6c1b9ae6792aa" providerId="LiveId" clId="{59076A4C-DBC8-4720-9B53-C317FE2881C6}" dt="2025-09-02T05:54:36.025" v="593"/>
          <ac:spMkLst>
            <pc:docMk/>
            <pc:sldMk cId="0" sldId="331"/>
            <ac:spMk id="4275" creationId="{00000000-0000-0000-0000-000000000000}"/>
          </ac:spMkLst>
        </pc:spChg>
        <pc:spChg chg="mod">
          <ac:chgData name="Chris Herring" userId="dca6c1b9ae6792aa" providerId="LiveId" clId="{59076A4C-DBC8-4720-9B53-C317FE2881C6}" dt="2025-09-02T05:54:36.025" v="593"/>
          <ac:spMkLst>
            <pc:docMk/>
            <pc:sldMk cId="0" sldId="331"/>
            <ac:spMk id="4278" creationId="{00000000-0000-0000-0000-000000000000}"/>
          </ac:spMkLst>
        </pc:spChg>
        <pc:spChg chg="mod">
          <ac:chgData name="Chris Herring" userId="dca6c1b9ae6792aa" providerId="LiveId" clId="{59076A4C-DBC8-4720-9B53-C317FE2881C6}" dt="2025-09-02T05:54:36.025" v="593"/>
          <ac:spMkLst>
            <pc:docMk/>
            <pc:sldMk cId="0" sldId="331"/>
            <ac:spMk id="4280" creationId="{00000000-0000-0000-0000-000000000000}"/>
          </ac:spMkLst>
        </pc:spChg>
        <pc:spChg chg="mod">
          <ac:chgData name="Chris Herring" userId="dca6c1b9ae6792aa" providerId="LiveId" clId="{59076A4C-DBC8-4720-9B53-C317FE2881C6}" dt="2025-09-02T05:54:36.025" v="593"/>
          <ac:spMkLst>
            <pc:docMk/>
            <pc:sldMk cId="0" sldId="331"/>
            <ac:spMk id="4284" creationId="{00000000-0000-0000-0000-000000000000}"/>
          </ac:spMkLst>
        </pc:spChg>
        <pc:spChg chg="mod">
          <ac:chgData name="Chris Herring" userId="dca6c1b9ae6792aa" providerId="LiveId" clId="{59076A4C-DBC8-4720-9B53-C317FE2881C6}" dt="2025-09-02T05:54:36.025" v="593"/>
          <ac:spMkLst>
            <pc:docMk/>
            <pc:sldMk cId="0" sldId="331"/>
            <ac:spMk id="4290" creationId="{00000000-0000-0000-0000-000000000000}"/>
          </ac:spMkLst>
        </pc:spChg>
        <pc:spChg chg="mod">
          <ac:chgData name="Chris Herring" userId="dca6c1b9ae6792aa" providerId="LiveId" clId="{59076A4C-DBC8-4720-9B53-C317FE2881C6}" dt="2025-09-02T05:54:36.025" v="593"/>
          <ac:spMkLst>
            <pc:docMk/>
            <pc:sldMk cId="0" sldId="331"/>
            <ac:spMk id="4298" creationId="{00000000-0000-0000-0000-000000000000}"/>
          </ac:spMkLst>
        </pc:spChg>
        <pc:spChg chg="mod">
          <ac:chgData name="Chris Herring" userId="dca6c1b9ae6792aa" providerId="LiveId" clId="{59076A4C-DBC8-4720-9B53-C317FE2881C6}" dt="2025-09-02T05:54:36.025" v="593"/>
          <ac:spMkLst>
            <pc:docMk/>
            <pc:sldMk cId="0" sldId="331"/>
            <ac:spMk id="4305" creationId="{00000000-0000-0000-0000-000000000000}"/>
          </ac:spMkLst>
        </pc:spChg>
        <pc:spChg chg="mod">
          <ac:chgData name="Chris Herring" userId="dca6c1b9ae6792aa" providerId="LiveId" clId="{59076A4C-DBC8-4720-9B53-C317FE2881C6}" dt="2025-09-02T05:54:36.025" v="593"/>
          <ac:spMkLst>
            <pc:docMk/>
            <pc:sldMk cId="0" sldId="331"/>
            <ac:spMk id="4306" creationId="{00000000-0000-0000-0000-000000000000}"/>
          </ac:spMkLst>
        </pc:spChg>
        <pc:spChg chg="mod">
          <ac:chgData name="Chris Herring" userId="dca6c1b9ae6792aa" providerId="LiveId" clId="{59076A4C-DBC8-4720-9B53-C317FE2881C6}" dt="2025-09-02T05:54:36.025" v="593"/>
          <ac:spMkLst>
            <pc:docMk/>
            <pc:sldMk cId="0" sldId="331"/>
            <ac:spMk id="4308" creationId="{00000000-0000-0000-0000-000000000000}"/>
          </ac:spMkLst>
        </pc:spChg>
        <pc:spChg chg="mod">
          <ac:chgData name="Chris Herring" userId="dca6c1b9ae6792aa" providerId="LiveId" clId="{59076A4C-DBC8-4720-9B53-C317FE2881C6}" dt="2025-09-02T05:28:39.844" v="529" actId="33524"/>
          <ac:spMkLst>
            <pc:docMk/>
            <pc:sldMk cId="0" sldId="331"/>
            <ac:spMk id="4312" creationId="{00000000-0000-0000-0000-000000000000}"/>
          </ac:spMkLst>
        </pc:spChg>
        <pc:grpChg chg="add del mod">
          <ac:chgData name="Chris Herring" userId="dca6c1b9ae6792aa" providerId="LiveId" clId="{59076A4C-DBC8-4720-9B53-C317FE2881C6}" dt="2025-09-02T05:28:01.262" v="525" actId="478"/>
          <ac:grpSpMkLst>
            <pc:docMk/>
            <pc:sldMk cId="0" sldId="331"/>
            <ac:grpSpMk id="2" creationId="{94825CFB-0BD8-910A-ABEE-A899ED50E2FE}"/>
          </ac:grpSpMkLst>
        </pc:grpChg>
        <pc:grpChg chg="del">
          <ac:chgData name="Chris Herring" userId="dca6c1b9ae6792aa" providerId="LiveId" clId="{59076A4C-DBC8-4720-9B53-C317FE2881C6}" dt="2025-09-02T05:28:06.054" v="527" actId="478"/>
          <ac:grpSpMkLst>
            <pc:docMk/>
            <pc:sldMk cId="0" sldId="331"/>
            <ac:grpSpMk id="4261"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332"/>
        </pc:sldMkLst>
        <pc:spChg chg="del">
          <ac:chgData name="Chris Herring" userId="dca6c1b9ae6792aa" providerId="LiveId" clId="{59076A4C-DBC8-4720-9B53-C317FE2881C6}" dt="2025-09-02T05:28:47.149" v="530" actId="478"/>
          <ac:spMkLst>
            <pc:docMk/>
            <pc:sldMk cId="0" sldId="332"/>
            <ac:spMk id="4325" creationId="{00000000-0000-0000-0000-000000000000}"/>
          </ac:spMkLst>
        </pc:spChg>
        <pc:spChg chg="mod">
          <ac:chgData name="Chris Herring" userId="dca6c1b9ae6792aa" providerId="LiveId" clId="{59076A4C-DBC8-4720-9B53-C317FE2881C6}" dt="2025-09-02T05:54:36.025" v="593"/>
          <ac:spMkLst>
            <pc:docMk/>
            <pc:sldMk cId="0" sldId="332"/>
            <ac:spMk id="4371" creationId="{00000000-0000-0000-0000-000000000000}"/>
          </ac:spMkLst>
        </pc:spChg>
        <pc:spChg chg="mod">
          <ac:chgData name="Chris Herring" userId="dca6c1b9ae6792aa" providerId="LiveId" clId="{59076A4C-DBC8-4720-9B53-C317FE2881C6}" dt="2025-09-02T05:54:36.025" v="593"/>
          <ac:spMkLst>
            <pc:docMk/>
            <pc:sldMk cId="0" sldId="332"/>
            <ac:spMk id="4372" creationId="{00000000-0000-0000-0000-000000000000}"/>
          </ac:spMkLst>
        </pc:spChg>
        <pc:grpChg chg="del">
          <ac:chgData name="Chris Herring" userId="dca6c1b9ae6792aa" providerId="LiveId" clId="{59076A4C-DBC8-4720-9B53-C317FE2881C6}" dt="2025-09-02T05:28:47.149" v="530" actId="478"/>
          <ac:grpSpMkLst>
            <pc:docMk/>
            <pc:sldMk cId="0" sldId="332"/>
            <ac:grpSpMk id="4320" creationId="{00000000-0000-0000-0000-000000000000}"/>
          </ac:grpSpMkLst>
        </pc:grpChg>
        <pc:grpChg chg="del">
          <ac:chgData name="Chris Herring" userId="dca6c1b9ae6792aa" providerId="LiveId" clId="{59076A4C-DBC8-4720-9B53-C317FE2881C6}" dt="2025-09-02T05:28:52.070" v="531" actId="478"/>
          <ac:grpSpMkLst>
            <pc:docMk/>
            <pc:sldMk cId="0" sldId="332"/>
            <ac:grpSpMk id="4326" creationId="{00000000-0000-0000-0000-000000000000}"/>
          </ac:grpSpMkLst>
        </pc:grpChg>
        <pc:picChg chg="mod">
          <ac:chgData name="Chris Herring" userId="dca6c1b9ae6792aa" providerId="LiveId" clId="{59076A4C-DBC8-4720-9B53-C317FE2881C6}" dt="2025-09-02T05:54:36.025" v="593"/>
          <ac:picMkLst>
            <pc:docMk/>
            <pc:sldMk cId="0" sldId="332"/>
            <ac:picMk id="4373" creationId="{00000000-0000-0000-0000-000000000000}"/>
          </ac:picMkLst>
        </pc:picChg>
      </pc:sldChg>
      <pc:sldChg chg="modTransition">
        <pc:chgData name="Chris Herring" userId="dca6c1b9ae6792aa" providerId="LiveId" clId="{59076A4C-DBC8-4720-9B53-C317FE2881C6}" dt="2025-09-02T04:01:19.201" v="68"/>
        <pc:sldMkLst>
          <pc:docMk/>
          <pc:sldMk cId="0" sldId="333"/>
        </pc:sldMkLst>
      </pc:sldChg>
      <pc:sldChg chg="modTransition">
        <pc:chgData name="Chris Herring" userId="dca6c1b9ae6792aa" providerId="LiveId" clId="{59076A4C-DBC8-4720-9B53-C317FE2881C6}" dt="2025-09-02T04:01:19.201" v="68"/>
        <pc:sldMkLst>
          <pc:docMk/>
          <pc:sldMk cId="0" sldId="334"/>
        </pc:sldMkLst>
      </pc:sldChg>
      <pc:sldChg chg="delSp modSp mod modTransition modNotes">
        <pc:chgData name="Chris Herring" userId="dca6c1b9ae6792aa" providerId="LiveId" clId="{59076A4C-DBC8-4720-9B53-C317FE2881C6}" dt="2025-09-02T05:54:36.025" v="593"/>
        <pc:sldMkLst>
          <pc:docMk/>
          <pc:sldMk cId="0" sldId="335"/>
        </pc:sldMkLst>
        <pc:spChg chg="del">
          <ac:chgData name="Chris Herring" userId="dca6c1b9ae6792aa" providerId="LiveId" clId="{59076A4C-DBC8-4720-9B53-C317FE2881C6}" dt="2025-09-02T05:29:53.875" v="550" actId="478"/>
          <ac:spMkLst>
            <pc:docMk/>
            <pc:sldMk cId="0" sldId="335"/>
            <ac:spMk id="4501" creationId="{00000000-0000-0000-0000-000000000000}"/>
          </ac:spMkLst>
        </pc:spChg>
        <pc:spChg chg="mod">
          <ac:chgData name="Chris Herring" userId="dca6c1b9ae6792aa" providerId="LiveId" clId="{59076A4C-DBC8-4720-9B53-C317FE2881C6}" dt="2025-09-02T05:54:36.025" v="593"/>
          <ac:spMkLst>
            <pc:docMk/>
            <pc:sldMk cId="0" sldId="335"/>
            <ac:spMk id="4547" creationId="{00000000-0000-0000-0000-000000000000}"/>
          </ac:spMkLst>
        </pc:spChg>
        <pc:grpChg chg="del">
          <ac:chgData name="Chris Herring" userId="dca6c1b9ae6792aa" providerId="LiveId" clId="{59076A4C-DBC8-4720-9B53-C317FE2881C6}" dt="2025-09-02T05:29:53.875" v="550" actId="478"/>
          <ac:grpSpMkLst>
            <pc:docMk/>
            <pc:sldMk cId="0" sldId="335"/>
            <ac:grpSpMk id="4496" creationId="{00000000-0000-0000-0000-000000000000}"/>
          </ac:grpSpMkLst>
        </pc:grpChg>
        <pc:grpChg chg="del">
          <ac:chgData name="Chris Herring" userId="dca6c1b9ae6792aa" providerId="LiveId" clId="{59076A4C-DBC8-4720-9B53-C317FE2881C6}" dt="2025-09-02T05:30:00.310" v="551" actId="478"/>
          <ac:grpSpMkLst>
            <pc:docMk/>
            <pc:sldMk cId="0" sldId="335"/>
            <ac:grpSpMk id="4502" creationId="{00000000-0000-0000-0000-000000000000}"/>
          </ac:grpSpMkLst>
        </pc:grpChg>
      </pc:sldChg>
      <pc:sldChg chg="delSp modSp mod modTransition modNotes">
        <pc:chgData name="Chris Herring" userId="dca6c1b9ae6792aa" providerId="LiveId" clId="{59076A4C-DBC8-4720-9B53-C317FE2881C6}" dt="2025-09-02T05:57:06.629" v="621" actId="1036"/>
        <pc:sldMkLst>
          <pc:docMk/>
          <pc:sldMk cId="0" sldId="336"/>
        </pc:sldMkLst>
        <pc:spChg chg="del">
          <ac:chgData name="Chris Herring" userId="dca6c1b9ae6792aa" providerId="LiveId" clId="{59076A4C-DBC8-4720-9B53-C317FE2881C6}" dt="2025-09-02T05:30:23.586" v="552" actId="478"/>
          <ac:spMkLst>
            <pc:docMk/>
            <pc:sldMk cId="0" sldId="336"/>
            <ac:spMk id="4558" creationId="{00000000-0000-0000-0000-000000000000}"/>
          </ac:spMkLst>
        </pc:spChg>
        <pc:spChg chg="mod">
          <ac:chgData name="Chris Herring" userId="dca6c1b9ae6792aa" providerId="LiveId" clId="{59076A4C-DBC8-4720-9B53-C317FE2881C6}" dt="2025-09-02T05:57:06.629" v="621" actId="1036"/>
          <ac:spMkLst>
            <pc:docMk/>
            <pc:sldMk cId="0" sldId="336"/>
            <ac:spMk id="4604" creationId="{00000000-0000-0000-0000-000000000000}"/>
          </ac:spMkLst>
        </pc:spChg>
        <pc:grpChg chg="del">
          <ac:chgData name="Chris Herring" userId="dca6c1b9ae6792aa" providerId="LiveId" clId="{59076A4C-DBC8-4720-9B53-C317FE2881C6}" dt="2025-09-02T05:30:23.586" v="552" actId="478"/>
          <ac:grpSpMkLst>
            <pc:docMk/>
            <pc:sldMk cId="0" sldId="336"/>
            <ac:grpSpMk id="4553" creationId="{00000000-0000-0000-0000-000000000000}"/>
          </ac:grpSpMkLst>
        </pc:grpChg>
        <pc:grpChg chg="del">
          <ac:chgData name="Chris Herring" userId="dca6c1b9ae6792aa" providerId="LiveId" clId="{59076A4C-DBC8-4720-9B53-C317FE2881C6}" dt="2025-09-02T05:30:27.482" v="553" actId="478"/>
          <ac:grpSpMkLst>
            <pc:docMk/>
            <pc:sldMk cId="0" sldId="336"/>
            <ac:grpSpMk id="4559" creationId="{00000000-0000-0000-0000-000000000000}"/>
          </ac:grpSpMkLst>
        </pc:grpChg>
      </pc:sldChg>
      <pc:sldChg chg="addSp delSp modSp mod modTransition modNotes">
        <pc:chgData name="Chris Herring" userId="dca6c1b9ae6792aa" providerId="LiveId" clId="{59076A4C-DBC8-4720-9B53-C317FE2881C6}" dt="2025-09-02T05:57:51.137" v="653" actId="20577"/>
        <pc:sldMkLst>
          <pc:docMk/>
          <pc:sldMk cId="0" sldId="337"/>
        </pc:sldMkLst>
        <pc:spChg chg="add mod">
          <ac:chgData name="Chris Herring" userId="dca6c1b9ae6792aa" providerId="LiveId" clId="{59076A4C-DBC8-4720-9B53-C317FE2881C6}" dt="2025-09-02T05:57:51.137" v="653" actId="20577"/>
          <ac:spMkLst>
            <pc:docMk/>
            <pc:sldMk cId="0" sldId="337"/>
            <ac:spMk id="3" creationId="{12FD5026-6B93-8F04-3C60-A9E7F2F535FC}"/>
          </ac:spMkLst>
        </pc:spChg>
        <pc:spChg chg="add del mod">
          <ac:chgData name="Chris Herring" userId="dca6c1b9ae6792aa" providerId="LiveId" clId="{59076A4C-DBC8-4720-9B53-C317FE2881C6}" dt="2025-09-02T05:32:01.880" v="571" actId="478"/>
          <ac:spMkLst>
            <pc:docMk/>
            <pc:sldMk cId="0" sldId="337"/>
            <ac:spMk id="4615" creationId="{00000000-0000-0000-0000-000000000000}"/>
          </ac:spMkLst>
        </pc:spChg>
        <pc:spChg chg="mod">
          <ac:chgData name="Chris Herring" userId="dca6c1b9ae6792aa" providerId="LiveId" clId="{59076A4C-DBC8-4720-9B53-C317FE2881C6}" dt="2025-09-02T05:54:36.025" v="593"/>
          <ac:spMkLst>
            <pc:docMk/>
            <pc:sldMk cId="0" sldId="337"/>
            <ac:spMk id="4616" creationId="{00000000-0000-0000-0000-000000000000}"/>
          </ac:spMkLst>
        </pc:spChg>
        <pc:grpChg chg="del">
          <ac:chgData name="Chris Herring" userId="dca6c1b9ae6792aa" providerId="LiveId" clId="{59076A4C-DBC8-4720-9B53-C317FE2881C6}" dt="2025-09-02T05:31:34.249" v="567" actId="478"/>
          <ac:grpSpMkLst>
            <pc:docMk/>
            <pc:sldMk cId="0" sldId="337"/>
            <ac:grpSpMk id="4610" creationId="{00000000-0000-0000-0000-000000000000}"/>
          </ac:grpSpMkLst>
        </pc:grpChg>
      </pc:sldChg>
      <pc:sldChg chg="modTransition">
        <pc:chgData name="Chris Herring" userId="dca6c1b9ae6792aa" providerId="LiveId" clId="{59076A4C-DBC8-4720-9B53-C317FE2881C6}" dt="2025-09-02T04:01:19.201" v="68"/>
        <pc:sldMkLst>
          <pc:docMk/>
          <pc:sldMk cId="0" sldId="338"/>
        </pc:sldMkLst>
      </pc:sldChg>
      <pc:sldChg chg="modTransition">
        <pc:chgData name="Chris Herring" userId="dca6c1b9ae6792aa" providerId="LiveId" clId="{59076A4C-DBC8-4720-9B53-C317FE2881C6}" dt="2025-09-02T04:01:19.201" v="68"/>
        <pc:sldMkLst>
          <pc:docMk/>
          <pc:sldMk cId="0" sldId="339"/>
        </pc:sldMkLst>
      </pc:sldChg>
      <pc:sldChg chg="modTransition">
        <pc:chgData name="Chris Herring" userId="dca6c1b9ae6792aa" providerId="LiveId" clId="{59076A4C-DBC8-4720-9B53-C317FE2881C6}" dt="2025-09-02T04:01:19.201" v="68"/>
        <pc:sldMkLst>
          <pc:docMk/>
          <pc:sldMk cId="0" sldId="340"/>
        </pc:sldMkLst>
      </pc:sldChg>
      <pc:sldChg chg="delSp modSp del mod modTransition">
        <pc:chgData name="Chris Herring" userId="dca6c1b9ae6792aa" providerId="LiveId" clId="{59076A4C-DBC8-4720-9B53-C317FE2881C6}" dt="2025-09-02T05:34:39.643" v="583" actId="47"/>
        <pc:sldMkLst>
          <pc:docMk/>
          <pc:sldMk cId="0" sldId="341"/>
        </pc:sldMkLst>
        <pc:spChg chg="del">
          <ac:chgData name="Chris Herring" userId="dca6c1b9ae6792aa" providerId="LiveId" clId="{59076A4C-DBC8-4720-9B53-C317FE2881C6}" dt="2025-09-02T05:33:06.540" v="580" actId="478"/>
          <ac:spMkLst>
            <pc:docMk/>
            <pc:sldMk cId="0" sldId="341"/>
            <ac:spMk id="4801" creationId="{00000000-0000-0000-0000-000000000000}"/>
          </ac:spMkLst>
        </pc:spChg>
        <pc:spChg chg="mod">
          <ac:chgData name="Chris Herring" userId="dca6c1b9ae6792aa" providerId="LiveId" clId="{59076A4C-DBC8-4720-9B53-C317FE2881C6}" dt="2025-09-02T05:33:17.201" v="582" actId="33524"/>
          <ac:spMkLst>
            <pc:docMk/>
            <pc:sldMk cId="0" sldId="341"/>
            <ac:spMk id="4848" creationId="{00000000-0000-0000-0000-000000000000}"/>
          </ac:spMkLst>
        </pc:spChg>
        <pc:grpChg chg="del">
          <ac:chgData name="Chris Herring" userId="dca6c1b9ae6792aa" providerId="LiveId" clId="{59076A4C-DBC8-4720-9B53-C317FE2881C6}" dt="2025-09-02T05:33:08.673" v="581" actId="478"/>
          <ac:grpSpMkLst>
            <pc:docMk/>
            <pc:sldMk cId="0" sldId="341"/>
            <ac:grpSpMk id="4796" creationId="{00000000-0000-0000-0000-000000000000}"/>
          </ac:grpSpMkLst>
        </pc:grpChg>
      </pc:sldChg>
      <pc:sldChg chg="delSp modSp mod modTransition modNotes">
        <pc:chgData name="Chris Herring" userId="dca6c1b9ae6792aa" providerId="LiveId" clId="{59076A4C-DBC8-4720-9B53-C317FE2881C6}" dt="2025-09-02T05:54:36.025" v="593"/>
        <pc:sldMkLst>
          <pc:docMk/>
          <pc:sldMk cId="0" sldId="342"/>
        </pc:sldMkLst>
        <pc:spChg chg="del">
          <ac:chgData name="Chris Herring" userId="dca6c1b9ae6792aa" providerId="LiveId" clId="{59076A4C-DBC8-4720-9B53-C317FE2881C6}" dt="2025-09-02T05:07:27.762" v="235" actId="478"/>
          <ac:spMkLst>
            <pc:docMk/>
            <pc:sldMk cId="0" sldId="342"/>
            <ac:spMk id="4859" creationId="{00000000-0000-0000-0000-000000000000}"/>
          </ac:spMkLst>
        </pc:spChg>
        <pc:spChg chg="mod">
          <ac:chgData name="Chris Herring" userId="dca6c1b9ae6792aa" providerId="LiveId" clId="{59076A4C-DBC8-4720-9B53-C317FE2881C6}" dt="2025-09-02T05:54:36.025" v="593"/>
          <ac:spMkLst>
            <pc:docMk/>
            <pc:sldMk cId="0" sldId="342"/>
            <ac:spMk id="4862" creationId="{00000000-0000-0000-0000-000000000000}"/>
          </ac:spMkLst>
        </pc:spChg>
        <pc:spChg chg="mod">
          <ac:chgData name="Chris Herring" userId="dca6c1b9ae6792aa" providerId="LiveId" clId="{59076A4C-DBC8-4720-9B53-C317FE2881C6}" dt="2025-09-02T05:54:36.025" v="593"/>
          <ac:spMkLst>
            <pc:docMk/>
            <pc:sldMk cId="0" sldId="342"/>
            <ac:spMk id="4865" creationId="{00000000-0000-0000-0000-000000000000}"/>
          </ac:spMkLst>
        </pc:spChg>
        <pc:spChg chg="mod">
          <ac:chgData name="Chris Herring" userId="dca6c1b9ae6792aa" providerId="LiveId" clId="{59076A4C-DBC8-4720-9B53-C317FE2881C6}" dt="2025-09-02T05:54:36.025" v="593"/>
          <ac:spMkLst>
            <pc:docMk/>
            <pc:sldMk cId="0" sldId="342"/>
            <ac:spMk id="4872" creationId="{00000000-0000-0000-0000-000000000000}"/>
          </ac:spMkLst>
        </pc:spChg>
        <pc:spChg chg="mod">
          <ac:chgData name="Chris Herring" userId="dca6c1b9ae6792aa" providerId="LiveId" clId="{59076A4C-DBC8-4720-9B53-C317FE2881C6}" dt="2025-09-02T05:54:36.025" v="593"/>
          <ac:spMkLst>
            <pc:docMk/>
            <pc:sldMk cId="0" sldId="342"/>
            <ac:spMk id="4874" creationId="{00000000-0000-0000-0000-000000000000}"/>
          </ac:spMkLst>
        </pc:spChg>
        <pc:spChg chg="mod">
          <ac:chgData name="Chris Herring" userId="dca6c1b9ae6792aa" providerId="LiveId" clId="{59076A4C-DBC8-4720-9B53-C317FE2881C6}" dt="2025-09-02T05:54:36.025" v="593"/>
          <ac:spMkLst>
            <pc:docMk/>
            <pc:sldMk cId="0" sldId="342"/>
            <ac:spMk id="4880" creationId="{00000000-0000-0000-0000-000000000000}"/>
          </ac:spMkLst>
        </pc:spChg>
        <pc:spChg chg="mod">
          <ac:chgData name="Chris Herring" userId="dca6c1b9ae6792aa" providerId="LiveId" clId="{59076A4C-DBC8-4720-9B53-C317FE2881C6}" dt="2025-09-02T05:54:36.025" v="593"/>
          <ac:spMkLst>
            <pc:docMk/>
            <pc:sldMk cId="0" sldId="342"/>
            <ac:spMk id="4881" creationId="{00000000-0000-0000-0000-000000000000}"/>
          </ac:spMkLst>
        </pc:spChg>
        <pc:spChg chg="mod">
          <ac:chgData name="Chris Herring" userId="dca6c1b9ae6792aa" providerId="LiveId" clId="{59076A4C-DBC8-4720-9B53-C317FE2881C6}" dt="2025-09-02T05:54:36.025" v="593"/>
          <ac:spMkLst>
            <pc:docMk/>
            <pc:sldMk cId="0" sldId="342"/>
            <ac:spMk id="4883" creationId="{00000000-0000-0000-0000-000000000000}"/>
          </ac:spMkLst>
        </pc:spChg>
        <pc:spChg chg="mod">
          <ac:chgData name="Chris Herring" userId="dca6c1b9ae6792aa" providerId="LiveId" clId="{59076A4C-DBC8-4720-9B53-C317FE2881C6}" dt="2025-09-02T05:54:36.025" v="593"/>
          <ac:spMkLst>
            <pc:docMk/>
            <pc:sldMk cId="0" sldId="342"/>
            <ac:spMk id="4886" creationId="{00000000-0000-0000-0000-000000000000}"/>
          </ac:spMkLst>
        </pc:spChg>
        <pc:spChg chg="mod">
          <ac:chgData name="Chris Herring" userId="dca6c1b9ae6792aa" providerId="LiveId" clId="{59076A4C-DBC8-4720-9B53-C317FE2881C6}" dt="2025-09-02T05:54:36.025" v="593"/>
          <ac:spMkLst>
            <pc:docMk/>
            <pc:sldMk cId="0" sldId="342"/>
            <ac:spMk id="4902" creationId="{00000000-0000-0000-0000-000000000000}"/>
          </ac:spMkLst>
        </pc:spChg>
        <pc:spChg chg="mod">
          <ac:chgData name="Chris Herring" userId="dca6c1b9ae6792aa" providerId="LiveId" clId="{59076A4C-DBC8-4720-9B53-C317FE2881C6}" dt="2025-09-02T05:54:36.025" v="593"/>
          <ac:spMkLst>
            <pc:docMk/>
            <pc:sldMk cId="0" sldId="342"/>
            <ac:spMk id="4903" creationId="{00000000-0000-0000-0000-000000000000}"/>
          </ac:spMkLst>
        </pc:spChg>
        <pc:spChg chg="mod">
          <ac:chgData name="Chris Herring" userId="dca6c1b9ae6792aa" providerId="LiveId" clId="{59076A4C-DBC8-4720-9B53-C317FE2881C6}" dt="2025-09-02T05:07:23.951" v="234" actId="20577"/>
          <ac:spMkLst>
            <pc:docMk/>
            <pc:sldMk cId="0" sldId="342"/>
            <ac:spMk id="4906" creationId="{00000000-0000-0000-0000-000000000000}"/>
          </ac:spMkLst>
        </pc:spChg>
        <pc:grpChg chg="del">
          <ac:chgData name="Chris Herring" userId="dca6c1b9ae6792aa" providerId="LiveId" clId="{59076A4C-DBC8-4720-9B53-C317FE2881C6}" dt="2025-09-02T05:07:30.352" v="236" actId="478"/>
          <ac:grpSpMkLst>
            <pc:docMk/>
            <pc:sldMk cId="0" sldId="342"/>
            <ac:grpSpMk id="4854" creationId="{00000000-0000-0000-0000-000000000000}"/>
          </ac:grpSpMkLst>
        </pc:grpChg>
        <pc:picChg chg="mod">
          <ac:chgData name="Chris Herring" userId="dca6c1b9ae6792aa" providerId="LiveId" clId="{59076A4C-DBC8-4720-9B53-C317FE2881C6}" dt="2025-09-02T05:07:57.796" v="239" actId="1076"/>
          <ac:picMkLst>
            <pc:docMk/>
            <pc:sldMk cId="0" sldId="342"/>
            <ac:picMk id="4907" creationId="{00000000-0000-0000-0000-000000000000}"/>
          </ac:picMkLst>
        </pc:picChg>
      </pc:sldChg>
      <pc:sldMasterChg chg="addSp delSp modSp mod modTransition modSldLayout">
        <pc:chgData name="Chris Herring" userId="dca6c1b9ae6792aa" providerId="LiveId" clId="{59076A4C-DBC8-4720-9B53-C317FE2881C6}" dt="2025-09-02T05:40:51.211" v="589" actId="6013"/>
        <pc:sldMasterMkLst>
          <pc:docMk/>
          <pc:sldMasterMk cId="0" sldId="2147483648"/>
        </pc:sldMasterMkLst>
        <pc:spChg chg="mod">
          <ac:chgData name="Chris Herring" userId="dca6c1b9ae6792aa" providerId="LiveId" clId="{59076A4C-DBC8-4720-9B53-C317FE2881C6}" dt="2025-09-02T03:50:30.480" v="6"/>
          <ac:spMkLst>
            <pc:docMk/>
            <pc:sldMasterMk cId="0" sldId="2147483648"/>
            <ac:spMk id="4" creationId="{06310FCB-CFB5-749B-580F-07DC373F357D}"/>
          </ac:spMkLst>
        </pc:spChg>
        <pc:spChg chg="mod">
          <ac:chgData name="Chris Herring" userId="dca6c1b9ae6792aa" providerId="LiveId" clId="{59076A4C-DBC8-4720-9B53-C317FE2881C6}" dt="2025-09-02T03:50:30.480" v="6"/>
          <ac:spMkLst>
            <pc:docMk/>
            <pc:sldMasterMk cId="0" sldId="2147483648"/>
            <ac:spMk id="5" creationId="{031AD86D-C0A7-91E9-6DA0-7D6AD45139D4}"/>
          </ac:spMkLst>
        </pc:spChg>
        <pc:spChg chg="mod">
          <ac:chgData name="Chris Herring" userId="dca6c1b9ae6792aa" providerId="LiveId" clId="{59076A4C-DBC8-4720-9B53-C317FE2881C6}" dt="2025-09-02T03:50:30.480" v="6"/>
          <ac:spMkLst>
            <pc:docMk/>
            <pc:sldMasterMk cId="0" sldId="2147483648"/>
            <ac:spMk id="6" creationId="{C02E2A67-F080-D233-1F5F-1A1823047354}"/>
          </ac:spMkLst>
        </pc:spChg>
        <pc:spChg chg="del mod">
          <ac:chgData name="Chris Herring" userId="dca6c1b9ae6792aa" providerId="LiveId" clId="{59076A4C-DBC8-4720-9B53-C317FE2881C6}" dt="2025-09-02T03:55:04.992" v="37" actId="478"/>
          <ac:spMkLst>
            <pc:docMk/>
            <pc:sldMasterMk cId="0" sldId="2147483648"/>
            <ac:spMk id="7" creationId="{3C9A8F1C-1609-8625-9A57-EDDEC697FDDF}"/>
          </ac:spMkLst>
        </pc:spChg>
        <pc:spChg chg="add mod ord">
          <ac:chgData name="Chris Herring" userId="dca6c1b9ae6792aa" providerId="LiveId" clId="{59076A4C-DBC8-4720-9B53-C317FE2881C6}" dt="2025-09-02T03:56:06.798" v="45" actId="167"/>
          <ac:spMkLst>
            <pc:docMk/>
            <pc:sldMasterMk cId="0" sldId="2147483648"/>
            <ac:spMk id="8" creationId="{27BC9501-CD99-3973-E38A-A0613C33D8D1}"/>
          </ac:spMkLst>
        </pc:spChg>
        <pc:spChg chg="mod">
          <ac:chgData name="Chris Herring" userId="dca6c1b9ae6792aa" providerId="LiveId" clId="{59076A4C-DBC8-4720-9B53-C317FE2881C6}" dt="2025-09-02T03:56:23.395" v="47" actId="14100"/>
          <ac:spMkLst>
            <pc:docMk/>
            <pc:sldMasterMk cId="0" sldId="2147483648"/>
            <ac:spMk id="14" creationId="{00000000-0000-0000-0000-000000000000}"/>
          </ac:spMkLst>
        </pc:spChg>
        <pc:grpChg chg="add del mod">
          <ac:chgData name="Chris Herring" userId="dca6c1b9ae6792aa" providerId="LiveId" clId="{59076A4C-DBC8-4720-9B53-C317FE2881C6}" dt="2025-09-02T03:55:12.129" v="39" actId="478"/>
          <ac:grpSpMkLst>
            <pc:docMk/>
            <pc:sldMasterMk cId="0" sldId="2147483648"/>
            <ac:grpSpMk id="3" creationId="{9B584A0C-C586-6F89-B3AF-937F958A00BC}"/>
          </ac:grpSpMkLst>
        </pc:grpChg>
        <pc:picChg chg="add mod ord">
          <ac:chgData name="Chris Herring" userId="dca6c1b9ae6792aa" providerId="LiveId" clId="{59076A4C-DBC8-4720-9B53-C317FE2881C6}" dt="2025-09-02T03:56:11.057" v="46" actId="167"/>
          <ac:picMkLst>
            <pc:docMk/>
            <pc:sldMasterMk cId="0" sldId="2147483648"/>
            <ac:picMk id="2" creationId="{B7B89E79-72D7-4625-FB87-5AC6A0928A66}"/>
          </ac:picMkLst>
        </pc:picChg>
        <pc:picChg chg="add del mod">
          <ac:chgData name="Chris Herring" userId="dca6c1b9ae6792aa" providerId="LiveId" clId="{59076A4C-DBC8-4720-9B53-C317FE2881C6}" dt="2025-09-02T03:52:50.799" v="23" actId="478"/>
          <ac:picMkLst>
            <pc:docMk/>
            <pc:sldMasterMk cId="0" sldId="2147483648"/>
            <ac:picMk id="9" creationId="{9ABB16FA-57E9-F256-BE1D-10D382DB8959}"/>
          </ac:picMkLst>
        </pc:picChg>
        <pc:picChg chg="add mod">
          <ac:chgData name="Chris Herring" userId="dca6c1b9ae6792aa" providerId="LiveId" clId="{59076A4C-DBC8-4720-9B53-C317FE2881C6}" dt="2025-09-02T03:53:40.229" v="28"/>
          <ac:picMkLst>
            <pc:docMk/>
            <pc:sldMasterMk cId="0" sldId="2147483648"/>
            <ac:picMk id="15" creationId="{FFACA6B2-BCB2-700A-5D4F-5CED2D21E47F}"/>
          </ac:picMkLst>
        </pc:picChg>
        <pc:sldLayoutChg chg="addSp delSp modSp mod modTransition">
          <pc:chgData name="Chris Herring" userId="dca6c1b9ae6792aa" providerId="LiveId" clId="{59076A4C-DBC8-4720-9B53-C317FE2881C6}" dt="2025-09-02T04:01:19.201" v="68"/>
          <pc:sldLayoutMkLst>
            <pc:docMk/>
            <pc:sldMasterMk cId="0" sldId="2147483648"/>
            <pc:sldLayoutMk cId="0" sldId="2147483649"/>
          </pc:sldLayoutMkLst>
          <pc:spChg chg="mod">
            <ac:chgData name="Chris Herring" userId="dca6c1b9ae6792aa" providerId="LiveId" clId="{59076A4C-DBC8-4720-9B53-C317FE2881C6}" dt="2025-09-02T03:50:35.714" v="7"/>
            <ac:spMkLst>
              <pc:docMk/>
              <pc:sldMasterMk cId="0" sldId="2147483648"/>
              <pc:sldLayoutMk cId="0" sldId="2147483649"/>
              <ac:spMk id="4" creationId="{1B446FD8-D2C8-5CD8-F0C9-EE0DC7FD8293}"/>
            </ac:spMkLst>
          </pc:spChg>
          <pc:spChg chg="mod">
            <ac:chgData name="Chris Herring" userId="dca6c1b9ae6792aa" providerId="LiveId" clId="{59076A4C-DBC8-4720-9B53-C317FE2881C6}" dt="2025-09-02T03:50:35.714" v="7"/>
            <ac:spMkLst>
              <pc:docMk/>
              <pc:sldMasterMk cId="0" sldId="2147483648"/>
              <pc:sldLayoutMk cId="0" sldId="2147483649"/>
              <ac:spMk id="5" creationId="{985BD0E5-B71A-216B-9446-7C2C8FC32780}"/>
            </ac:spMkLst>
          </pc:spChg>
          <pc:spChg chg="mod">
            <ac:chgData name="Chris Herring" userId="dca6c1b9ae6792aa" providerId="LiveId" clId="{59076A4C-DBC8-4720-9B53-C317FE2881C6}" dt="2025-09-02T03:50:35.714" v="7"/>
            <ac:spMkLst>
              <pc:docMk/>
              <pc:sldMasterMk cId="0" sldId="2147483648"/>
              <pc:sldLayoutMk cId="0" sldId="2147483649"/>
              <ac:spMk id="6" creationId="{060134C1-8695-9C44-AC71-AFF4CCE66DFD}"/>
            </ac:spMkLst>
          </pc:spChg>
          <pc:spChg chg="mod">
            <ac:chgData name="Chris Herring" userId="dca6c1b9ae6792aa" providerId="LiveId" clId="{59076A4C-DBC8-4720-9B53-C317FE2881C6}" dt="2025-09-02T03:50:35.714" v="7"/>
            <ac:spMkLst>
              <pc:docMk/>
              <pc:sldMasterMk cId="0" sldId="2147483648"/>
              <pc:sldLayoutMk cId="0" sldId="2147483649"/>
              <ac:spMk id="7" creationId="{B73F4965-E8BA-3E40-47BC-32DB9D6F82B4}"/>
            </ac:spMkLst>
          </pc:spChg>
          <pc:spChg chg="add del mod">
            <ac:chgData name="Chris Herring" userId="dca6c1b9ae6792aa" providerId="LiveId" clId="{59076A4C-DBC8-4720-9B53-C317FE2881C6}" dt="2025-09-02T03:50:41.049" v="8" actId="478"/>
            <ac:spMkLst>
              <pc:docMk/>
              <pc:sldMasterMk cId="0" sldId="2147483648"/>
              <pc:sldLayoutMk cId="0" sldId="2147483649"/>
              <ac:spMk id="8" creationId="{B630DA18-E96A-EF04-E4E5-EEA83A70180D}"/>
            </ac:spMkLst>
          </pc:spChg>
          <pc:spChg chg="mod">
            <ac:chgData name="Chris Herring" userId="dca6c1b9ae6792aa" providerId="LiveId" clId="{59076A4C-DBC8-4720-9B53-C317FE2881C6}" dt="2025-09-02T03:53:23.570" v="27" actId="14100"/>
            <ac:spMkLst>
              <pc:docMk/>
              <pc:sldMasterMk cId="0" sldId="2147483648"/>
              <pc:sldLayoutMk cId="0" sldId="2147483649"/>
              <ac:spMk id="18" creationId="{00000000-0000-0000-0000-000000000000}"/>
            </ac:spMkLst>
          </pc:spChg>
          <pc:grpChg chg="add del mod">
            <ac:chgData name="Chris Herring" userId="dca6c1b9ae6792aa" providerId="LiveId" clId="{59076A4C-DBC8-4720-9B53-C317FE2881C6}" dt="2025-09-02T03:50:43.384" v="9" actId="478"/>
            <ac:grpSpMkLst>
              <pc:docMk/>
              <pc:sldMasterMk cId="0" sldId="2147483648"/>
              <pc:sldLayoutMk cId="0" sldId="2147483649"/>
              <ac:grpSpMk id="3" creationId="{D3746962-1AC8-7FD9-CA17-8C4B61CC3150}"/>
            </ac:grpSpMkLst>
          </pc:grpChg>
          <pc:picChg chg="add del">
            <ac:chgData name="Chris Herring" userId="dca6c1b9ae6792aa" providerId="LiveId" clId="{59076A4C-DBC8-4720-9B53-C317FE2881C6}" dt="2025-09-02T03:50:48.026" v="10" actId="478"/>
            <ac:picMkLst>
              <pc:docMk/>
              <pc:sldMasterMk cId="0" sldId="2147483648"/>
              <pc:sldLayoutMk cId="0" sldId="2147483649"/>
              <ac:picMk id="2" creationId="{EBCE0B0E-DC2A-5D8B-4F0C-7BDCCE1F726B}"/>
            </ac:picMkLst>
          </pc:picChg>
          <pc:picChg chg="add del mod">
            <ac:chgData name="Chris Herring" userId="dca6c1b9ae6792aa" providerId="LiveId" clId="{59076A4C-DBC8-4720-9B53-C317FE2881C6}" dt="2025-09-02T03:53:47.463" v="29" actId="478"/>
            <ac:picMkLst>
              <pc:docMk/>
              <pc:sldMasterMk cId="0" sldId="2147483648"/>
              <pc:sldLayoutMk cId="0" sldId="2147483649"/>
              <ac:picMk id="9" creationId="{C5499D4B-3D7B-8010-5CDC-6A1A9A8AB39E}"/>
            </ac:picMkLst>
          </pc:picChg>
        </pc:sldLayoutChg>
        <pc:sldLayoutChg chg="addSp delSp modSp mod">
          <pc:chgData name="Chris Herring" userId="dca6c1b9ae6792aa" providerId="LiveId" clId="{59076A4C-DBC8-4720-9B53-C317FE2881C6}" dt="2025-09-02T03:54:33.688" v="34" actId="167"/>
          <pc:sldLayoutMkLst>
            <pc:docMk/>
            <pc:sldMasterMk cId="0" sldId="2147483648"/>
            <pc:sldLayoutMk cId="2642545196" sldId="2147483650"/>
          </pc:sldLayoutMkLst>
          <pc:spChg chg="del mod">
            <ac:chgData name="Chris Herring" userId="dca6c1b9ae6792aa" providerId="LiveId" clId="{59076A4C-DBC8-4720-9B53-C317FE2881C6}" dt="2025-09-02T03:54:19.856" v="31" actId="478"/>
            <ac:spMkLst>
              <pc:docMk/>
              <pc:sldMasterMk cId="0" sldId="2147483648"/>
              <pc:sldLayoutMk cId="2642545196" sldId="2147483650"/>
              <ac:spMk id="5" creationId="{852844D0-DB8E-BDE8-8FFA-FA88CBC1BBF7}"/>
            </ac:spMkLst>
          </pc:spChg>
          <pc:picChg chg="add del mod ord">
            <ac:chgData name="Chris Herring" userId="dca6c1b9ae6792aa" providerId="LiveId" clId="{59076A4C-DBC8-4720-9B53-C317FE2881C6}" dt="2025-09-02T03:54:33.688" v="34" actId="167"/>
            <ac:picMkLst>
              <pc:docMk/>
              <pc:sldMasterMk cId="0" sldId="2147483648"/>
              <pc:sldLayoutMk cId="2642545196" sldId="2147483650"/>
              <ac:picMk id="6" creationId="{6FFD5A40-D7D2-04DA-B887-8514A4CED2F7}"/>
            </ac:picMkLst>
          </pc:picChg>
        </pc:sldLayoutChg>
      </pc:sldMasterChg>
      <pc:sldMasterChg chg="new del mod addSldLayout delSldLayout">
        <pc:chgData name="Chris Herring" userId="dca6c1b9ae6792aa" providerId="LiveId" clId="{59076A4C-DBC8-4720-9B53-C317FE2881C6}" dt="2025-09-02T03:56:49.668" v="49" actId="6938"/>
        <pc:sldMasterMkLst>
          <pc:docMk/>
          <pc:sldMasterMk cId="72499222" sldId="2147483650"/>
        </pc:sldMasterMkLst>
        <pc:sldLayoutChg chg="new del replId">
          <pc:chgData name="Chris Herring" userId="dca6c1b9ae6792aa" providerId="LiveId" clId="{59076A4C-DBC8-4720-9B53-C317FE2881C6}" dt="2025-09-02T03:56:49.668" v="49" actId="6938"/>
          <pc:sldLayoutMkLst>
            <pc:docMk/>
            <pc:sldMasterMk cId="72499222" sldId="2147483650"/>
            <pc:sldLayoutMk cId="1501215380" sldId="2147483651"/>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210525746" sldId="2147483652"/>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2640788849" sldId="2147483653"/>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2245547530" sldId="2147483654"/>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3457799174" sldId="2147483655"/>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3116347691" sldId="2147483656"/>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1508078585" sldId="2147483657"/>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3265732132" sldId="2147483658"/>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4281372731" sldId="2147483659"/>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2911943731" sldId="2147483660"/>
          </pc:sldLayoutMkLst>
        </pc:sldLayoutChg>
        <pc:sldLayoutChg chg="new del replId">
          <pc:chgData name="Chris Herring" userId="dca6c1b9ae6792aa" providerId="LiveId" clId="{59076A4C-DBC8-4720-9B53-C317FE2881C6}" dt="2025-09-02T03:56:49.668" v="49" actId="6938"/>
          <pc:sldLayoutMkLst>
            <pc:docMk/>
            <pc:sldMasterMk cId="72499222" sldId="2147483650"/>
            <pc:sldLayoutMk cId="404192345" sldId="2147483661"/>
          </pc:sldLayoutMkLst>
        </pc:sldLayoutChg>
      </pc:sldMasterChg>
      <pc:sldMasterChg chg="new del mod addSldLayout delSldLayout">
        <pc:chgData name="Chris Herring" userId="dca6c1b9ae6792aa" providerId="LiveId" clId="{59076A4C-DBC8-4720-9B53-C317FE2881C6}" dt="2025-09-02T03:51:37.104" v="12" actId="6938"/>
        <pc:sldMasterMkLst>
          <pc:docMk/>
          <pc:sldMasterMk cId="2130765766" sldId="2147483650"/>
        </pc:sldMasterMkLst>
        <pc:sldLayoutChg chg="new del replId">
          <pc:chgData name="Chris Herring" userId="dca6c1b9ae6792aa" providerId="LiveId" clId="{59076A4C-DBC8-4720-9B53-C317FE2881C6}" dt="2025-09-02T03:51:37.104" v="12" actId="6938"/>
          <pc:sldLayoutMkLst>
            <pc:docMk/>
            <pc:sldMasterMk cId="2130765766" sldId="2147483650"/>
            <pc:sldLayoutMk cId="124046077" sldId="2147483651"/>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2829494774" sldId="2147483652"/>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1715706934" sldId="2147483653"/>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4009365329" sldId="2147483654"/>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1368863656" sldId="2147483655"/>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3509810445" sldId="2147483656"/>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223144390" sldId="2147483657"/>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3515364375" sldId="2147483658"/>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3939695463" sldId="2147483659"/>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828569579" sldId="2147483660"/>
          </pc:sldLayoutMkLst>
        </pc:sldLayoutChg>
        <pc:sldLayoutChg chg="new del replId">
          <pc:chgData name="Chris Herring" userId="dca6c1b9ae6792aa" providerId="LiveId" clId="{59076A4C-DBC8-4720-9B53-C317FE2881C6}" dt="2025-09-02T03:51:37.104" v="12" actId="6938"/>
          <pc:sldLayoutMkLst>
            <pc:docMk/>
            <pc:sldMasterMk cId="2130765766" sldId="2147483650"/>
            <pc:sldLayoutMk cId="2696842621" sldId="2147483661"/>
          </pc:sldLayoutMkLst>
        </pc:sldLayoutChg>
      </pc:sldMasterChg>
      <pc:sldMasterChg chg="addSp delSp modSp add del mod modTransition addSldLayout modSldLayout">
        <pc:chgData name="Chris Herring" userId="dca6c1b9ae6792aa" providerId="LiveId" clId="{59076A4C-DBC8-4720-9B53-C317FE2881C6}" dt="2025-09-02T05:51:52.850" v="590" actId="2696"/>
        <pc:sldMasterMkLst>
          <pc:docMk/>
          <pc:sldMasterMk cId="3228472088" sldId="2147483650"/>
        </pc:sldMasterMkLst>
        <pc:spChg chg="del">
          <ac:chgData name="Chris Herring" userId="dca6c1b9ae6792aa" providerId="LiveId" clId="{59076A4C-DBC8-4720-9B53-C317FE2881C6}" dt="2025-09-02T03:57:08.907" v="51" actId="478"/>
          <ac:spMkLst>
            <pc:docMk/>
            <pc:sldMasterMk cId="3228472088" sldId="2147483650"/>
            <ac:spMk id="10" creationId="{00000000-0000-0000-0000-000000000000}"/>
          </ac:spMkLst>
        </pc:spChg>
        <pc:spChg chg="del">
          <ac:chgData name="Chris Herring" userId="dca6c1b9ae6792aa" providerId="LiveId" clId="{59076A4C-DBC8-4720-9B53-C317FE2881C6}" dt="2025-09-02T03:57:18.941" v="52" actId="478"/>
          <ac:spMkLst>
            <pc:docMk/>
            <pc:sldMasterMk cId="3228472088" sldId="2147483650"/>
            <ac:spMk id="11" creationId="{00000000-0000-0000-0000-000000000000}"/>
          </ac:spMkLst>
        </pc:spChg>
        <pc:spChg chg="del">
          <ac:chgData name="Chris Herring" userId="dca6c1b9ae6792aa" providerId="LiveId" clId="{59076A4C-DBC8-4720-9B53-C317FE2881C6}" dt="2025-09-02T03:57:26.575" v="55" actId="478"/>
          <ac:spMkLst>
            <pc:docMk/>
            <pc:sldMasterMk cId="3228472088" sldId="2147483650"/>
            <ac:spMk id="12" creationId="{00000000-0000-0000-0000-000000000000}"/>
          </ac:spMkLst>
        </pc:spChg>
        <pc:spChg chg="del">
          <ac:chgData name="Chris Herring" userId="dca6c1b9ae6792aa" providerId="LiveId" clId="{59076A4C-DBC8-4720-9B53-C317FE2881C6}" dt="2025-09-02T03:57:33.013" v="58" actId="478"/>
          <ac:spMkLst>
            <pc:docMk/>
            <pc:sldMasterMk cId="3228472088" sldId="2147483650"/>
            <ac:spMk id="13" creationId="{00000000-0000-0000-0000-000000000000}"/>
          </ac:spMkLst>
        </pc:spChg>
        <pc:spChg chg="del">
          <ac:chgData name="Chris Herring" userId="dca6c1b9ae6792aa" providerId="LiveId" clId="{59076A4C-DBC8-4720-9B53-C317FE2881C6}" dt="2025-09-02T03:57:35.590" v="59" actId="478"/>
          <ac:spMkLst>
            <pc:docMk/>
            <pc:sldMasterMk cId="3228472088" sldId="2147483650"/>
            <ac:spMk id="14" creationId="{00000000-0000-0000-0000-000000000000}"/>
          </ac:spMkLst>
        </pc:spChg>
        <pc:picChg chg="add del">
          <ac:chgData name="Chris Herring" userId="dca6c1b9ae6792aa" providerId="LiveId" clId="{59076A4C-DBC8-4720-9B53-C317FE2881C6}" dt="2025-09-02T03:57:30.085" v="57" actId="478"/>
          <ac:picMkLst>
            <pc:docMk/>
            <pc:sldMasterMk cId="3228472088" sldId="2147483650"/>
            <ac:picMk id="2" creationId="{B7B89E79-72D7-4625-FB87-5AC6A0928A66}"/>
          </ac:picMkLst>
        </pc:picChg>
        <pc:picChg chg="mod">
          <ac:chgData name="Chris Herring" userId="dca6c1b9ae6792aa" providerId="LiveId" clId="{59076A4C-DBC8-4720-9B53-C317FE2881C6}" dt="2025-09-02T03:58:01.127" v="62" actId="1076"/>
          <ac:picMkLst>
            <pc:docMk/>
            <pc:sldMasterMk cId="3228472088" sldId="2147483650"/>
            <ac:picMk id="15" creationId="{FFACA6B2-BCB2-700A-5D4F-5CED2D21E47F}"/>
          </ac:picMkLst>
        </pc:picChg>
        <pc:sldLayoutChg chg="add mod replId">
          <pc:chgData name="Chris Herring" userId="dca6c1b9ae6792aa" providerId="LiveId" clId="{59076A4C-DBC8-4720-9B53-C317FE2881C6}" dt="2025-09-02T03:56:55.112" v="50" actId="2890"/>
          <pc:sldLayoutMkLst>
            <pc:docMk/>
            <pc:sldMasterMk cId="3228472088" sldId="2147483650"/>
            <pc:sldLayoutMk cId="3124882028" sldId="2147483651"/>
          </pc:sldLayoutMkLst>
        </pc:sldLayoutChg>
      </pc:sldMasterChg>
      <pc:sldMasterChg chg="new del mod addSldLayout delSldLayout">
        <pc:chgData name="Chris Herring" userId="dca6c1b9ae6792aa" providerId="LiveId" clId="{59076A4C-DBC8-4720-9B53-C317FE2881C6}" dt="2025-09-02T03:59:55.209" v="66" actId="6938"/>
        <pc:sldMasterMkLst>
          <pc:docMk/>
          <pc:sldMasterMk cId="211725040" sldId="2147483651"/>
        </pc:sldMasterMkLst>
        <pc:sldLayoutChg chg="new del replId">
          <pc:chgData name="Chris Herring" userId="dca6c1b9ae6792aa" providerId="LiveId" clId="{59076A4C-DBC8-4720-9B53-C317FE2881C6}" dt="2025-09-02T03:59:55.209" v="66" actId="6938"/>
          <pc:sldLayoutMkLst>
            <pc:docMk/>
            <pc:sldMasterMk cId="211725040" sldId="2147483651"/>
            <pc:sldLayoutMk cId="1044226713" sldId="2147483652"/>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2979218952" sldId="2147483653"/>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171508773" sldId="2147483654"/>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3830214584" sldId="2147483655"/>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969679611" sldId="2147483656"/>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3125207233" sldId="2147483657"/>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911617453" sldId="2147483658"/>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2663877873" sldId="2147483659"/>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3254378235" sldId="2147483660"/>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3002952833" sldId="2147483661"/>
          </pc:sldLayoutMkLst>
        </pc:sldLayoutChg>
        <pc:sldLayoutChg chg="new del replId">
          <pc:chgData name="Chris Herring" userId="dca6c1b9ae6792aa" providerId="LiveId" clId="{59076A4C-DBC8-4720-9B53-C317FE2881C6}" dt="2025-09-02T03:59:55.209" v="66" actId="6938"/>
          <pc:sldLayoutMkLst>
            <pc:docMk/>
            <pc:sldMasterMk cId="211725040" sldId="2147483651"/>
            <pc:sldLayoutMk cId="2558540390" sldId="2147483662"/>
          </pc:sldLayoutMkLst>
        </pc:sldLayoutChg>
      </pc:sldMasterChg>
      <pc:sldMasterChg chg="new del mod addSldLayout">
        <pc:chgData name="Chris Herring" userId="dca6c1b9ae6792aa" providerId="LiveId" clId="{59076A4C-DBC8-4720-9B53-C317FE2881C6}" dt="2025-09-02T05:53:09.556" v="592" actId="2696"/>
        <pc:sldMasterMkLst>
          <pc:docMk/>
          <pc:sldMasterMk cId="1658157575" sldId="2147483651"/>
        </pc:sldMasterMkLst>
        <pc:sldLayoutChg chg="new replId">
          <pc:chgData name="Chris Herring" userId="dca6c1b9ae6792aa" providerId="LiveId" clId="{59076A4C-DBC8-4720-9B53-C317FE2881C6}" dt="2025-09-02T05:52:41.803" v="591" actId="6938"/>
          <pc:sldLayoutMkLst>
            <pc:docMk/>
            <pc:sldMasterMk cId="1658157575" sldId="2147483651"/>
            <pc:sldLayoutMk cId="1790215598" sldId="2147483652"/>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1482041272" sldId="2147483653"/>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1690507484" sldId="2147483654"/>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4135602517" sldId="2147483655"/>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872733636" sldId="2147483656"/>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173491050" sldId="2147483657"/>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616325959" sldId="2147483658"/>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1962960393" sldId="2147483659"/>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3048457165" sldId="2147483660"/>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2326078222" sldId="2147483661"/>
          </pc:sldLayoutMkLst>
        </pc:sldLayoutChg>
        <pc:sldLayoutChg chg="new replId">
          <pc:chgData name="Chris Herring" userId="dca6c1b9ae6792aa" providerId="LiveId" clId="{59076A4C-DBC8-4720-9B53-C317FE2881C6}" dt="2025-09-02T05:52:41.803" v="591" actId="6938"/>
          <pc:sldLayoutMkLst>
            <pc:docMk/>
            <pc:sldMasterMk cId="1658157575" sldId="2147483651"/>
            <pc:sldLayoutMk cId="3405825842" sldId="2147483662"/>
          </pc:sldLayoutMkLst>
        </pc:sldLayoutChg>
      </pc:sldMasterChg>
      <pc:sldMasterChg chg="modSp modSldLayout">
        <pc:chgData name="Chris Herring" userId="dca6c1b9ae6792aa" providerId="LiveId" clId="{59076A4C-DBC8-4720-9B53-C317FE2881C6}" dt="2025-09-02T05:54:36.025" v="593"/>
        <pc:sldMasterMkLst>
          <pc:docMk/>
          <pc:sldMasterMk cId="2019934739" sldId="2147483663"/>
        </pc:sldMasterMkLst>
        <pc:spChg chg="mod">
          <ac:chgData name="Chris Herring" userId="dca6c1b9ae6792aa" providerId="LiveId" clId="{59076A4C-DBC8-4720-9B53-C317FE2881C6}" dt="2025-09-02T05:54:36.025" v="593"/>
          <ac:spMkLst>
            <pc:docMk/>
            <pc:sldMasterMk cId="2019934739" sldId="2147483663"/>
            <ac:spMk id="2" creationId="{14475B72-8641-1EF6-F24D-DF58CFCE7FBF}"/>
          </ac:spMkLst>
        </pc:spChg>
        <pc:spChg chg="mod">
          <ac:chgData name="Chris Herring" userId="dca6c1b9ae6792aa" providerId="LiveId" clId="{59076A4C-DBC8-4720-9B53-C317FE2881C6}" dt="2025-09-02T05:54:36.025" v="593"/>
          <ac:spMkLst>
            <pc:docMk/>
            <pc:sldMasterMk cId="2019934739" sldId="2147483663"/>
            <ac:spMk id="3" creationId="{5D995799-1A55-3B2A-F2C6-4EFD2226A05A}"/>
          </ac:spMkLst>
        </pc:spChg>
        <pc:spChg chg="mod">
          <ac:chgData name="Chris Herring" userId="dca6c1b9ae6792aa" providerId="LiveId" clId="{59076A4C-DBC8-4720-9B53-C317FE2881C6}" dt="2025-09-02T05:54:36.025" v="593"/>
          <ac:spMkLst>
            <pc:docMk/>
            <pc:sldMasterMk cId="2019934739" sldId="2147483663"/>
            <ac:spMk id="4" creationId="{D09BF018-48DF-817F-098F-1E0028456892}"/>
          </ac:spMkLst>
        </pc:spChg>
        <pc:spChg chg="mod">
          <ac:chgData name="Chris Herring" userId="dca6c1b9ae6792aa" providerId="LiveId" clId="{59076A4C-DBC8-4720-9B53-C317FE2881C6}" dt="2025-09-02T05:54:36.025" v="593"/>
          <ac:spMkLst>
            <pc:docMk/>
            <pc:sldMasterMk cId="2019934739" sldId="2147483663"/>
            <ac:spMk id="5" creationId="{FE59BC19-0F41-0F43-D203-869D2E8C966D}"/>
          </ac:spMkLst>
        </pc:spChg>
        <pc:spChg chg="mod">
          <ac:chgData name="Chris Herring" userId="dca6c1b9ae6792aa" providerId="LiveId" clId="{59076A4C-DBC8-4720-9B53-C317FE2881C6}" dt="2025-09-02T05:54:36.025" v="593"/>
          <ac:spMkLst>
            <pc:docMk/>
            <pc:sldMasterMk cId="2019934739" sldId="2147483663"/>
            <ac:spMk id="6" creationId="{C208414F-54FA-860F-F166-F2FBB9F36C77}"/>
          </ac:spMkLst>
        </pc:spChg>
        <pc:spChg chg="mod">
          <ac:chgData name="Chris Herring" userId="dca6c1b9ae6792aa" providerId="LiveId" clId="{59076A4C-DBC8-4720-9B53-C317FE2881C6}" dt="2025-09-02T05:54:36.025" v="593"/>
          <ac:spMkLst>
            <pc:docMk/>
            <pc:sldMasterMk cId="2019934739" sldId="2147483663"/>
            <ac:spMk id="8" creationId="{37D1652A-F754-3CFF-A6A5-C5D08773DD55}"/>
          </ac:spMkLst>
        </pc:spChg>
        <pc:picChg chg="mod">
          <ac:chgData name="Chris Herring" userId="dca6c1b9ae6792aa" providerId="LiveId" clId="{59076A4C-DBC8-4720-9B53-C317FE2881C6}" dt="2025-09-02T05:54:36.025" v="593"/>
          <ac:picMkLst>
            <pc:docMk/>
            <pc:sldMasterMk cId="2019934739" sldId="2147483663"/>
            <ac:picMk id="7" creationId="{74C84664-4BCB-14D0-33C8-AEFB85F6A0B6}"/>
          </ac:picMkLst>
        </pc:picChg>
        <pc:sldLayoutChg chg="modSp">
          <pc:chgData name="Chris Herring" userId="dca6c1b9ae6792aa" providerId="LiveId" clId="{59076A4C-DBC8-4720-9B53-C317FE2881C6}" dt="2025-09-02T05:54:36.025" v="593"/>
          <pc:sldLayoutMkLst>
            <pc:docMk/>
            <pc:sldMasterMk cId="2019934739" sldId="2147483663"/>
            <pc:sldLayoutMk cId="3001678057" sldId="2147483664"/>
          </pc:sldLayoutMkLst>
          <pc:spChg chg="mod">
            <ac:chgData name="Chris Herring" userId="dca6c1b9ae6792aa" providerId="LiveId" clId="{59076A4C-DBC8-4720-9B53-C317FE2881C6}" dt="2025-09-02T05:54:36.025" v="593"/>
            <ac:spMkLst>
              <pc:docMk/>
              <pc:sldMasterMk cId="2019934739" sldId="2147483663"/>
              <pc:sldLayoutMk cId="3001678057" sldId="2147483664"/>
              <ac:spMk id="2" creationId="{BBD1FAAC-4A49-9022-6152-B7F160C79D19}"/>
            </ac:spMkLst>
          </pc:spChg>
          <pc:spChg chg="mod">
            <ac:chgData name="Chris Herring" userId="dca6c1b9ae6792aa" providerId="LiveId" clId="{59076A4C-DBC8-4720-9B53-C317FE2881C6}" dt="2025-09-02T05:54:36.025" v="593"/>
            <ac:spMkLst>
              <pc:docMk/>
              <pc:sldMasterMk cId="2019934739" sldId="2147483663"/>
              <pc:sldLayoutMk cId="3001678057" sldId="2147483664"/>
              <ac:spMk id="3" creationId="{9362A226-772D-6D83-3B56-D4892B9CE09C}"/>
            </ac:spMkLst>
          </pc:spChg>
          <pc:spChg chg="mod">
            <ac:chgData name="Chris Herring" userId="dca6c1b9ae6792aa" providerId="LiveId" clId="{59076A4C-DBC8-4720-9B53-C317FE2881C6}" dt="2025-09-02T05:54:36.025" v="593"/>
            <ac:spMkLst>
              <pc:docMk/>
              <pc:sldMasterMk cId="2019934739" sldId="2147483663"/>
              <pc:sldLayoutMk cId="3001678057" sldId="2147483664"/>
              <ac:spMk id="7" creationId="{51DE8ACB-A733-C6CD-50F7-4DC264F7167B}"/>
            </ac:spMkLst>
          </pc:spChg>
          <pc:picChg chg="mod">
            <ac:chgData name="Chris Herring" userId="dca6c1b9ae6792aa" providerId="LiveId" clId="{59076A4C-DBC8-4720-9B53-C317FE2881C6}" dt="2025-09-02T05:54:36.025" v="593"/>
            <ac:picMkLst>
              <pc:docMk/>
              <pc:sldMasterMk cId="2019934739" sldId="2147483663"/>
              <pc:sldLayoutMk cId="3001678057" sldId="2147483664"/>
              <ac:picMk id="9" creationId="{8EA3DAC6-E9C0-EABD-A5A5-A704FB811B94}"/>
            </ac:picMkLst>
          </pc:picChg>
        </pc:sldLayoutChg>
        <pc:sldLayoutChg chg="modSp">
          <pc:chgData name="Chris Herring" userId="dca6c1b9ae6792aa" providerId="LiveId" clId="{59076A4C-DBC8-4720-9B53-C317FE2881C6}" dt="2025-09-02T05:54:36.025" v="593"/>
          <pc:sldLayoutMkLst>
            <pc:docMk/>
            <pc:sldMasterMk cId="2019934739" sldId="2147483663"/>
            <pc:sldLayoutMk cId="4119080395" sldId="2147483665"/>
          </pc:sldLayoutMkLst>
          <pc:spChg chg="mod">
            <ac:chgData name="Chris Herring" userId="dca6c1b9ae6792aa" providerId="LiveId" clId="{59076A4C-DBC8-4720-9B53-C317FE2881C6}" dt="2025-09-02T05:54:36.025" v="593"/>
            <ac:spMkLst>
              <pc:docMk/>
              <pc:sldMasterMk cId="2019934739" sldId="2147483663"/>
              <pc:sldLayoutMk cId="4119080395" sldId="2147483665"/>
              <ac:spMk id="3" creationId="{6B6DFE93-0E7A-81C6-039B-F2C41AE0AD2B}"/>
            </ac:spMkLst>
          </pc:spChg>
          <pc:spChg chg="mod">
            <ac:chgData name="Chris Herring" userId="dca6c1b9ae6792aa" providerId="LiveId" clId="{59076A4C-DBC8-4720-9B53-C317FE2881C6}" dt="2025-09-02T05:54:36.025" v="593"/>
            <ac:spMkLst>
              <pc:docMk/>
              <pc:sldMasterMk cId="2019934739" sldId="2147483663"/>
              <pc:sldLayoutMk cId="4119080395" sldId="2147483665"/>
              <ac:spMk id="7" creationId="{6B7C288B-6675-98F6-634E-6923E3C30B41}"/>
            </ac:spMkLst>
          </pc:spChg>
          <pc:picChg chg="mod">
            <ac:chgData name="Chris Herring" userId="dca6c1b9ae6792aa" providerId="LiveId" clId="{59076A4C-DBC8-4720-9B53-C317FE2881C6}" dt="2025-09-02T05:54:36.025" v="593"/>
            <ac:picMkLst>
              <pc:docMk/>
              <pc:sldMasterMk cId="2019934739" sldId="2147483663"/>
              <pc:sldLayoutMk cId="4119080395" sldId="2147483665"/>
              <ac:picMk id="8" creationId="{054584D5-5CFC-EA54-0E5C-AF005A673510}"/>
            </ac:picMkLst>
          </pc:picChg>
        </pc:sldLayoutChg>
        <pc:sldLayoutChg chg="modSp">
          <pc:chgData name="Chris Herring" userId="dca6c1b9ae6792aa" providerId="LiveId" clId="{59076A4C-DBC8-4720-9B53-C317FE2881C6}" dt="2025-09-02T05:54:36.025" v="593"/>
          <pc:sldLayoutMkLst>
            <pc:docMk/>
            <pc:sldMasterMk cId="2019934739" sldId="2147483663"/>
            <pc:sldLayoutMk cId="2461126749" sldId="2147483666"/>
          </pc:sldLayoutMkLst>
          <pc:spChg chg="mod">
            <ac:chgData name="Chris Herring" userId="dca6c1b9ae6792aa" providerId="LiveId" clId="{59076A4C-DBC8-4720-9B53-C317FE2881C6}" dt="2025-09-02T05:54:36.025" v="593"/>
            <ac:spMkLst>
              <pc:docMk/>
              <pc:sldMasterMk cId="2019934739" sldId="2147483663"/>
              <pc:sldLayoutMk cId="2461126749" sldId="2147483666"/>
              <ac:spMk id="2" creationId="{0E456BCF-CA4A-9876-D89F-72224721ECA3}"/>
            </ac:spMkLst>
          </pc:spChg>
          <pc:spChg chg="mod">
            <ac:chgData name="Chris Herring" userId="dca6c1b9ae6792aa" providerId="LiveId" clId="{59076A4C-DBC8-4720-9B53-C317FE2881C6}" dt="2025-09-02T05:54:36.025" v="593"/>
            <ac:spMkLst>
              <pc:docMk/>
              <pc:sldMasterMk cId="2019934739" sldId="2147483663"/>
              <pc:sldLayoutMk cId="2461126749" sldId="2147483666"/>
              <ac:spMk id="3" creationId="{10CD9254-AF87-14E0-AB35-F0C106D82502}"/>
            </ac:spMkLst>
          </pc:spChg>
          <pc:spChg chg="mod">
            <ac:chgData name="Chris Herring" userId="dca6c1b9ae6792aa" providerId="LiveId" clId="{59076A4C-DBC8-4720-9B53-C317FE2881C6}" dt="2025-09-02T05:54:36.025" v="593"/>
            <ac:spMkLst>
              <pc:docMk/>
              <pc:sldMasterMk cId="2019934739" sldId="2147483663"/>
              <pc:sldLayoutMk cId="2461126749" sldId="2147483666"/>
              <ac:spMk id="8" creationId="{06047AD0-70BA-479B-A7B2-64CC363E3F36}"/>
            </ac:spMkLst>
          </pc:spChg>
          <pc:picChg chg="mod">
            <ac:chgData name="Chris Herring" userId="dca6c1b9ae6792aa" providerId="LiveId" clId="{59076A4C-DBC8-4720-9B53-C317FE2881C6}" dt="2025-09-02T05:54:36.025" v="593"/>
            <ac:picMkLst>
              <pc:docMk/>
              <pc:sldMasterMk cId="2019934739" sldId="2147483663"/>
              <pc:sldLayoutMk cId="2461126749" sldId="2147483666"/>
              <ac:picMk id="9" creationId="{D09A5D9D-6EEF-D0C8-0372-3AA289AD185A}"/>
            </ac:picMkLst>
          </pc:picChg>
        </pc:sldLayoutChg>
        <pc:sldLayoutChg chg="modSp">
          <pc:chgData name="Chris Herring" userId="dca6c1b9ae6792aa" providerId="LiveId" clId="{59076A4C-DBC8-4720-9B53-C317FE2881C6}" dt="2025-09-02T05:54:36.025" v="593"/>
          <pc:sldLayoutMkLst>
            <pc:docMk/>
            <pc:sldMasterMk cId="2019934739" sldId="2147483663"/>
            <pc:sldLayoutMk cId="1380746690" sldId="2147483667"/>
          </pc:sldLayoutMkLst>
          <pc:spChg chg="mod">
            <ac:chgData name="Chris Herring" userId="dca6c1b9ae6792aa" providerId="LiveId" clId="{59076A4C-DBC8-4720-9B53-C317FE2881C6}" dt="2025-09-02T05:54:36.025" v="593"/>
            <ac:spMkLst>
              <pc:docMk/>
              <pc:sldMasterMk cId="2019934739" sldId="2147483663"/>
              <pc:sldLayoutMk cId="1380746690" sldId="2147483667"/>
              <ac:spMk id="3" creationId="{FF81B9D1-D05F-56C4-8664-DCDA321E85ED}"/>
            </ac:spMkLst>
          </pc:spChg>
          <pc:spChg chg="mod">
            <ac:chgData name="Chris Herring" userId="dca6c1b9ae6792aa" providerId="LiveId" clId="{59076A4C-DBC8-4720-9B53-C317FE2881C6}" dt="2025-09-02T05:54:36.025" v="593"/>
            <ac:spMkLst>
              <pc:docMk/>
              <pc:sldMasterMk cId="2019934739" sldId="2147483663"/>
              <pc:sldLayoutMk cId="1380746690" sldId="2147483667"/>
              <ac:spMk id="4" creationId="{D91D51F5-001F-D0EE-F3D1-B29CF540A405}"/>
            </ac:spMkLst>
          </pc:spChg>
          <pc:spChg chg="mod">
            <ac:chgData name="Chris Herring" userId="dca6c1b9ae6792aa" providerId="LiveId" clId="{59076A4C-DBC8-4720-9B53-C317FE2881C6}" dt="2025-09-02T05:54:36.025" v="593"/>
            <ac:spMkLst>
              <pc:docMk/>
              <pc:sldMasterMk cId="2019934739" sldId="2147483663"/>
              <pc:sldLayoutMk cId="1380746690" sldId="2147483667"/>
              <ac:spMk id="8" creationId="{6A4E9B07-9F10-157B-79B2-EA9D8235A73F}"/>
            </ac:spMkLst>
          </pc:spChg>
          <pc:picChg chg="mod">
            <ac:chgData name="Chris Herring" userId="dca6c1b9ae6792aa" providerId="LiveId" clId="{59076A4C-DBC8-4720-9B53-C317FE2881C6}" dt="2025-09-02T05:54:36.025" v="593"/>
            <ac:picMkLst>
              <pc:docMk/>
              <pc:sldMasterMk cId="2019934739" sldId="2147483663"/>
              <pc:sldLayoutMk cId="1380746690" sldId="2147483667"/>
              <ac:picMk id="9" creationId="{E4E21882-6892-6ABA-0981-03E83B01C182}"/>
            </ac:picMkLst>
          </pc:picChg>
        </pc:sldLayoutChg>
        <pc:sldLayoutChg chg="modSp">
          <pc:chgData name="Chris Herring" userId="dca6c1b9ae6792aa" providerId="LiveId" clId="{59076A4C-DBC8-4720-9B53-C317FE2881C6}" dt="2025-09-02T05:54:36.025" v="593"/>
          <pc:sldLayoutMkLst>
            <pc:docMk/>
            <pc:sldMasterMk cId="2019934739" sldId="2147483663"/>
            <pc:sldLayoutMk cId="2872674483" sldId="2147483668"/>
          </pc:sldLayoutMkLst>
          <pc:spChg chg="mod">
            <ac:chgData name="Chris Herring" userId="dca6c1b9ae6792aa" providerId="LiveId" clId="{59076A4C-DBC8-4720-9B53-C317FE2881C6}" dt="2025-09-02T05:54:36.025" v="593"/>
            <ac:spMkLst>
              <pc:docMk/>
              <pc:sldMasterMk cId="2019934739" sldId="2147483663"/>
              <pc:sldLayoutMk cId="2872674483" sldId="2147483668"/>
              <ac:spMk id="2" creationId="{F158DA0E-5074-356F-9F38-8D145A2C4548}"/>
            </ac:spMkLst>
          </pc:spChg>
          <pc:spChg chg="mod">
            <ac:chgData name="Chris Herring" userId="dca6c1b9ae6792aa" providerId="LiveId" clId="{59076A4C-DBC8-4720-9B53-C317FE2881C6}" dt="2025-09-02T05:54:36.025" v="593"/>
            <ac:spMkLst>
              <pc:docMk/>
              <pc:sldMasterMk cId="2019934739" sldId="2147483663"/>
              <pc:sldLayoutMk cId="2872674483" sldId="2147483668"/>
              <ac:spMk id="3" creationId="{35085E45-CE93-B125-7CD5-FB3C54D29402}"/>
            </ac:spMkLst>
          </pc:spChg>
          <pc:spChg chg="mod">
            <ac:chgData name="Chris Herring" userId="dca6c1b9ae6792aa" providerId="LiveId" clId="{59076A4C-DBC8-4720-9B53-C317FE2881C6}" dt="2025-09-02T05:54:36.025" v="593"/>
            <ac:spMkLst>
              <pc:docMk/>
              <pc:sldMasterMk cId="2019934739" sldId="2147483663"/>
              <pc:sldLayoutMk cId="2872674483" sldId="2147483668"/>
              <ac:spMk id="4" creationId="{7462FEC8-30B0-5EA0-1CAC-B5C356161706}"/>
            </ac:spMkLst>
          </pc:spChg>
          <pc:spChg chg="mod">
            <ac:chgData name="Chris Herring" userId="dca6c1b9ae6792aa" providerId="LiveId" clId="{59076A4C-DBC8-4720-9B53-C317FE2881C6}" dt="2025-09-02T05:54:36.025" v="593"/>
            <ac:spMkLst>
              <pc:docMk/>
              <pc:sldMasterMk cId="2019934739" sldId="2147483663"/>
              <pc:sldLayoutMk cId="2872674483" sldId="2147483668"/>
              <ac:spMk id="5" creationId="{BC28691D-5A2C-D059-874D-829AF3316A83}"/>
            </ac:spMkLst>
          </pc:spChg>
          <pc:spChg chg="mod">
            <ac:chgData name="Chris Herring" userId="dca6c1b9ae6792aa" providerId="LiveId" clId="{59076A4C-DBC8-4720-9B53-C317FE2881C6}" dt="2025-09-02T05:54:36.025" v="593"/>
            <ac:spMkLst>
              <pc:docMk/>
              <pc:sldMasterMk cId="2019934739" sldId="2147483663"/>
              <pc:sldLayoutMk cId="2872674483" sldId="2147483668"/>
              <ac:spMk id="6" creationId="{2ADA0208-1ADE-5A6F-92D9-30B7A79B3CB7}"/>
            </ac:spMkLst>
          </pc:spChg>
          <pc:spChg chg="mod">
            <ac:chgData name="Chris Herring" userId="dca6c1b9ae6792aa" providerId="LiveId" clId="{59076A4C-DBC8-4720-9B53-C317FE2881C6}" dt="2025-09-02T05:54:36.025" v="593"/>
            <ac:spMkLst>
              <pc:docMk/>
              <pc:sldMasterMk cId="2019934739" sldId="2147483663"/>
              <pc:sldLayoutMk cId="2872674483" sldId="2147483668"/>
              <ac:spMk id="10" creationId="{138027B7-7D9D-21AF-9593-B5FF7F445FA4}"/>
            </ac:spMkLst>
          </pc:spChg>
          <pc:picChg chg="mod">
            <ac:chgData name="Chris Herring" userId="dca6c1b9ae6792aa" providerId="LiveId" clId="{59076A4C-DBC8-4720-9B53-C317FE2881C6}" dt="2025-09-02T05:54:36.025" v="593"/>
            <ac:picMkLst>
              <pc:docMk/>
              <pc:sldMasterMk cId="2019934739" sldId="2147483663"/>
              <pc:sldLayoutMk cId="2872674483" sldId="2147483668"/>
              <ac:picMk id="11" creationId="{C06EC48B-9436-1A2C-6EA7-E4D7A50945DD}"/>
            </ac:picMkLst>
          </pc:picChg>
        </pc:sldLayoutChg>
        <pc:sldLayoutChg chg="modSp">
          <pc:chgData name="Chris Herring" userId="dca6c1b9ae6792aa" providerId="LiveId" clId="{59076A4C-DBC8-4720-9B53-C317FE2881C6}" dt="2025-09-02T05:54:36.025" v="593"/>
          <pc:sldLayoutMkLst>
            <pc:docMk/>
            <pc:sldMasterMk cId="2019934739" sldId="2147483663"/>
            <pc:sldLayoutMk cId="3622108626" sldId="2147483669"/>
          </pc:sldLayoutMkLst>
          <pc:spChg chg="mod">
            <ac:chgData name="Chris Herring" userId="dca6c1b9ae6792aa" providerId="LiveId" clId="{59076A4C-DBC8-4720-9B53-C317FE2881C6}" dt="2025-09-02T05:54:36.025" v="593"/>
            <ac:spMkLst>
              <pc:docMk/>
              <pc:sldMasterMk cId="2019934739" sldId="2147483663"/>
              <pc:sldLayoutMk cId="3622108626" sldId="2147483669"/>
              <ac:spMk id="6" creationId="{D0FB880E-24E1-67B0-0426-A288C08DA47F}"/>
            </ac:spMkLst>
          </pc:spChg>
          <pc:picChg chg="mod">
            <ac:chgData name="Chris Herring" userId="dca6c1b9ae6792aa" providerId="LiveId" clId="{59076A4C-DBC8-4720-9B53-C317FE2881C6}" dt="2025-09-02T05:54:36.025" v="593"/>
            <ac:picMkLst>
              <pc:docMk/>
              <pc:sldMasterMk cId="2019934739" sldId="2147483663"/>
              <pc:sldLayoutMk cId="3622108626" sldId="2147483669"/>
              <ac:picMk id="7" creationId="{A840ECE7-6B1C-095A-C9B5-8A25175EBE51}"/>
            </ac:picMkLst>
          </pc:picChg>
        </pc:sldLayoutChg>
        <pc:sldLayoutChg chg="modSp">
          <pc:chgData name="Chris Herring" userId="dca6c1b9ae6792aa" providerId="LiveId" clId="{59076A4C-DBC8-4720-9B53-C317FE2881C6}" dt="2025-09-02T05:54:36.025" v="593"/>
          <pc:sldLayoutMkLst>
            <pc:docMk/>
            <pc:sldMasterMk cId="2019934739" sldId="2147483663"/>
            <pc:sldLayoutMk cId="20309546" sldId="2147483670"/>
          </pc:sldLayoutMkLst>
          <pc:spChg chg="mod">
            <ac:chgData name="Chris Herring" userId="dca6c1b9ae6792aa" providerId="LiveId" clId="{59076A4C-DBC8-4720-9B53-C317FE2881C6}" dt="2025-09-02T05:54:36.025" v="593"/>
            <ac:spMkLst>
              <pc:docMk/>
              <pc:sldMasterMk cId="2019934739" sldId="2147483663"/>
              <pc:sldLayoutMk cId="20309546" sldId="2147483670"/>
              <ac:spMk id="5" creationId="{43944396-9CDD-045B-173F-D54FD46E4B61}"/>
            </ac:spMkLst>
          </pc:spChg>
          <pc:picChg chg="mod">
            <ac:chgData name="Chris Herring" userId="dca6c1b9ae6792aa" providerId="LiveId" clId="{59076A4C-DBC8-4720-9B53-C317FE2881C6}" dt="2025-09-02T05:54:36.025" v="593"/>
            <ac:picMkLst>
              <pc:docMk/>
              <pc:sldMasterMk cId="2019934739" sldId="2147483663"/>
              <pc:sldLayoutMk cId="20309546" sldId="2147483670"/>
              <ac:picMk id="8" creationId="{B454079A-E443-C9A2-955C-2C112A2883AC}"/>
            </ac:picMkLst>
          </pc:picChg>
        </pc:sldLayoutChg>
        <pc:sldLayoutChg chg="modSp">
          <pc:chgData name="Chris Herring" userId="dca6c1b9ae6792aa" providerId="LiveId" clId="{59076A4C-DBC8-4720-9B53-C317FE2881C6}" dt="2025-09-02T05:54:36.025" v="593"/>
          <pc:sldLayoutMkLst>
            <pc:docMk/>
            <pc:sldMasterMk cId="2019934739" sldId="2147483663"/>
            <pc:sldLayoutMk cId="3687115724" sldId="2147483671"/>
          </pc:sldLayoutMkLst>
          <pc:spChg chg="mod">
            <ac:chgData name="Chris Herring" userId="dca6c1b9ae6792aa" providerId="LiveId" clId="{59076A4C-DBC8-4720-9B53-C317FE2881C6}" dt="2025-09-02T05:54:36.025" v="593"/>
            <ac:spMkLst>
              <pc:docMk/>
              <pc:sldMasterMk cId="2019934739" sldId="2147483663"/>
              <pc:sldLayoutMk cId="3687115724" sldId="2147483671"/>
              <ac:spMk id="5" creationId="{43944396-9CDD-045B-173F-D54FD46E4B61}"/>
            </ac:spMkLst>
          </pc:spChg>
          <pc:picChg chg="mod">
            <ac:chgData name="Chris Herring" userId="dca6c1b9ae6792aa" providerId="LiveId" clId="{59076A4C-DBC8-4720-9B53-C317FE2881C6}" dt="2025-09-02T05:54:36.025" v="593"/>
            <ac:picMkLst>
              <pc:docMk/>
              <pc:sldMasterMk cId="2019934739" sldId="2147483663"/>
              <pc:sldLayoutMk cId="3687115724" sldId="2147483671"/>
              <ac:picMk id="6" creationId="{C27CFA21-CCA6-47AF-0827-82EB2E324EF0}"/>
            </ac:picMkLst>
          </pc:picChg>
        </pc:sldLayoutChg>
        <pc:sldLayoutChg chg="modSp">
          <pc:chgData name="Chris Herring" userId="dca6c1b9ae6792aa" providerId="LiveId" clId="{59076A4C-DBC8-4720-9B53-C317FE2881C6}" dt="2025-09-02T05:54:36.025" v="593"/>
          <pc:sldLayoutMkLst>
            <pc:docMk/>
            <pc:sldMasterMk cId="2019934739" sldId="2147483663"/>
            <pc:sldLayoutMk cId="268636566" sldId="2147483672"/>
          </pc:sldLayoutMkLst>
          <pc:spChg chg="mod">
            <ac:chgData name="Chris Herring" userId="dca6c1b9ae6792aa" providerId="LiveId" clId="{59076A4C-DBC8-4720-9B53-C317FE2881C6}" dt="2025-09-02T05:54:36.025" v="593"/>
            <ac:spMkLst>
              <pc:docMk/>
              <pc:sldMasterMk cId="2019934739" sldId="2147483663"/>
              <pc:sldLayoutMk cId="268636566" sldId="2147483672"/>
              <ac:spMk id="2" creationId="{A1056E3F-71B4-2AF3-6C17-916FEDBE47AC}"/>
            </ac:spMkLst>
          </pc:spChg>
          <pc:spChg chg="mod">
            <ac:chgData name="Chris Herring" userId="dca6c1b9ae6792aa" providerId="LiveId" clId="{59076A4C-DBC8-4720-9B53-C317FE2881C6}" dt="2025-09-02T05:54:36.025" v="593"/>
            <ac:spMkLst>
              <pc:docMk/>
              <pc:sldMasterMk cId="2019934739" sldId="2147483663"/>
              <pc:sldLayoutMk cId="268636566" sldId="2147483672"/>
              <ac:spMk id="3" creationId="{5C777FF0-172E-F174-7497-D362F045A434}"/>
            </ac:spMkLst>
          </pc:spChg>
          <pc:spChg chg="mod">
            <ac:chgData name="Chris Herring" userId="dca6c1b9ae6792aa" providerId="LiveId" clId="{59076A4C-DBC8-4720-9B53-C317FE2881C6}" dt="2025-09-02T05:54:36.025" v="593"/>
            <ac:spMkLst>
              <pc:docMk/>
              <pc:sldMasterMk cId="2019934739" sldId="2147483663"/>
              <pc:sldLayoutMk cId="268636566" sldId="2147483672"/>
              <ac:spMk id="4" creationId="{3995B6D9-9BF2-DAB5-DF5B-F96B77458969}"/>
            </ac:spMkLst>
          </pc:spChg>
          <pc:spChg chg="mod">
            <ac:chgData name="Chris Herring" userId="dca6c1b9ae6792aa" providerId="LiveId" clId="{59076A4C-DBC8-4720-9B53-C317FE2881C6}" dt="2025-09-02T05:54:36.025" v="593"/>
            <ac:spMkLst>
              <pc:docMk/>
              <pc:sldMasterMk cId="2019934739" sldId="2147483663"/>
              <pc:sldLayoutMk cId="268636566" sldId="2147483672"/>
              <ac:spMk id="8" creationId="{4509ABE4-3B61-072A-CA1A-39219C5267C5}"/>
            </ac:spMkLst>
          </pc:spChg>
          <pc:picChg chg="mod">
            <ac:chgData name="Chris Herring" userId="dca6c1b9ae6792aa" providerId="LiveId" clId="{59076A4C-DBC8-4720-9B53-C317FE2881C6}" dt="2025-09-02T05:54:36.025" v="593"/>
            <ac:picMkLst>
              <pc:docMk/>
              <pc:sldMasterMk cId="2019934739" sldId="2147483663"/>
              <pc:sldLayoutMk cId="268636566" sldId="2147483672"/>
              <ac:picMk id="9" creationId="{00E71918-A890-F582-8B6C-089A4257A28D}"/>
            </ac:picMkLst>
          </pc:picChg>
        </pc:sldLayoutChg>
        <pc:sldLayoutChg chg="modSp">
          <pc:chgData name="Chris Herring" userId="dca6c1b9ae6792aa" providerId="LiveId" clId="{59076A4C-DBC8-4720-9B53-C317FE2881C6}" dt="2025-09-02T05:54:36.025" v="593"/>
          <pc:sldLayoutMkLst>
            <pc:docMk/>
            <pc:sldMasterMk cId="2019934739" sldId="2147483663"/>
            <pc:sldLayoutMk cId="1398877296" sldId="2147483673"/>
          </pc:sldLayoutMkLst>
          <pc:spChg chg="mod">
            <ac:chgData name="Chris Herring" userId="dca6c1b9ae6792aa" providerId="LiveId" clId="{59076A4C-DBC8-4720-9B53-C317FE2881C6}" dt="2025-09-02T05:54:36.025" v="593"/>
            <ac:spMkLst>
              <pc:docMk/>
              <pc:sldMasterMk cId="2019934739" sldId="2147483663"/>
              <pc:sldLayoutMk cId="1398877296" sldId="2147483673"/>
              <ac:spMk id="2" creationId="{DD648D5B-4977-124B-E2FA-A60115AE55CA}"/>
            </ac:spMkLst>
          </pc:spChg>
          <pc:spChg chg="mod">
            <ac:chgData name="Chris Herring" userId="dca6c1b9ae6792aa" providerId="LiveId" clId="{59076A4C-DBC8-4720-9B53-C317FE2881C6}" dt="2025-09-02T05:54:36.025" v="593"/>
            <ac:spMkLst>
              <pc:docMk/>
              <pc:sldMasterMk cId="2019934739" sldId="2147483663"/>
              <pc:sldLayoutMk cId="1398877296" sldId="2147483673"/>
              <ac:spMk id="3" creationId="{FDF7BF40-74AB-0C66-1B32-0C1A8EE5DCE5}"/>
            </ac:spMkLst>
          </pc:spChg>
          <pc:spChg chg="mod">
            <ac:chgData name="Chris Herring" userId="dca6c1b9ae6792aa" providerId="LiveId" clId="{59076A4C-DBC8-4720-9B53-C317FE2881C6}" dt="2025-09-02T05:54:36.025" v="593"/>
            <ac:spMkLst>
              <pc:docMk/>
              <pc:sldMasterMk cId="2019934739" sldId="2147483663"/>
              <pc:sldLayoutMk cId="1398877296" sldId="2147483673"/>
              <ac:spMk id="4" creationId="{B6859446-7C7C-7C00-A3F1-B9F3FC6C09ED}"/>
            </ac:spMkLst>
          </pc:spChg>
          <pc:spChg chg="mod">
            <ac:chgData name="Chris Herring" userId="dca6c1b9ae6792aa" providerId="LiveId" clId="{59076A4C-DBC8-4720-9B53-C317FE2881C6}" dt="2025-09-02T05:54:36.025" v="593"/>
            <ac:spMkLst>
              <pc:docMk/>
              <pc:sldMasterMk cId="2019934739" sldId="2147483663"/>
              <pc:sldLayoutMk cId="1398877296" sldId="2147483673"/>
              <ac:spMk id="8" creationId="{EFA7CAE0-03FC-1EF8-CA64-B0D6EC362C03}"/>
            </ac:spMkLst>
          </pc:spChg>
          <pc:picChg chg="mod">
            <ac:chgData name="Chris Herring" userId="dca6c1b9ae6792aa" providerId="LiveId" clId="{59076A4C-DBC8-4720-9B53-C317FE2881C6}" dt="2025-09-02T05:54:36.025" v="593"/>
            <ac:picMkLst>
              <pc:docMk/>
              <pc:sldMasterMk cId="2019934739" sldId="2147483663"/>
              <pc:sldLayoutMk cId="1398877296" sldId="2147483673"/>
              <ac:picMk id="9" creationId="{D0138C77-9B51-5696-BE9E-433C9032C13B}"/>
            </ac:picMkLst>
          </pc:picChg>
        </pc:sldLayoutChg>
        <pc:sldLayoutChg chg="modSp">
          <pc:chgData name="Chris Herring" userId="dca6c1b9ae6792aa" providerId="LiveId" clId="{59076A4C-DBC8-4720-9B53-C317FE2881C6}" dt="2025-09-02T05:54:36.025" v="593"/>
          <pc:sldLayoutMkLst>
            <pc:docMk/>
            <pc:sldMasterMk cId="2019934739" sldId="2147483663"/>
            <pc:sldLayoutMk cId="2310253147" sldId="2147483674"/>
          </pc:sldLayoutMkLst>
          <pc:spChg chg="mod">
            <ac:chgData name="Chris Herring" userId="dca6c1b9ae6792aa" providerId="LiveId" clId="{59076A4C-DBC8-4720-9B53-C317FE2881C6}" dt="2025-09-02T05:54:36.025" v="593"/>
            <ac:spMkLst>
              <pc:docMk/>
              <pc:sldMasterMk cId="2019934739" sldId="2147483663"/>
              <pc:sldLayoutMk cId="2310253147" sldId="2147483674"/>
              <ac:spMk id="3" creationId="{9B99E692-C80F-51E9-B9B7-03DEA8E27938}"/>
            </ac:spMkLst>
          </pc:spChg>
          <pc:spChg chg="mod">
            <ac:chgData name="Chris Herring" userId="dca6c1b9ae6792aa" providerId="LiveId" clId="{59076A4C-DBC8-4720-9B53-C317FE2881C6}" dt="2025-09-02T05:54:36.025" v="593"/>
            <ac:spMkLst>
              <pc:docMk/>
              <pc:sldMasterMk cId="2019934739" sldId="2147483663"/>
              <pc:sldLayoutMk cId="2310253147" sldId="2147483674"/>
              <ac:spMk id="7" creationId="{5EFA0BFB-2E11-7B4D-9955-59170E66BF72}"/>
            </ac:spMkLst>
          </pc:spChg>
          <pc:picChg chg="mod">
            <ac:chgData name="Chris Herring" userId="dca6c1b9ae6792aa" providerId="LiveId" clId="{59076A4C-DBC8-4720-9B53-C317FE2881C6}" dt="2025-09-02T05:54:36.025" v="593"/>
            <ac:picMkLst>
              <pc:docMk/>
              <pc:sldMasterMk cId="2019934739" sldId="2147483663"/>
              <pc:sldLayoutMk cId="2310253147" sldId="2147483674"/>
              <ac:picMk id="8" creationId="{B18158DB-21F3-56B2-FBB9-BA339BB65D3B}"/>
            </ac:picMkLst>
          </pc:picChg>
        </pc:sldLayoutChg>
        <pc:sldLayoutChg chg="modSp">
          <pc:chgData name="Chris Herring" userId="dca6c1b9ae6792aa" providerId="LiveId" clId="{59076A4C-DBC8-4720-9B53-C317FE2881C6}" dt="2025-09-02T05:54:36.025" v="593"/>
          <pc:sldLayoutMkLst>
            <pc:docMk/>
            <pc:sldMasterMk cId="2019934739" sldId="2147483663"/>
            <pc:sldLayoutMk cId="2680717797" sldId="2147483675"/>
          </pc:sldLayoutMkLst>
          <pc:spChg chg="mod">
            <ac:chgData name="Chris Herring" userId="dca6c1b9ae6792aa" providerId="LiveId" clId="{59076A4C-DBC8-4720-9B53-C317FE2881C6}" dt="2025-09-02T05:54:36.025" v="593"/>
            <ac:spMkLst>
              <pc:docMk/>
              <pc:sldMasterMk cId="2019934739" sldId="2147483663"/>
              <pc:sldLayoutMk cId="2680717797" sldId="2147483675"/>
              <ac:spMk id="2" creationId="{01F05855-788A-76EC-68D5-6367800EA5B9}"/>
            </ac:spMkLst>
          </pc:spChg>
          <pc:spChg chg="mod">
            <ac:chgData name="Chris Herring" userId="dca6c1b9ae6792aa" providerId="LiveId" clId="{59076A4C-DBC8-4720-9B53-C317FE2881C6}" dt="2025-09-02T05:54:36.025" v="593"/>
            <ac:spMkLst>
              <pc:docMk/>
              <pc:sldMasterMk cId="2019934739" sldId="2147483663"/>
              <pc:sldLayoutMk cId="2680717797" sldId="2147483675"/>
              <ac:spMk id="3" creationId="{271E2B16-B347-4B84-76CE-531A54004622}"/>
            </ac:spMkLst>
          </pc:spChg>
          <pc:spChg chg="mod">
            <ac:chgData name="Chris Herring" userId="dca6c1b9ae6792aa" providerId="LiveId" clId="{59076A4C-DBC8-4720-9B53-C317FE2881C6}" dt="2025-09-02T05:54:36.025" v="593"/>
            <ac:spMkLst>
              <pc:docMk/>
              <pc:sldMasterMk cId="2019934739" sldId="2147483663"/>
              <pc:sldLayoutMk cId="2680717797" sldId="2147483675"/>
              <ac:spMk id="7" creationId="{D3D38F66-10A3-D683-E459-76B174DF3689}"/>
            </ac:spMkLst>
          </pc:spChg>
          <pc:picChg chg="mod">
            <ac:chgData name="Chris Herring" userId="dca6c1b9ae6792aa" providerId="LiveId" clId="{59076A4C-DBC8-4720-9B53-C317FE2881C6}" dt="2025-09-02T05:54:36.025" v="593"/>
            <ac:picMkLst>
              <pc:docMk/>
              <pc:sldMasterMk cId="2019934739" sldId="2147483663"/>
              <pc:sldLayoutMk cId="2680717797" sldId="2147483675"/>
              <ac:picMk id="8" creationId="{4F85A6AB-C113-61ED-F70D-3199F51CEF4F}"/>
            </ac:picMkLst>
          </pc:picChg>
        </pc:sldLayoutChg>
      </pc:sldMasterChg>
      <pc:sldMasterChg chg="addSp modSldLayout">
        <pc:chgData name="Chris Herring" userId="dca6c1b9ae6792aa" providerId="LiveId" clId="{59076A4C-DBC8-4720-9B53-C317FE2881C6}" dt="2025-09-02T05:54:36.025" v="593"/>
        <pc:sldMasterMkLst>
          <pc:docMk/>
          <pc:sldMasterMk cId="1566330439" sldId="2147483676"/>
        </pc:sldMasterMkLst>
        <pc:spChg chg="add">
          <ac:chgData name="Chris Herring" userId="dca6c1b9ae6792aa" providerId="LiveId" clId="{59076A4C-DBC8-4720-9B53-C317FE2881C6}" dt="2025-09-02T05:54:36.025" v="593"/>
          <ac:spMkLst>
            <pc:docMk/>
            <pc:sldMasterMk cId="1566330439" sldId="2147483676"/>
            <ac:spMk id="8" creationId="{72E51F30-6C4B-2A3E-E4DA-0D9E83194732}"/>
          </ac:spMkLst>
        </pc:spChg>
        <pc:picChg chg="add">
          <ac:chgData name="Chris Herring" userId="dca6c1b9ae6792aa" providerId="LiveId" clId="{59076A4C-DBC8-4720-9B53-C317FE2881C6}" dt="2025-09-02T05:54:36.025" v="593"/>
          <ac:picMkLst>
            <pc:docMk/>
            <pc:sldMasterMk cId="1566330439" sldId="2147483676"/>
            <ac:picMk id="7" creationId="{F217B841-9A2B-C8A3-62B4-558D6BBC098D}"/>
          </ac:picMkLst>
        </pc:picChg>
        <pc:sldLayoutChg chg="addSp">
          <pc:chgData name="Chris Herring" userId="dca6c1b9ae6792aa" providerId="LiveId" clId="{59076A4C-DBC8-4720-9B53-C317FE2881C6}" dt="2025-09-02T05:54:36.025" v="593"/>
          <pc:sldLayoutMkLst>
            <pc:docMk/>
            <pc:sldMasterMk cId="1566330439" sldId="2147483676"/>
            <pc:sldLayoutMk cId="774381965" sldId="2147483677"/>
          </pc:sldLayoutMkLst>
          <pc:picChg chg="add">
            <ac:chgData name="Chris Herring" userId="dca6c1b9ae6792aa" providerId="LiveId" clId="{59076A4C-DBC8-4720-9B53-C317FE2881C6}" dt="2025-09-02T05:54:36.025" v="593"/>
            <ac:picMkLst>
              <pc:docMk/>
              <pc:sldMasterMk cId="1566330439" sldId="2147483676"/>
              <pc:sldLayoutMk cId="774381965" sldId="2147483677"/>
              <ac:picMk id="7" creationId="{9729D695-BFF0-9C12-D197-1E8A56925B84}"/>
            </ac:picMkLst>
          </pc:picChg>
        </pc:sldLayoutChg>
        <pc:sldLayoutChg chg="addSp">
          <pc:chgData name="Chris Herring" userId="dca6c1b9ae6792aa" providerId="LiveId" clId="{59076A4C-DBC8-4720-9B53-C317FE2881C6}" dt="2025-09-02T05:54:36.025" v="593"/>
          <pc:sldLayoutMkLst>
            <pc:docMk/>
            <pc:sldMasterMk cId="1566330439" sldId="2147483676"/>
            <pc:sldLayoutMk cId="4015286626" sldId="2147483678"/>
          </pc:sldLayoutMkLst>
          <pc:picChg chg="add">
            <ac:chgData name="Chris Herring" userId="dca6c1b9ae6792aa" providerId="LiveId" clId="{59076A4C-DBC8-4720-9B53-C317FE2881C6}" dt="2025-09-02T05:54:36.025" v="593"/>
            <ac:picMkLst>
              <pc:docMk/>
              <pc:sldMasterMk cId="1566330439" sldId="2147483676"/>
              <pc:sldLayoutMk cId="4015286626" sldId="2147483678"/>
              <ac:picMk id="7" creationId="{6C84110D-8394-A2B5-F0D4-811AAD7B240D}"/>
            </ac:picMkLst>
          </pc:picChg>
        </pc:sldLayoutChg>
        <pc:sldLayoutChg chg="addSp">
          <pc:chgData name="Chris Herring" userId="dca6c1b9ae6792aa" providerId="LiveId" clId="{59076A4C-DBC8-4720-9B53-C317FE2881C6}" dt="2025-09-02T05:54:36.025" v="593"/>
          <pc:sldLayoutMkLst>
            <pc:docMk/>
            <pc:sldMasterMk cId="1566330439" sldId="2147483676"/>
            <pc:sldLayoutMk cId="66547491" sldId="2147483679"/>
          </pc:sldLayoutMkLst>
          <pc:picChg chg="add">
            <ac:chgData name="Chris Herring" userId="dca6c1b9ae6792aa" providerId="LiveId" clId="{59076A4C-DBC8-4720-9B53-C317FE2881C6}" dt="2025-09-02T05:54:36.025" v="593"/>
            <ac:picMkLst>
              <pc:docMk/>
              <pc:sldMasterMk cId="1566330439" sldId="2147483676"/>
              <pc:sldLayoutMk cId="66547491" sldId="2147483679"/>
              <ac:picMk id="7" creationId="{D14D7A96-3578-BF5A-4A51-A578CAD7BFC3}"/>
            </ac:picMkLst>
          </pc:picChg>
        </pc:sldLayoutChg>
        <pc:sldLayoutChg chg="addSp">
          <pc:chgData name="Chris Herring" userId="dca6c1b9ae6792aa" providerId="LiveId" clId="{59076A4C-DBC8-4720-9B53-C317FE2881C6}" dt="2025-09-02T05:54:36.025" v="593"/>
          <pc:sldLayoutMkLst>
            <pc:docMk/>
            <pc:sldMasterMk cId="1566330439" sldId="2147483676"/>
            <pc:sldLayoutMk cId="1245944616" sldId="2147483680"/>
          </pc:sldLayoutMkLst>
          <pc:picChg chg="add">
            <ac:chgData name="Chris Herring" userId="dca6c1b9ae6792aa" providerId="LiveId" clId="{59076A4C-DBC8-4720-9B53-C317FE2881C6}" dt="2025-09-02T05:54:36.025" v="593"/>
            <ac:picMkLst>
              <pc:docMk/>
              <pc:sldMasterMk cId="1566330439" sldId="2147483676"/>
              <pc:sldLayoutMk cId="1245944616" sldId="2147483680"/>
              <ac:picMk id="8" creationId="{086D9ED1-3528-BBAF-7EE2-6FC87BC3763D}"/>
            </ac:picMkLst>
          </pc:picChg>
        </pc:sldLayoutChg>
        <pc:sldLayoutChg chg="addSp">
          <pc:chgData name="Chris Herring" userId="dca6c1b9ae6792aa" providerId="LiveId" clId="{59076A4C-DBC8-4720-9B53-C317FE2881C6}" dt="2025-09-02T05:54:36.025" v="593"/>
          <pc:sldLayoutMkLst>
            <pc:docMk/>
            <pc:sldMasterMk cId="1566330439" sldId="2147483676"/>
            <pc:sldLayoutMk cId="1311576534" sldId="2147483681"/>
          </pc:sldLayoutMkLst>
          <pc:picChg chg="add">
            <ac:chgData name="Chris Herring" userId="dca6c1b9ae6792aa" providerId="LiveId" clId="{59076A4C-DBC8-4720-9B53-C317FE2881C6}" dt="2025-09-02T05:54:36.025" v="593"/>
            <ac:picMkLst>
              <pc:docMk/>
              <pc:sldMasterMk cId="1566330439" sldId="2147483676"/>
              <pc:sldLayoutMk cId="1311576534" sldId="2147483681"/>
              <ac:picMk id="10" creationId="{C330793F-4D70-CE37-DE8A-1804083DCE5C}"/>
            </ac:picMkLst>
          </pc:picChg>
        </pc:sldLayoutChg>
        <pc:sldLayoutChg chg="addSp">
          <pc:chgData name="Chris Herring" userId="dca6c1b9ae6792aa" providerId="LiveId" clId="{59076A4C-DBC8-4720-9B53-C317FE2881C6}" dt="2025-09-02T05:54:36.025" v="593"/>
          <pc:sldLayoutMkLst>
            <pc:docMk/>
            <pc:sldMasterMk cId="1566330439" sldId="2147483676"/>
            <pc:sldLayoutMk cId="2847253163" sldId="2147483682"/>
          </pc:sldLayoutMkLst>
          <pc:picChg chg="add">
            <ac:chgData name="Chris Herring" userId="dca6c1b9ae6792aa" providerId="LiveId" clId="{59076A4C-DBC8-4720-9B53-C317FE2881C6}" dt="2025-09-02T05:54:36.025" v="593"/>
            <ac:picMkLst>
              <pc:docMk/>
              <pc:sldMasterMk cId="1566330439" sldId="2147483676"/>
              <pc:sldLayoutMk cId="2847253163" sldId="2147483682"/>
              <ac:picMk id="6" creationId="{B33DB37F-654E-EA3D-5B2C-E8725459EB6A}"/>
            </ac:picMkLst>
          </pc:picChg>
        </pc:sldLayoutChg>
        <pc:sldLayoutChg chg="addSp">
          <pc:chgData name="Chris Herring" userId="dca6c1b9ae6792aa" providerId="LiveId" clId="{59076A4C-DBC8-4720-9B53-C317FE2881C6}" dt="2025-09-02T05:54:36.025" v="593"/>
          <pc:sldLayoutMkLst>
            <pc:docMk/>
            <pc:sldMasterMk cId="1566330439" sldId="2147483676"/>
            <pc:sldLayoutMk cId="3520036863" sldId="2147483683"/>
          </pc:sldLayoutMkLst>
          <pc:picChg chg="add">
            <ac:chgData name="Chris Herring" userId="dca6c1b9ae6792aa" providerId="LiveId" clId="{59076A4C-DBC8-4720-9B53-C317FE2881C6}" dt="2025-09-02T05:54:36.025" v="593"/>
            <ac:picMkLst>
              <pc:docMk/>
              <pc:sldMasterMk cId="1566330439" sldId="2147483676"/>
              <pc:sldLayoutMk cId="3520036863" sldId="2147483683"/>
              <ac:picMk id="5" creationId="{495AD313-FDEA-C7CB-8724-931C94BE9026}"/>
            </ac:picMkLst>
          </pc:picChg>
        </pc:sldLayoutChg>
        <pc:sldLayoutChg chg="addSp">
          <pc:chgData name="Chris Herring" userId="dca6c1b9ae6792aa" providerId="LiveId" clId="{59076A4C-DBC8-4720-9B53-C317FE2881C6}" dt="2025-09-02T05:54:36.025" v="593"/>
          <pc:sldLayoutMkLst>
            <pc:docMk/>
            <pc:sldMasterMk cId="1566330439" sldId="2147483676"/>
            <pc:sldLayoutMk cId="2382692798" sldId="2147483684"/>
          </pc:sldLayoutMkLst>
          <pc:picChg chg="add">
            <ac:chgData name="Chris Herring" userId="dca6c1b9ae6792aa" providerId="LiveId" clId="{59076A4C-DBC8-4720-9B53-C317FE2881C6}" dt="2025-09-02T05:54:36.025" v="593"/>
            <ac:picMkLst>
              <pc:docMk/>
              <pc:sldMasterMk cId="1566330439" sldId="2147483676"/>
              <pc:sldLayoutMk cId="2382692798" sldId="2147483684"/>
              <ac:picMk id="8" creationId="{FBB62598-0FCB-2808-F0AD-E08831FB9170}"/>
            </ac:picMkLst>
          </pc:picChg>
        </pc:sldLayoutChg>
        <pc:sldLayoutChg chg="addSp">
          <pc:chgData name="Chris Herring" userId="dca6c1b9ae6792aa" providerId="LiveId" clId="{59076A4C-DBC8-4720-9B53-C317FE2881C6}" dt="2025-09-02T05:54:36.025" v="593"/>
          <pc:sldLayoutMkLst>
            <pc:docMk/>
            <pc:sldMasterMk cId="1566330439" sldId="2147483676"/>
            <pc:sldLayoutMk cId="971767283" sldId="2147483685"/>
          </pc:sldLayoutMkLst>
          <pc:picChg chg="add">
            <ac:chgData name="Chris Herring" userId="dca6c1b9ae6792aa" providerId="LiveId" clId="{59076A4C-DBC8-4720-9B53-C317FE2881C6}" dt="2025-09-02T05:54:36.025" v="593"/>
            <ac:picMkLst>
              <pc:docMk/>
              <pc:sldMasterMk cId="1566330439" sldId="2147483676"/>
              <pc:sldLayoutMk cId="971767283" sldId="2147483685"/>
              <ac:picMk id="8" creationId="{DEF7C6CD-5DDC-6C40-04BE-A4693BAFF7DC}"/>
            </ac:picMkLst>
          </pc:picChg>
        </pc:sldLayoutChg>
        <pc:sldLayoutChg chg="addSp">
          <pc:chgData name="Chris Herring" userId="dca6c1b9ae6792aa" providerId="LiveId" clId="{59076A4C-DBC8-4720-9B53-C317FE2881C6}" dt="2025-09-02T05:54:36.025" v="593"/>
          <pc:sldLayoutMkLst>
            <pc:docMk/>
            <pc:sldMasterMk cId="1566330439" sldId="2147483676"/>
            <pc:sldLayoutMk cId="958974339" sldId="2147483686"/>
          </pc:sldLayoutMkLst>
          <pc:picChg chg="add">
            <ac:chgData name="Chris Herring" userId="dca6c1b9ae6792aa" providerId="LiveId" clId="{59076A4C-DBC8-4720-9B53-C317FE2881C6}" dt="2025-09-02T05:54:36.025" v="593"/>
            <ac:picMkLst>
              <pc:docMk/>
              <pc:sldMasterMk cId="1566330439" sldId="2147483676"/>
              <pc:sldLayoutMk cId="958974339" sldId="2147483686"/>
              <ac:picMk id="7" creationId="{99C2D20B-CC55-4CD5-1EF6-21CBCA581DCF}"/>
            </ac:picMkLst>
          </pc:picChg>
        </pc:sldLayoutChg>
        <pc:sldLayoutChg chg="addSp">
          <pc:chgData name="Chris Herring" userId="dca6c1b9ae6792aa" providerId="LiveId" clId="{59076A4C-DBC8-4720-9B53-C317FE2881C6}" dt="2025-09-02T05:54:36.025" v="593"/>
          <pc:sldLayoutMkLst>
            <pc:docMk/>
            <pc:sldMasterMk cId="1566330439" sldId="2147483676"/>
            <pc:sldLayoutMk cId="2391770311" sldId="2147483687"/>
          </pc:sldLayoutMkLst>
          <pc:picChg chg="add">
            <ac:chgData name="Chris Herring" userId="dca6c1b9ae6792aa" providerId="LiveId" clId="{59076A4C-DBC8-4720-9B53-C317FE2881C6}" dt="2025-09-02T05:54:36.025" v="593"/>
            <ac:picMkLst>
              <pc:docMk/>
              <pc:sldMasterMk cId="1566330439" sldId="2147483676"/>
              <pc:sldLayoutMk cId="2391770311" sldId="2147483687"/>
              <ac:picMk id="7" creationId="{5DFFC38D-9D1F-1339-068A-4CEAED22BAC6}"/>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22" name="Google Shape;2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79" name="Google Shape;7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5" name="Google Shape;53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536" name="Google Shape;536;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e7086f4e60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ge7086f4e60_0_2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78" name="Google Shape;478;ge7086f4e60_0_2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710" name="Google Shape;710;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767" name="Google Shape;767;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824" name="Google Shape;824;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881" name="Google Shape;881;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e9c03f0d4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e9c03f0d46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938" name="Google Shape;938;ge9c03f0d46_0_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995" name="Google Shape;99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052" name="Google Shape;1052;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0" name="Google Shape;128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281" name="Google Shape;1281;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338" name="Google Shape;133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2" name="Google Shape;151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513" name="Google Shape;1513;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4"/>
        <p:cNvGrpSpPr/>
        <p:nvPr/>
      </p:nvGrpSpPr>
      <p:grpSpPr>
        <a:xfrm>
          <a:off x="0" y="0"/>
          <a:ext cx="0" cy="0"/>
          <a:chOff x="0" y="0"/>
          <a:chExt cx="0" cy="0"/>
        </a:xfrm>
      </p:grpSpPr>
      <p:sp>
        <p:nvSpPr>
          <p:cNvPr id="1625" name="Google Shape;162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6" name="Google Shape;1626;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627" name="Google Shape;1627;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8"/>
        <p:cNvGrpSpPr/>
        <p:nvPr/>
      </p:nvGrpSpPr>
      <p:grpSpPr>
        <a:xfrm>
          <a:off x="0" y="0"/>
          <a:ext cx="0" cy="0"/>
          <a:chOff x="0" y="0"/>
          <a:chExt cx="0" cy="0"/>
        </a:xfrm>
      </p:grpSpPr>
      <p:sp>
        <p:nvSpPr>
          <p:cNvPr id="1739" name="Google Shape;173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0" name="Google Shape;174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1741" name="Google Shape;1741;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1"/>
        <p:cNvGrpSpPr/>
        <p:nvPr/>
      </p:nvGrpSpPr>
      <p:grpSpPr>
        <a:xfrm>
          <a:off x="0" y="0"/>
          <a:ext cx="0" cy="0"/>
          <a:chOff x="0" y="0"/>
          <a:chExt cx="0" cy="0"/>
        </a:xfrm>
      </p:grpSpPr>
      <p:sp>
        <p:nvSpPr>
          <p:cNvPr id="2312" name="Google Shape;231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3" name="Google Shape;2313;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2314" name="Google Shape;2314;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8"/>
        <p:cNvGrpSpPr/>
        <p:nvPr/>
      </p:nvGrpSpPr>
      <p:grpSpPr>
        <a:xfrm>
          <a:off x="0" y="0"/>
          <a:ext cx="0" cy="0"/>
          <a:chOff x="0" y="0"/>
          <a:chExt cx="0" cy="0"/>
        </a:xfrm>
      </p:grpSpPr>
      <p:sp>
        <p:nvSpPr>
          <p:cNvPr id="2369" name="Google Shape;236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0" name="Google Shape;237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2371" name="Google Shape;2371;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4"/>
        <p:cNvGrpSpPr/>
        <p:nvPr/>
      </p:nvGrpSpPr>
      <p:grpSpPr>
        <a:xfrm>
          <a:off x="0" y="0"/>
          <a:ext cx="0" cy="0"/>
          <a:chOff x="0" y="0"/>
          <a:chExt cx="0" cy="0"/>
        </a:xfrm>
      </p:grpSpPr>
      <p:sp>
        <p:nvSpPr>
          <p:cNvPr id="3405" name="Google Shape;3405;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6" name="Google Shape;3406;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407" name="Google Shape;3407;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2"/>
        <p:cNvGrpSpPr/>
        <p:nvPr/>
      </p:nvGrpSpPr>
      <p:grpSpPr>
        <a:xfrm>
          <a:off x="0" y="0"/>
          <a:ext cx="0" cy="0"/>
          <a:chOff x="0" y="0"/>
          <a:chExt cx="0" cy="0"/>
        </a:xfrm>
      </p:grpSpPr>
      <p:sp>
        <p:nvSpPr>
          <p:cNvPr id="3463" name="Google Shape;3463;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4" name="Google Shape;3464;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465" name="Google Shape;3465;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1"/>
        <p:cNvGrpSpPr/>
        <p:nvPr/>
      </p:nvGrpSpPr>
      <p:grpSpPr>
        <a:xfrm>
          <a:off x="0" y="0"/>
          <a:ext cx="0" cy="0"/>
          <a:chOff x="0" y="0"/>
          <a:chExt cx="0" cy="0"/>
        </a:xfrm>
      </p:grpSpPr>
      <p:sp>
        <p:nvSpPr>
          <p:cNvPr id="3522" name="Google Shape;3522;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3" name="Google Shape;3523;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524" name="Google Shape;3524;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8"/>
        <p:cNvGrpSpPr/>
        <p:nvPr/>
      </p:nvGrpSpPr>
      <p:grpSpPr>
        <a:xfrm>
          <a:off x="0" y="0"/>
          <a:ext cx="0" cy="0"/>
          <a:chOff x="0" y="0"/>
          <a:chExt cx="0" cy="0"/>
        </a:xfrm>
      </p:grpSpPr>
      <p:sp>
        <p:nvSpPr>
          <p:cNvPr id="3699" name="Google Shape;3699;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0" name="Google Shape;3700;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701" name="Google Shape;3701;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6"/>
        <p:cNvGrpSpPr/>
        <p:nvPr/>
      </p:nvGrpSpPr>
      <p:grpSpPr>
        <a:xfrm>
          <a:off x="0" y="0"/>
          <a:ext cx="0" cy="0"/>
          <a:chOff x="0" y="0"/>
          <a:chExt cx="0" cy="0"/>
        </a:xfrm>
      </p:grpSpPr>
      <p:sp>
        <p:nvSpPr>
          <p:cNvPr id="3757" name="Google Shape;3757;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8" name="Google Shape;3758;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759" name="Google Shape;3759;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5"/>
        <p:cNvGrpSpPr/>
        <p:nvPr/>
      </p:nvGrpSpPr>
      <p:grpSpPr>
        <a:xfrm>
          <a:off x="0" y="0"/>
          <a:ext cx="0" cy="0"/>
          <a:chOff x="0" y="0"/>
          <a:chExt cx="0" cy="0"/>
        </a:xfrm>
      </p:grpSpPr>
      <p:sp>
        <p:nvSpPr>
          <p:cNvPr id="3816" name="Google Shape;3816;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7" name="Google Shape;3817;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818" name="Google Shape;3818;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4"/>
        <p:cNvGrpSpPr/>
        <p:nvPr/>
      </p:nvGrpSpPr>
      <p:grpSpPr>
        <a:xfrm>
          <a:off x="0" y="0"/>
          <a:ext cx="0" cy="0"/>
          <a:chOff x="0" y="0"/>
          <a:chExt cx="0" cy="0"/>
        </a:xfrm>
      </p:grpSpPr>
      <p:sp>
        <p:nvSpPr>
          <p:cNvPr id="3875" name="Google Shape;3875;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6" name="Google Shape;3876;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877" name="Google Shape;3877;p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5" name="Google Shape;3935;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36" name="Google Shape;3936;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7"/>
        <p:cNvGrpSpPr/>
        <p:nvPr/>
      </p:nvGrpSpPr>
      <p:grpSpPr>
        <a:xfrm>
          <a:off x="0" y="0"/>
          <a:ext cx="0" cy="0"/>
          <a:chOff x="0" y="0"/>
          <a:chExt cx="0" cy="0"/>
        </a:xfrm>
      </p:grpSpPr>
      <p:sp>
        <p:nvSpPr>
          <p:cNvPr id="3948" name="Google Shape;3948;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9" name="Google Shape;3949;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50" name="Google Shape;3950;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1"/>
        <p:cNvGrpSpPr/>
        <p:nvPr/>
      </p:nvGrpSpPr>
      <p:grpSpPr>
        <a:xfrm>
          <a:off x="0" y="0"/>
          <a:ext cx="0" cy="0"/>
          <a:chOff x="0" y="0"/>
          <a:chExt cx="0" cy="0"/>
        </a:xfrm>
      </p:grpSpPr>
      <p:sp>
        <p:nvSpPr>
          <p:cNvPr id="3962" name="Google Shape;3962;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3" name="Google Shape;3963;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64" name="Google Shape;3964;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0"/>
        <p:cNvGrpSpPr/>
        <p:nvPr/>
      </p:nvGrpSpPr>
      <p:grpSpPr>
        <a:xfrm>
          <a:off x="0" y="0"/>
          <a:ext cx="0" cy="0"/>
          <a:chOff x="0" y="0"/>
          <a:chExt cx="0" cy="0"/>
        </a:xfrm>
      </p:grpSpPr>
      <p:sp>
        <p:nvSpPr>
          <p:cNvPr id="4021" name="Google Shape;4021;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2" name="Google Shape;4022;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023" name="Google Shape;4023;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9"/>
        <p:cNvGrpSpPr/>
        <p:nvPr/>
      </p:nvGrpSpPr>
      <p:grpSpPr>
        <a:xfrm>
          <a:off x="0" y="0"/>
          <a:ext cx="0" cy="0"/>
          <a:chOff x="0" y="0"/>
          <a:chExt cx="0" cy="0"/>
        </a:xfrm>
      </p:grpSpPr>
      <p:sp>
        <p:nvSpPr>
          <p:cNvPr id="4080" name="Google Shape;4080;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1" name="Google Shape;4081;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082" name="Google Shape;4082;p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8"/>
        <p:cNvGrpSpPr/>
        <p:nvPr/>
      </p:nvGrpSpPr>
      <p:grpSpPr>
        <a:xfrm>
          <a:off x="0" y="0"/>
          <a:ext cx="0" cy="0"/>
          <a:chOff x="0" y="0"/>
          <a:chExt cx="0" cy="0"/>
        </a:xfrm>
      </p:grpSpPr>
      <p:sp>
        <p:nvSpPr>
          <p:cNvPr id="4139" name="Google Shape;4139;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0" name="Google Shape;4140;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141" name="Google Shape;4141;p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7"/>
        <p:cNvGrpSpPr/>
        <p:nvPr/>
      </p:nvGrpSpPr>
      <p:grpSpPr>
        <a:xfrm>
          <a:off x="0" y="0"/>
          <a:ext cx="0" cy="0"/>
          <a:chOff x="0" y="0"/>
          <a:chExt cx="0" cy="0"/>
        </a:xfrm>
      </p:grpSpPr>
      <p:sp>
        <p:nvSpPr>
          <p:cNvPr id="4198" name="Google Shape;4198;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9" name="Google Shape;4199;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200" name="Google Shape;4200;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6"/>
        <p:cNvGrpSpPr/>
        <p:nvPr/>
      </p:nvGrpSpPr>
      <p:grpSpPr>
        <a:xfrm>
          <a:off x="0" y="0"/>
          <a:ext cx="0" cy="0"/>
          <a:chOff x="0" y="0"/>
          <a:chExt cx="0" cy="0"/>
        </a:xfrm>
      </p:grpSpPr>
      <p:sp>
        <p:nvSpPr>
          <p:cNvPr id="4257" name="Google Shape;4257;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8" name="Google Shape;4258;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259" name="Google Shape;4259;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5"/>
        <p:cNvGrpSpPr/>
        <p:nvPr/>
      </p:nvGrpSpPr>
      <p:grpSpPr>
        <a:xfrm>
          <a:off x="0" y="0"/>
          <a:ext cx="0" cy="0"/>
          <a:chOff x="0" y="0"/>
          <a:chExt cx="0" cy="0"/>
        </a:xfrm>
      </p:grpSpPr>
      <p:sp>
        <p:nvSpPr>
          <p:cNvPr id="4316" name="Google Shape;4316;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7" name="Google Shape;4317;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318" name="Google Shape;4318;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1"/>
        <p:cNvGrpSpPr/>
        <p:nvPr/>
      </p:nvGrpSpPr>
      <p:grpSpPr>
        <a:xfrm>
          <a:off x="0" y="0"/>
          <a:ext cx="0" cy="0"/>
          <a:chOff x="0" y="0"/>
          <a:chExt cx="0" cy="0"/>
        </a:xfrm>
      </p:grpSpPr>
      <p:sp>
        <p:nvSpPr>
          <p:cNvPr id="4492" name="Google Shape;4492;ge7086f4e60_0_4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93" name="Google Shape;4493;ge7086f4e60_0_4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a:t>
            </a:r>
            <a:r>
              <a:rPr lang="en-US" sz="1200" err="1">
                <a:solidFill>
                  <a:schemeClr val="dk1"/>
                </a:solidFill>
                <a:latin typeface="Arial"/>
                <a:ea typeface="Arial"/>
                <a:cs typeface="Arial"/>
                <a:sym typeface="Arial"/>
              </a:rPr>
              <a:t>wmf</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err="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494" name="Google Shape;4494;ge7086f4e60_0_4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8"/>
        <p:cNvGrpSpPr/>
        <p:nvPr/>
      </p:nvGrpSpPr>
      <p:grpSpPr>
        <a:xfrm>
          <a:off x="0" y="0"/>
          <a:ext cx="0" cy="0"/>
          <a:chOff x="0" y="0"/>
          <a:chExt cx="0" cy="0"/>
        </a:xfrm>
      </p:grpSpPr>
      <p:sp>
        <p:nvSpPr>
          <p:cNvPr id="4549" name="Google Shape;4549;ge7086f4e60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0" name="Google Shape;4550;ge7086f4e60_0_4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551" name="Google Shape;4551;ge7086f4e60_0_4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5"/>
        <p:cNvGrpSpPr/>
        <p:nvPr/>
      </p:nvGrpSpPr>
      <p:grpSpPr>
        <a:xfrm>
          <a:off x="0" y="0"/>
          <a:ext cx="0" cy="0"/>
          <a:chOff x="0" y="0"/>
          <a:chExt cx="0" cy="0"/>
        </a:xfrm>
      </p:grpSpPr>
      <p:sp>
        <p:nvSpPr>
          <p:cNvPr id="4606" name="Google Shape;460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7" name="Google Shape;4607;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608" name="Google Shape;4608;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9"/>
        <p:cNvGrpSpPr/>
        <p:nvPr/>
      </p:nvGrpSpPr>
      <p:grpSpPr>
        <a:xfrm>
          <a:off x="0" y="0"/>
          <a:ext cx="0" cy="0"/>
          <a:chOff x="0" y="0"/>
          <a:chExt cx="0" cy="0"/>
        </a:xfrm>
      </p:grpSpPr>
      <p:sp>
        <p:nvSpPr>
          <p:cNvPr id="4850" name="Google Shape;4850;ge9c03f0d4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1" name="Google Shape;4851;ge9c03f0d46_0_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852" name="Google Shape;4852;ge9c03f0d46_0_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FAAC-4A49-9022-6152-B7F160C79D19}"/>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362A226-772D-6D83-3B56-D4892B9CE09C}"/>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056FFE1-B94C-34A9-9FBB-EAE7B6B2ACFE}"/>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9E786CF9-1C8E-BDF3-C8F3-5BC600ABFD45}"/>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8">
            <a:extLst>
              <a:ext uri="{FF2B5EF4-FFF2-40B4-BE49-F238E27FC236}">
                <a16:creationId xmlns:a16="http://schemas.microsoft.com/office/drawing/2014/main" id="{51DE8ACB-A733-C6CD-50F7-4DC264F7167B}"/>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9" name="Picture 8" descr="A logo with a person in the middle of a book&#10;&#10;AI-generated content may be incorrect.">
            <a:extLst>
              <a:ext uri="{FF2B5EF4-FFF2-40B4-BE49-F238E27FC236}">
                <a16:creationId xmlns:a16="http://schemas.microsoft.com/office/drawing/2014/main" id="{8EA3DAC6-E9C0-EABD-A5A5-A704FB811B94}"/>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300167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38F4E-C2E5-FC20-9952-570CF0685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DFE93-0E7A-81C6-039B-F2C41AE0AD2B}"/>
              </a:ext>
            </a:extLst>
          </p:cNvPr>
          <p:cNvSpPr>
            <a:spLocks noGrp="1"/>
          </p:cNvSpPr>
          <p:nvPr>
            <p:ph idx="1"/>
          </p:nvPr>
        </p:nvSpPr>
        <p:spPr>
          <a:xfrm>
            <a:off x="838200" y="1825627"/>
            <a:ext cx="10515600" cy="4123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857006-DB43-FC8F-9A9B-3222100D7024}"/>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02909B96-2E5F-EB1B-4515-5DAB2466A23C}"/>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8">
            <a:extLst>
              <a:ext uri="{FF2B5EF4-FFF2-40B4-BE49-F238E27FC236}">
                <a16:creationId xmlns:a16="http://schemas.microsoft.com/office/drawing/2014/main" id="{6B7C288B-6675-98F6-634E-6923E3C30B41}"/>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054584D5-5CFC-EA54-0E5C-AF005A673510}"/>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4119080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6BCF-CA4A-9876-D89F-72224721ECA3}"/>
              </a:ext>
            </a:extLst>
          </p:cNvPr>
          <p:cNvSpPr>
            <a:spLocks noGrp="1"/>
          </p:cNvSpPr>
          <p:nvPr>
            <p:ph type="title"/>
          </p:nvPr>
        </p:nvSpPr>
        <p:spPr>
          <a:xfrm>
            <a:off x="831851" y="1709740"/>
            <a:ext cx="10515600" cy="2852737"/>
          </a:xfrm>
        </p:spPr>
        <p:txBody>
          <a:bodyPr anchor="b"/>
          <a:lstStyle>
            <a:lvl1pPr>
              <a:defRPr sz="4500"/>
            </a:lvl1pPr>
          </a:lstStyle>
          <a:p>
            <a:r>
              <a:rPr lang="en-US" dirty="0"/>
              <a:t>Click to edit Master title style</a:t>
            </a:r>
          </a:p>
        </p:txBody>
      </p:sp>
      <p:sp>
        <p:nvSpPr>
          <p:cNvPr id="3" name="Text Placeholder 2">
            <a:extLst>
              <a:ext uri="{FF2B5EF4-FFF2-40B4-BE49-F238E27FC236}">
                <a16:creationId xmlns:a16="http://schemas.microsoft.com/office/drawing/2014/main" id="{10CD9254-AF87-14E0-AB35-F0C106D82502}"/>
              </a:ext>
            </a:extLst>
          </p:cNvPr>
          <p:cNvSpPr>
            <a:spLocks noGrp="1"/>
          </p:cNvSpPr>
          <p:nvPr>
            <p:ph type="body" idx="1"/>
          </p:nvPr>
        </p:nvSpPr>
        <p:spPr>
          <a:xfrm>
            <a:off x="831851" y="4589465"/>
            <a:ext cx="10515600" cy="138167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0463E4C-C862-99CF-F8DB-823CD864D6B0}"/>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14EC7E2C-CE09-7B77-D3B8-939FA558DD2A}"/>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8" name="Slide Number Placeholder 8">
            <a:extLst>
              <a:ext uri="{FF2B5EF4-FFF2-40B4-BE49-F238E27FC236}">
                <a16:creationId xmlns:a16="http://schemas.microsoft.com/office/drawing/2014/main" id="{06047AD0-70BA-479B-A7B2-64CC363E3F36}"/>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9" name="Picture 8" descr="A logo with a person in the middle of a book&#10;&#10;AI-generated content may be incorrect.">
            <a:extLst>
              <a:ext uri="{FF2B5EF4-FFF2-40B4-BE49-F238E27FC236}">
                <a16:creationId xmlns:a16="http://schemas.microsoft.com/office/drawing/2014/main" id="{D09A5D9D-6EEF-D0C8-0372-3AA289AD185A}"/>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461126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4BC5-E68C-18CB-93C9-0301FD69DF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1B9D1-D05F-56C4-8664-DCDA321E85ED}"/>
              </a:ext>
            </a:extLst>
          </p:cNvPr>
          <p:cNvSpPr>
            <a:spLocks noGrp="1"/>
          </p:cNvSpPr>
          <p:nvPr>
            <p:ph sz="half" idx="1"/>
          </p:nvPr>
        </p:nvSpPr>
        <p:spPr>
          <a:xfrm>
            <a:off x="838200" y="1825627"/>
            <a:ext cx="5181600" cy="41124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D51F5-001F-D0EE-F3D1-B29CF540A405}"/>
              </a:ext>
            </a:extLst>
          </p:cNvPr>
          <p:cNvSpPr>
            <a:spLocks noGrp="1"/>
          </p:cNvSpPr>
          <p:nvPr>
            <p:ph sz="half" idx="2"/>
          </p:nvPr>
        </p:nvSpPr>
        <p:spPr>
          <a:xfrm>
            <a:off x="6172200" y="1825627"/>
            <a:ext cx="5181600" cy="41124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7DEE3-D53D-2D22-655A-2CB874A8EAB3}"/>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a:extLst>
              <a:ext uri="{FF2B5EF4-FFF2-40B4-BE49-F238E27FC236}">
                <a16:creationId xmlns:a16="http://schemas.microsoft.com/office/drawing/2014/main" id="{4339CE1A-2874-B9C0-A8C3-5EEAB8B5B4A3}"/>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8" name="Slide Number Placeholder 8">
            <a:extLst>
              <a:ext uri="{FF2B5EF4-FFF2-40B4-BE49-F238E27FC236}">
                <a16:creationId xmlns:a16="http://schemas.microsoft.com/office/drawing/2014/main" id="{6A4E9B07-9F10-157B-79B2-EA9D8235A73F}"/>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9" name="Picture 8" descr="A logo with a person in the middle of a book&#10;&#10;AI-generated content may be incorrect.">
            <a:extLst>
              <a:ext uri="{FF2B5EF4-FFF2-40B4-BE49-F238E27FC236}">
                <a16:creationId xmlns:a16="http://schemas.microsoft.com/office/drawing/2014/main" id="{E4E21882-6892-6ABA-0981-03E83B01C182}"/>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138074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DA0E-5074-356F-9F38-8D145A2C454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085E45-CE93-B125-7CD5-FB3C54D29402}"/>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2FEC8-30B0-5EA0-1CAC-B5C356161706}"/>
              </a:ext>
            </a:extLst>
          </p:cNvPr>
          <p:cNvSpPr>
            <a:spLocks noGrp="1"/>
          </p:cNvSpPr>
          <p:nvPr>
            <p:ph sz="half" idx="2"/>
          </p:nvPr>
        </p:nvSpPr>
        <p:spPr>
          <a:xfrm>
            <a:off x="839789" y="2505077"/>
            <a:ext cx="5157787" cy="3433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8691D-5A2C-D059-874D-829AF3316A83}"/>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A0208-1ADE-5A6F-92D9-30B7A79B3CB7}"/>
              </a:ext>
            </a:extLst>
          </p:cNvPr>
          <p:cNvSpPr>
            <a:spLocks noGrp="1"/>
          </p:cNvSpPr>
          <p:nvPr>
            <p:ph sz="quarter" idx="4"/>
          </p:nvPr>
        </p:nvSpPr>
        <p:spPr>
          <a:xfrm>
            <a:off x="6172201" y="2505077"/>
            <a:ext cx="5183188" cy="3433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9E1B0-8E70-CE0E-0A5D-D8D52FCBC1A5}"/>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8" name="Footer Placeholder 7">
            <a:extLst>
              <a:ext uri="{FF2B5EF4-FFF2-40B4-BE49-F238E27FC236}">
                <a16:creationId xmlns:a16="http://schemas.microsoft.com/office/drawing/2014/main" id="{2443E55D-7237-000B-0509-5DB4424916CD}"/>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10" name="Slide Number Placeholder 8">
            <a:extLst>
              <a:ext uri="{FF2B5EF4-FFF2-40B4-BE49-F238E27FC236}">
                <a16:creationId xmlns:a16="http://schemas.microsoft.com/office/drawing/2014/main" id="{138027B7-7D9D-21AF-9593-B5FF7F445FA4}"/>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11" name="Picture 10" descr="A logo with a person in the middle of a book&#10;&#10;AI-generated content may be incorrect.">
            <a:extLst>
              <a:ext uri="{FF2B5EF4-FFF2-40B4-BE49-F238E27FC236}">
                <a16:creationId xmlns:a16="http://schemas.microsoft.com/office/drawing/2014/main" id="{C06EC48B-9436-1A2C-6EA7-E4D7A50945DD}"/>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872674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1057D-AEBC-7417-2DE7-E5AC5C7E27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DCF93E-78EC-025E-B4E7-34948674FACF}"/>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4" name="Footer Placeholder 3">
            <a:extLst>
              <a:ext uri="{FF2B5EF4-FFF2-40B4-BE49-F238E27FC236}">
                <a16:creationId xmlns:a16="http://schemas.microsoft.com/office/drawing/2014/main" id="{986D042E-4EC9-8256-7A44-613FEAB6A1EB}"/>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8">
            <a:extLst>
              <a:ext uri="{FF2B5EF4-FFF2-40B4-BE49-F238E27FC236}">
                <a16:creationId xmlns:a16="http://schemas.microsoft.com/office/drawing/2014/main" id="{D0FB880E-24E1-67B0-0426-A288C08DA47F}"/>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A840ECE7-6B1C-095A-C9B5-8A25175EBE51}"/>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362210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1C4EC-D74D-6825-714E-6A1A95101AEC}"/>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3" name="Footer Placeholder 2">
            <a:extLst>
              <a:ext uri="{FF2B5EF4-FFF2-40B4-BE49-F238E27FC236}">
                <a16:creationId xmlns:a16="http://schemas.microsoft.com/office/drawing/2014/main" id="{F58B1AAE-35D6-A6EB-35AF-EFD13BB25E01}"/>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5" name="Slide Number Placeholder 8">
            <a:extLst>
              <a:ext uri="{FF2B5EF4-FFF2-40B4-BE49-F238E27FC236}">
                <a16:creationId xmlns:a16="http://schemas.microsoft.com/office/drawing/2014/main" id="{43944396-9CDD-045B-173F-D54FD46E4B61}"/>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B454079A-E443-C9A2-955C-2C112A2883AC}"/>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030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ogo 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1C4EC-D74D-6825-714E-6A1A95101AEC}"/>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3" name="Footer Placeholder 2">
            <a:extLst>
              <a:ext uri="{FF2B5EF4-FFF2-40B4-BE49-F238E27FC236}">
                <a16:creationId xmlns:a16="http://schemas.microsoft.com/office/drawing/2014/main" id="{F58B1AAE-35D6-A6EB-35AF-EFD13BB25E01}"/>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5" name="Slide Number Placeholder 8">
            <a:extLst>
              <a:ext uri="{FF2B5EF4-FFF2-40B4-BE49-F238E27FC236}">
                <a16:creationId xmlns:a16="http://schemas.microsoft.com/office/drawing/2014/main" id="{43944396-9CDD-045B-173F-D54FD46E4B61}"/>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6" name="Picture 5" descr="A logo with a person in the middle of a book">
            <a:extLst>
              <a:ext uri="{FF2B5EF4-FFF2-40B4-BE49-F238E27FC236}">
                <a16:creationId xmlns:a16="http://schemas.microsoft.com/office/drawing/2014/main" id="{C27CFA21-CCA6-47AF-0827-82EB2E324EF0}"/>
              </a:ext>
            </a:extLst>
          </p:cNvPr>
          <p:cNvPicPr>
            <a:picLocks noChangeAspect="1"/>
          </p:cNvPicPr>
          <p:nvPr userDrawn="1"/>
        </p:nvPicPr>
        <p:blipFill>
          <a:blip r:embed="rId2"/>
          <a:srcRect t="20861" b="28845"/>
          <a:stretch>
            <a:fillRect/>
          </a:stretch>
        </p:blipFill>
        <p:spPr>
          <a:xfrm>
            <a:off x="1025029" y="473726"/>
            <a:ext cx="10141945" cy="5100811"/>
          </a:xfrm>
          <a:prstGeom prst="rect">
            <a:avLst/>
          </a:prstGeom>
        </p:spPr>
      </p:pic>
    </p:spTree>
    <p:extLst>
      <p:ext uri="{BB962C8B-B14F-4D97-AF65-F5344CB8AC3E}">
        <p14:creationId xmlns:p14="http://schemas.microsoft.com/office/powerpoint/2010/main" val="3687115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6E3F-71B4-2AF3-6C17-916FEDBE47A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C777FF0-172E-F174-7497-D362F045A434}"/>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95B6D9-9BF2-DAB5-DF5B-F96B7745896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6AF817D-4079-77BB-11D4-FE6427325CC8}"/>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a:extLst>
              <a:ext uri="{FF2B5EF4-FFF2-40B4-BE49-F238E27FC236}">
                <a16:creationId xmlns:a16="http://schemas.microsoft.com/office/drawing/2014/main" id="{14ECB10F-14CE-4F3B-62C2-0F2081EE8AFB}"/>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8" name="Slide Number Placeholder 8">
            <a:extLst>
              <a:ext uri="{FF2B5EF4-FFF2-40B4-BE49-F238E27FC236}">
                <a16:creationId xmlns:a16="http://schemas.microsoft.com/office/drawing/2014/main" id="{4509ABE4-3B61-072A-CA1A-39219C5267C5}"/>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9" name="Picture 8" descr="A logo with a person in the middle of a book&#10;&#10;AI-generated content may be incorrect.">
            <a:extLst>
              <a:ext uri="{FF2B5EF4-FFF2-40B4-BE49-F238E27FC236}">
                <a16:creationId xmlns:a16="http://schemas.microsoft.com/office/drawing/2014/main" id="{00E71918-A890-F582-8B6C-089A4257A28D}"/>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68636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D5B-4977-124B-E2FA-A60115AE55CA}"/>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DF7BF40-74AB-0C66-1B32-0C1A8EE5DCE5}"/>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6859446-7C7C-7C00-A3F1-B9F3FC6C09E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34F90B1-7D41-9A5C-1BB0-B2E12296BCDF}"/>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a:extLst>
              <a:ext uri="{FF2B5EF4-FFF2-40B4-BE49-F238E27FC236}">
                <a16:creationId xmlns:a16="http://schemas.microsoft.com/office/drawing/2014/main" id="{CF4FB185-7351-2B82-D018-B3C6271A0DBD}"/>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8" name="Slide Number Placeholder 8">
            <a:extLst>
              <a:ext uri="{FF2B5EF4-FFF2-40B4-BE49-F238E27FC236}">
                <a16:creationId xmlns:a16="http://schemas.microsoft.com/office/drawing/2014/main" id="{EFA7CAE0-03FC-1EF8-CA64-B0D6EC362C03}"/>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9" name="Picture 8" descr="A logo with a person in the middle of a book&#10;&#10;AI-generated content may be incorrect.">
            <a:extLst>
              <a:ext uri="{FF2B5EF4-FFF2-40B4-BE49-F238E27FC236}">
                <a16:creationId xmlns:a16="http://schemas.microsoft.com/office/drawing/2014/main" id="{D0138C77-9B51-5696-BE9E-433C9032C13B}"/>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139887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27C8-7D93-CC94-54FA-CC2D9CA691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99E692-C80F-51E9-B9B7-03DEA8E27938}"/>
              </a:ext>
            </a:extLst>
          </p:cNvPr>
          <p:cNvSpPr>
            <a:spLocks noGrp="1"/>
          </p:cNvSpPr>
          <p:nvPr>
            <p:ph type="body" orient="vert" idx="1"/>
          </p:nvPr>
        </p:nvSpPr>
        <p:spPr>
          <a:xfrm>
            <a:off x="838200" y="1825625"/>
            <a:ext cx="10515600" cy="41455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6F9448-A152-79A5-CA22-37ED48086723}"/>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DD7981D4-3D0D-1612-1338-411BC108BDE9}"/>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8">
            <a:extLst>
              <a:ext uri="{FF2B5EF4-FFF2-40B4-BE49-F238E27FC236}">
                <a16:creationId xmlns:a16="http://schemas.microsoft.com/office/drawing/2014/main" id="{5EFA0BFB-2E11-7B4D-9955-59170E66BF72}"/>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B18158DB-21F3-56B2-FBB9-BA339BB65D3B}"/>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310253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F05855-788A-76EC-68D5-6367800EA5B9}"/>
              </a:ext>
            </a:extLst>
          </p:cNvPr>
          <p:cNvSpPr>
            <a:spLocks noGrp="1"/>
          </p:cNvSpPr>
          <p:nvPr>
            <p:ph type="title" orient="vert"/>
          </p:nvPr>
        </p:nvSpPr>
        <p:spPr>
          <a:xfrm>
            <a:off x="8724901" y="365125"/>
            <a:ext cx="2628900" cy="5617034"/>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1E2B16-B347-4B84-76CE-531A54004622}"/>
              </a:ext>
            </a:extLst>
          </p:cNvPr>
          <p:cNvSpPr>
            <a:spLocks noGrp="1"/>
          </p:cNvSpPr>
          <p:nvPr>
            <p:ph type="body" orient="vert" idx="1"/>
          </p:nvPr>
        </p:nvSpPr>
        <p:spPr>
          <a:xfrm>
            <a:off x="838201" y="365125"/>
            <a:ext cx="7734300" cy="561703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CA285A0-42E2-E40C-C3EE-9DA1905D5AA1}"/>
              </a:ext>
            </a:extLst>
          </p:cNvPr>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7DCF4F03-6775-25B6-0858-C98BE4806ED2}"/>
              </a:ext>
            </a:extLst>
          </p:cNvPr>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8">
            <a:extLst>
              <a:ext uri="{FF2B5EF4-FFF2-40B4-BE49-F238E27FC236}">
                <a16:creationId xmlns:a16="http://schemas.microsoft.com/office/drawing/2014/main" id="{D3D38F66-10A3-D683-E459-76B174DF3689}"/>
              </a:ext>
            </a:extLst>
          </p:cNvPr>
          <p:cNvSpPr>
            <a:spLocks noGrp="1"/>
          </p:cNvSpPr>
          <p:nvPr>
            <p:ph type="sldNum" sz="quarter" idx="12"/>
          </p:nvPr>
        </p:nvSpPr>
        <p:spPr>
          <a:xfrm>
            <a:off x="8339769" y="6356352"/>
            <a:ext cx="2330987" cy="365125"/>
          </a:xfrm>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4F85A6AB-C113-61ED-F70D-3199F51CEF4F}"/>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680717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9729D695-BFF0-9C12-D197-1E8A56925B84}"/>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774381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6C84110D-8394-A2B5-F0D4-811AAD7B240D}"/>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4015286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D14D7A96-3578-BF5A-4A51-A578CAD7BFC3}"/>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66547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6"/>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086D9ED1-3528-BBAF-7EE2-6FC87BC3763D}"/>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12459446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8" name="Footer Placeholder 7"/>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9" name="Slide Number Placeholder 8"/>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10" name="Picture 9" descr="A logo with a person in the middle of a book&#10;&#10;AI-generated content may be incorrect.">
            <a:extLst>
              <a:ext uri="{FF2B5EF4-FFF2-40B4-BE49-F238E27FC236}">
                <a16:creationId xmlns:a16="http://schemas.microsoft.com/office/drawing/2014/main" id="{C330793F-4D70-CE37-DE8A-1804083DCE5C}"/>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1311576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4" name="Footer Placeholder 3"/>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5" name="Slide Number Placeholder 4"/>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6" name="Picture 5" descr="A logo with a person in the middle of a book&#10;&#10;AI-generated content may be incorrect.">
            <a:extLst>
              <a:ext uri="{FF2B5EF4-FFF2-40B4-BE49-F238E27FC236}">
                <a16:creationId xmlns:a16="http://schemas.microsoft.com/office/drawing/2014/main" id="{B33DB37F-654E-EA3D-5B2C-E8725459EB6A}"/>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847253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3" name="Footer Placeholder 2"/>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4" name="Slide Number Placeholder 3"/>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5" name="Picture 4" descr="A logo with a person in the middle of a book&#10;&#10;AI-generated content may be incorrect.">
            <a:extLst>
              <a:ext uri="{FF2B5EF4-FFF2-40B4-BE49-F238E27FC236}">
                <a16:creationId xmlns:a16="http://schemas.microsoft.com/office/drawing/2014/main" id="{495AD313-FDEA-C7CB-8724-931C94BE9026}"/>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3520036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6"/>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FBB62598-0FCB-2808-F0AD-E08831FB9170}"/>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3826927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6" name="Footer Placeholder 5"/>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7" name="Slide Number Placeholder 6"/>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8" name="Picture 7" descr="A logo with a person in the middle of a book&#10;&#10;AI-generated content may be incorrect.">
            <a:extLst>
              <a:ext uri="{FF2B5EF4-FFF2-40B4-BE49-F238E27FC236}">
                <a16:creationId xmlns:a16="http://schemas.microsoft.com/office/drawing/2014/main" id="{DEF7C6CD-5DDC-6C40-04BE-A4693BAFF7DC}"/>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9717672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99C2D20B-CC55-4CD5-1EF6-21CBCA581DCF}"/>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958974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11"/>
          </p:nvPr>
        </p:nvSpPr>
        <p:spPr/>
        <p:txBody>
          <a:body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12"/>
          </p:nvPr>
        </p:nvSpPr>
        <p:spPr/>
        <p:txBody>
          <a:body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descr="A logo with a person in the middle of a book&#10;&#10;AI-generated content may be incorrect.">
            <a:extLst>
              <a:ext uri="{FF2B5EF4-FFF2-40B4-BE49-F238E27FC236}">
                <a16:creationId xmlns:a16="http://schemas.microsoft.com/office/drawing/2014/main" id="{5DFFC38D-9D1F-1339-068A-4CEAED22BAC6}"/>
              </a:ext>
            </a:extLst>
          </p:cNvPr>
          <p:cNvPicPr>
            <a:picLocks noChangeAspect="1"/>
          </p:cNvPicPr>
          <p:nvPr userDrawn="1"/>
        </p:nvPicPr>
        <p:blipFill>
          <a:blip r:embed="rId2"/>
          <a:stretch>
            <a:fillRect/>
          </a:stretch>
        </p:blipFill>
        <p:spPr>
          <a:xfrm>
            <a:off x="10636437" y="5648125"/>
            <a:ext cx="1573481" cy="1573481"/>
          </a:xfrm>
          <a:prstGeom prst="rect">
            <a:avLst/>
          </a:prstGeom>
        </p:spPr>
      </p:pic>
    </p:spTree>
    <p:extLst>
      <p:ext uri="{BB962C8B-B14F-4D97-AF65-F5344CB8AC3E}">
        <p14:creationId xmlns:p14="http://schemas.microsoft.com/office/powerpoint/2010/main" val="23917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475B72-8641-1EF6-F24D-DF58CFCE7FB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95799-1A55-3B2A-F2C6-4EFD2226A0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BF018-48DF-817F-098F-1E002845689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a:extLst>
              <a:ext uri="{FF2B5EF4-FFF2-40B4-BE49-F238E27FC236}">
                <a16:creationId xmlns:a16="http://schemas.microsoft.com/office/drawing/2014/main" id="{FE59BC19-0F41-0F43-D203-869D2E8C966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C208414F-54FA-860F-F166-F2FBB9F36C77}"/>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a:extLst>
              <a:ext uri="{FF2B5EF4-FFF2-40B4-BE49-F238E27FC236}">
                <a16:creationId xmlns:a16="http://schemas.microsoft.com/office/drawing/2014/main" id="{74C84664-4BCB-14D0-33C8-AEFB85F6A0B6}"/>
              </a:ext>
            </a:extLst>
          </p:cNvPr>
          <p:cNvPicPr>
            <a:picLocks noChangeAspect="1"/>
          </p:cNvPicPr>
          <p:nvPr userDrawn="1"/>
        </p:nvPicPr>
        <p:blipFill>
          <a:blip r:embed="rId14"/>
          <a:stretch>
            <a:fillRect/>
          </a:stretch>
        </p:blipFill>
        <p:spPr>
          <a:xfrm>
            <a:off x="0" y="762"/>
            <a:ext cx="12192000" cy="6856479"/>
          </a:xfrm>
          <a:prstGeom prst="rect">
            <a:avLst/>
          </a:prstGeom>
        </p:spPr>
      </p:pic>
      <p:sp>
        <p:nvSpPr>
          <p:cNvPr id="8" name="Google Shape;29;p1">
            <a:extLst>
              <a:ext uri="{FF2B5EF4-FFF2-40B4-BE49-F238E27FC236}">
                <a16:creationId xmlns:a16="http://schemas.microsoft.com/office/drawing/2014/main" id="{37D1652A-F754-3CFF-A6A5-C5D08773DD55}"/>
              </a:ext>
            </a:extLst>
          </p:cNvPr>
          <p:cNvSpPr/>
          <p:nvPr userDrawn="1"/>
        </p:nvSpPr>
        <p:spPr>
          <a:xfrm>
            <a:off x="-32861" y="976821"/>
            <a:ext cx="12260696" cy="1676400"/>
          </a:xfrm>
          <a:prstGeom prst="rect">
            <a:avLst/>
          </a:prstGeom>
          <a:gradFill>
            <a:gsLst>
              <a:gs pos="0">
                <a:srgbClr val="C89504">
                  <a:alpha val="20784"/>
                </a:srgbClr>
              </a:gs>
              <a:gs pos="28756">
                <a:srgbClr val="7C5D1E">
                  <a:alpha val="15686"/>
                </a:srgbClr>
              </a:gs>
              <a:gs pos="68000">
                <a:srgbClr val="836807">
                  <a:alpha val="25882"/>
                </a:srgbClr>
              </a:gs>
              <a:gs pos="100000">
                <a:srgbClr val="623D28">
                  <a:alpha val="49019"/>
                </a:srgbClr>
              </a:gs>
            </a:gsLst>
            <a:lin ang="9600000" scaled="0"/>
          </a:gradFill>
          <a:ln>
            <a:noFill/>
          </a:ln>
        </p:spPr>
        <p:txBody>
          <a:bodyPr spcFirstLastPara="1" wrap="square" lIns="68569" tIns="34275" rIns="68569" bIns="34275"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Arial"/>
              <a:ea typeface="Arial"/>
              <a:cs typeface="Arial"/>
              <a:sym typeface="Arial"/>
            </a:endParaRPr>
          </a:p>
        </p:txBody>
      </p:sp>
    </p:spTree>
    <p:extLst>
      <p:ext uri="{BB962C8B-B14F-4D97-AF65-F5344CB8AC3E}">
        <p14:creationId xmlns:p14="http://schemas.microsoft.com/office/powerpoint/2010/main" val="201993473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defTabSz="685800">
              <a:buClrTx/>
            </a:pPr>
            <a:fld id="{29C7E858-A639-4135-A062-9A4053ADECD9}" type="datetimeFigureOut">
              <a:rPr lang="en-US" kern="1200" smtClean="0">
                <a:solidFill>
                  <a:prstClr val="black">
                    <a:tint val="82000"/>
                  </a:prstClr>
                </a:solidFill>
                <a:latin typeface="Aptos" panose="02110004020202020204"/>
                <a:ea typeface="+mn-ea"/>
                <a:cs typeface="+mn-cs"/>
              </a:rPr>
              <a:pPr defTabSz="685800">
                <a:buClrTx/>
              </a:pPr>
              <a:t>9/2/2025</a:t>
            </a:fld>
            <a:endParaRPr lang="en-US" kern="1200">
              <a:solidFill>
                <a:prstClr val="black">
                  <a:tint val="82000"/>
                </a:prstClr>
              </a:solidFill>
              <a:latin typeface="Aptos" panose="0211000402020202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defTabSz="685800">
              <a:buClrTx/>
            </a:pPr>
            <a:endParaRPr lang="en-US" kern="1200">
              <a:solidFill>
                <a:prstClr val="black">
                  <a:tint val="82000"/>
                </a:prstClr>
              </a:solidFill>
              <a:latin typeface="Aptos" panose="0211000402020202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defTabSz="685800">
              <a:buClrTx/>
            </a:pPr>
            <a:fld id="{C1CFD616-D009-4B1F-B762-74D0D3E24131}" type="slidenum">
              <a:rPr lang="en-US" kern="1200" smtClean="0">
                <a:solidFill>
                  <a:prstClr val="black">
                    <a:tint val="82000"/>
                  </a:prstClr>
                </a:solidFill>
                <a:latin typeface="Aptos" panose="02110004020202020204"/>
                <a:ea typeface="+mn-ea"/>
                <a:cs typeface="+mn-cs"/>
              </a:rPr>
              <a:pPr defTabSz="685800">
                <a:buClrTx/>
              </a:pPr>
              <a:t>‹#›</a:t>
            </a:fld>
            <a:endParaRPr lang="en-US" kern="1200">
              <a:solidFill>
                <a:prstClr val="black">
                  <a:tint val="82000"/>
                </a:prstClr>
              </a:solidFill>
              <a:latin typeface="Aptos" panose="02110004020202020204"/>
              <a:ea typeface="+mn-ea"/>
              <a:cs typeface="+mn-cs"/>
            </a:endParaRPr>
          </a:p>
        </p:txBody>
      </p:sp>
      <p:pic>
        <p:nvPicPr>
          <p:cNvPr id="7" name="Picture 6">
            <a:extLst>
              <a:ext uri="{FF2B5EF4-FFF2-40B4-BE49-F238E27FC236}">
                <a16:creationId xmlns:a16="http://schemas.microsoft.com/office/drawing/2014/main" id="{F217B841-9A2B-C8A3-62B4-558D6BBC098D}"/>
              </a:ext>
            </a:extLst>
          </p:cNvPr>
          <p:cNvPicPr>
            <a:picLocks noChangeAspect="1"/>
          </p:cNvPicPr>
          <p:nvPr userDrawn="1"/>
        </p:nvPicPr>
        <p:blipFill>
          <a:blip r:embed="rId13"/>
          <a:stretch>
            <a:fillRect/>
          </a:stretch>
        </p:blipFill>
        <p:spPr>
          <a:xfrm>
            <a:off x="0" y="762"/>
            <a:ext cx="12192000" cy="6856479"/>
          </a:xfrm>
          <a:prstGeom prst="rect">
            <a:avLst/>
          </a:prstGeom>
        </p:spPr>
      </p:pic>
      <p:sp>
        <p:nvSpPr>
          <p:cNvPr id="8" name="Google Shape;29;p1">
            <a:extLst>
              <a:ext uri="{FF2B5EF4-FFF2-40B4-BE49-F238E27FC236}">
                <a16:creationId xmlns:a16="http://schemas.microsoft.com/office/drawing/2014/main" id="{72E51F30-6C4B-2A3E-E4DA-0D9E83194732}"/>
              </a:ext>
            </a:extLst>
          </p:cNvPr>
          <p:cNvSpPr/>
          <p:nvPr userDrawn="1"/>
        </p:nvSpPr>
        <p:spPr>
          <a:xfrm>
            <a:off x="-32861" y="976821"/>
            <a:ext cx="12260696" cy="1676400"/>
          </a:xfrm>
          <a:prstGeom prst="rect">
            <a:avLst/>
          </a:prstGeom>
          <a:gradFill>
            <a:gsLst>
              <a:gs pos="0">
                <a:srgbClr val="C89504">
                  <a:alpha val="20784"/>
                </a:srgbClr>
              </a:gs>
              <a:gs pos="28756">
                <a:srgbClr val="7C5D1E">
                  <a:alpha val="15686"/>
                </a:srgbClr>
              </a:gs>
              <a:gs pos="68000">
                <a:srgbClr val="836807">
                  <a:alpha val="25882"/>
                </a:srgbClr>
              </a:gs>
              <a:gs pos="100000">
                <a:srgbClr val="623D28">
                  <a:alpha val="49019"/>
                </a:srgbClr>
              </a:gs>
            </a:gsLst>
            <a:lin ang="9600000" scaled="0"/>
          </a:gradFill>
          <a:ln>
            <a:noFill/>
          </a:ln>
        </p:spPr>
        <p:txBody>
          <a:bodyPr spcFirstLastPara="1" wrap="square" lIns="68569" tIns="34275" rIns="68569" bIns="34275"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Arial"/>
              <a:ea typeface="Arial"/>
              <a:cs typeface="Arial"/>
              <a:sym typeface="Arial"/>
            </a:endParaRPr>
          </a:p>
        </p:txBody>
      </p:sp>
    </p:spTree>
    <p:extLst>
      <p:ext uri="{BB962C8B-B14F-4D97-AF65-F5344CB8AC3E}">
        <p14:creationId xmlns:p14="http://schemas.microsoft.com/office/powerpoint/2010/main" val="156633043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grpSp>
        <p:nvGrpSpPr>
          <p:cNvPr id="87" name="Google Shape;87;p2"/>
          <p:cNvGrpSpPr/>
          <p:nvPr/>
        </p:nvGrpSpPr>
        <p:grpSpPr>
          <a:xfrm>
            <a:off x="381001" y="1143001"/>
            <a:ext cx="9912015" cy="5820229"/>
            <a:chOff x="-74612" y="1066800"/>
            <a:chExt cx="7670467" cy="5820229"/>
          </a:xfrm>
        </p:grpSpPr>
        <p:sp>
          <p:nvSpPr>
            <p:cNvPr id="88" name="Google Shape;88;p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89" name="Google Shape;89;p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0" name="Google Shape;90;p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1" name="Google Shape;91;p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2" name="Google Shape;92;p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3" name="Google Shape;93;p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4" name="Google Shape;94;p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5" name="Google Shape;95;p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6" name="Google Shape;96;p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7" name="Google Shape;97;p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8" name="Google Shape;98;p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99" name="Google Shape;99;p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0" name="Google Shape;100;p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1" name="Google Shape;101;p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2" name="Google Shape;102;p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3" name="Google Shape;103;p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4" name="Google Shape;104;p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5" name="Google Shape;105;p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6" name="Google Shape;106;p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7" name="Google Shape;107;p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08" name="Google Shape;108;p2"/>
            <p:cNvSpPr/>
            <p:nvPr/>
          </p:nvSpPr>
          <p:spPr>
            <a:xfrm>
              <a:off x="1531605" y="1941958"/>
              <a:ext cx="606425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r>
                <a:rPr lang="en-US" sz="2400" b="1" dirty="0">
                  <a:solidFill>
                    <a:schemeClr val="dk1"/>
                  </a:solidFill>
                </a:rPr>
                <a:t>First day of Classes* - </a:t>
              </a:r>
              <a:r>
                <a:rPr lang="en-US" sz="2400" dirty="0">
                  <a:solidFill>
                    <a:schemeClr val="dk1"/>
                  </a:solidFill>
                </a:rPr>
                <a:t>September 9</a:t>
              </a:r>
              <a:endParaRPr dirty="0"/>
            </a:p>
            <a:p>
              <a:endParaRPr sz="2400" b="1" dirty="0">
                <a:solidFill>
                  <a:schemeClr val="dk1"/>
                </a:solidFill>
              </a:endParaRPr>
            </a:p>
            <a:p>
              <a:r>
                <a:rPr lang="en-US" sz="2400" b="1" dirty="0">
                  <a:solidFill>
                    <a:schemeClr val="dk1"/>
                  </a:solidFill>
                </a:rPr>
                <a:t>Fall Break – </a:t>
              </a:r>
              <a:r>
                <a:rPr lang="en-US" sz="2400" dirty="0">
                  <a:solidFill>
                    <a:schemeClr val="dk1"/>
                  </a:solidFill>
                </a:rPr>
                <a:t>October 20-24</a:t>
              </a:r>
              <a:endParaRPr dirty="0"/>
            </a:p>
            <a:p>
              <a:endParaRPr sz="2400" dirty="0">
                <a:solidFill>
                  <a:schemeClr val="dk1"/>
                </a:solidFill>
              </a:endParaRPr>
            </a:p>
            <a:p>
              <a:r>
                <a:rPr lang="en-US" sz="2400" b="1" dirty="0">
                  <a:solidFill>
                    <a:schemeClr val="dk1"/>
                  </a:solidFill>
                </a:rPr>
                <a:t>2</a:t>
              </a:r>
              <a:r>
                <a:rPr lang="en-US" sz="2400" b="1" baseline="30000" dirty="0">
                  <a:solidFill>
                    <a:schemeClr val="dk1"/>
                  </a:solidFill>
                </a:rPr>
                <a:t>nd</a:t>
              </a:r>
              <a:r>
                <a:rPr lang="en-US" sz="2400" b="1" dirty="0">
                  <a:solidFill>
                    <a:schemeClr val="dk1"/>
                  </a:solidFill>
                </a:rPr>
                <a:t> half of tuition due by: </a:t>
              </a:r>
              <a:r>
                <a:rPr lang="en-US" sz="2400" dirty="0">
                  <a:solidFill>
                    <a:schemeClr val="dk1"/>
                  </a:solidFill>
                </a:rPr>
                <a:t>Tuesday, November 4</a:t>
              </a:r>
            </a:p>
            <a:p>
              <a:endParaRPr lang="en-US" sz="2400" b="1" dirty="0">
                <a:solidFill>
                  <a:schemeClr val="dk1"/>
                </a:solidFill>
              </a:endParaRPr>
            </a:p>
            <a:p>
              <a:r>
                <a:rPr lang="en-US" sz="2400" b="1" dirty="0">
                  <a:solidFill>
                    <a:schemeClr val="dk1"/>
                  </a:solidFill>
                </a:rPr>
                <a:t>Thanksgiving Break Week:  </a:t>
              </a:r>
              <a:r>
                <a:rPr lang="en-US" sz="2400" dirty="0">
                  <a:solidFill>
                    <a:schemeClr val="dk1"/>
                  </a:solidFill>
                </a:rPr>
                <a:t>November 24-28</a:t>
              </a:r>
              <a:endParaRPr dirty="0"/>
            </a:p>
            <a:p>
              <a:endParaRPr sz="2400" b="1" dirty="0">
                <a:solidFill>
                  <a:schemeClr val="dk1"/>
                </a:solidFill>
              </a:endParaRPr>
            </a:p>
            <a:p>
              <a:r>
                <a:rPr lang="en-US" sz="2400" b="1" dirty="0">
                  <a:solidFill>
                    <a:schemeClr val="dk1"/>
                  </a:solidFill>
                </a:rPr>
                <a:t>Last day of Fall Semester: </a:t>
              </a:r>
              <a:r>
                <a:rPr lang="en-US" sz="2400" dirty="0">
                  <a:solidFill>
                    <a:schemeClr val="dk1"/>
                  </a:solidFill>
                </a:rPr>
                <a:t>Friday, Dec. 12</a:t>
              </a:r>
              <a:endParaRPr dirty="0"/>
            </a:p>
            <a:p>
              <a:endParaRPr sz="2400" dirty="0">
                <a:solidFill>
                  <a:schemeClr val="dk1"/>
                </a:solidFill>
              </a:endParaRPr>
            </a:p>
            <a:p>
              <a:r>
                <a:rPr lang="en-US" sz="2400" b="1" dirty="0">
                  <a:solidFill>
                    <a:schemeClr val="dk1"/>
                  </a:solidFill>
                </a:rPr>
                <a:t>Classes resume for 2</a:t>
              </a:r>
              <a:r>
                <a:rPr lang="en-US" sz="2400" b="1" baseline="30000" dirty="0">
                  <a:solidFill>
                    <a:schemeClr val="dk1"/>
                  </a:solidFill>
                </a:rPr>
                <a:t>nd</a:t>
              </a:r>
              <a:r>
                <a:rPr lang="en-US" sz="2400" b="1" dirty="0">
                  <a:solidFill>
                    <a:schemeClr val="dk1"/>
                  </a:solidFill>
                </a:rPr>
                <a:t> semester: </a:t>
              </a:r>
              <a:r>
                <a:rPr lang="en-US" sz="2400" dirty="0">
                  <a:solidFill>
                    <a:schemeClr val="dk1"/>
                  </a:solidFill>
                </a:rPr>
                <a:t>January 6, 2026</a:t>
              </a:r>
              <a:endParaRPr dirty="0"/>
            </a:p>
            <a:p>
              <a:endParaRPr sz="2400" dirty="0">
                <a:solidFill>
                  <a:schemeClr val="dk1"/>
                </a:solidFill>
              </a:endParaRPr>
            </a:p>
            <a:p>
              <a:endParaRPr sz="1800" dirty="0">
                <a:solidFill>
                  <a:schemeClr val="lt1"/>
                </a:solidFill>
              </a:endParaRPr>
            </a:p>
          </p:txBody>
        </p:sp>
        <p:sp>
          <p:nvSpPr>
            <p:cNvPr id="109" name="Google Shape;109;p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0" name="Google Shape;110;p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1" name="Google Shape;111;p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2" name="Google Shape;112;p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3" name="Google Shape;113;p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4" name="Google Shape;114;p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5" name="Google Shape;115;p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6" name="Google Shape;116;p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7" name="Google Shape;117;p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8" name="Google Shape;118;p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19" name="Google Shape;119;p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0" name="Google Shape;120;p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1" name="Google Shape;121;p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2" name="Google Shape;122;p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3" name="Google Shape;123;p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4" name="Google Shape;124;p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5" name="Google Shape;125;p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6" name="Google Shape;126;p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7" name="Google Shape;127;p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8" name="Google Shape;128;p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29" name="Google Shape;129;p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0" name="Google Shape;130;p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1" name="Google Shape;131;p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132" name="Google Shape;132;p2"/>
          <p:cNvSpPr/>
          <p:nvPr/>
        </p:nvSpPr>
        <p:spPr>
          <a:xfrm>
            <a:off x="3062896" y="457082"/>
            <a:ext cx="6017994" cy="1600438"/>
          </a:xfrm>
          <a:prstGeom prst="rect">
            <a:avLst/>
          </a:prstGeom>
          <a:noFill/>
          <a:ln>
            <a:noFill/>
          </a:ln>
        </p:spPr>
        <p:txBody>
          <a:bodyPr spcFirstLastPara="1" wrap="square" lIns="91425" tIns="45700" rIns="91425" bIns="45700" anchor="ctr" anchorCtr="0">
            <a:spAutoFit/>
          </a:bodyPr>
          <a:lstStyle/>
          <a:p>
            <a:pPr algn="ctr">
              <a:buClr>
                <a:schemeClr val="dk1"/>
              </a:buClr>
              <a:buSzPts val="4400"/>
            </a:pPr>
            <a:r>
              <a:rPr lang="en-US" sz="4400" b="1" dirty="0">
                <a:solidFill>
                  <a:schemeClr val="dk1"/>
                </a:solidFill>
              </a:rPr>
              <a:t>Class </a:t>
            </a:r>
            <a:r>
              <a:rPr lang="en-US" sz="4400" b="1">
                <a:solidFill>
                  <a:schemeClr val="dk1"/>
                </a:solidFill>
              </a:rPr>
              <a:t>Schedule</a:t>
            </a:r>
            <a:endParaRPr sz="4400">
              <a:solidFill>
                <a:schemeClr val="dk1"/>
              </a:solidFill>
            </a:endParaRPr>
          </a:p>
          <a:p>
            <a:pPr algn="ctr">
              <a:buClr>
                <a:schemeClr val="dk1"/>
              </a:buClr>
              <a:buSzPts val="3600"/>
            </a:pPr>
            <a:r>
              <a:rPr lang="en-US" sz="3600" b="1">
                <a:solidFill>
                  <a:schemeClr val="dk1"/>
                </a:solidFill>
              </a:rPr>
              <a:t>Fall </a:t>
            </a:r>
            <a:r>
              <a:rPr lang="en-US" sz="3600" b="1" dirty="0">
                <a:solidFill>
                  <a:schemeClr val="dk1"/>
                </a:solidFill>
              </a:rPr>
              <a:t>2025</a:t>
            </a:r>
            <a:endParaRPr sz="3600">
              <a:solidFill>
                <a:schemeClr val="dk1"/>
              </a:solidFill>
            </a:endParaRPr>
          </a:p>
          <a:p>
            <a:pPr algn="ctr">
              <a:buClr>
                <a:schemeClr val="lt1"/>
              </a:buClr>
              <a:buSzPts val="1800"/>
            </a:pPr>
            <a:endParaRPr sz="18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7"/>
        <p:cNvGrpSpPr/>
        <p:nvPr/>
      </p:nvGrpSpPr>
      <p:grpSpPr>
        <a:xfrm>
          <a:off x="0" y="0"/>
          <a:ext cx="0" cy="0"/>
          <a:chOff x="0" y="0"/>
          <a:chExt cx="0" cy="0"/>
        </a:xfrm>
      </p:grpSpPr>
      <p:sp>
        <p:nvSpPr>
          <p:cNvPr id="589" name="Google Shape;589;p7"/>
          <p:cNvSpPr txBox="1"/>
          <p:nvPr/>
        </p:nvSpPr>
        <p:spPr>
          <a:xfrm>
            <a:off x="6207125" y="585928"/>
            <a:ext cx="3946526" cy="461665"/>
          </a:xfrm>
          <a:prstGeom prst="rect">
            <a:avLst/>
          </a:prstGeom>
          <a:noFill/>
          <a:ln>
            <a:noFill/>
          </a:ln>
        </p:spPr>
        <p:txBody>
          <a:bodyPr spcFirstLastPara="1" wrap="square" lIns="91425" tIns="45700" rIns="91425" bIns="45700" anchor="t" anchorCtr="0">
            <a:spAutoFit/>
          </a:bodyPr>
          <a:lstStyle/>
          <a:p>
            <a:r>
              <a:rPr lang="en-US" sz="2400">
                <a:solidFill>
                  <a:srgbClr val="1D1B10"/>
                </a:solidFill>
              </a:rPr>
              <a:t> </a:t>
            </a:r>
            <a:endParaRPr/>
          </a:p>
        </p:txBody>
      </p:sp>
      <p:sp>
        <p:nvSpPr>
          <p:cNvPr id="590" name="Google Shape;590;p7"/>
          <p:cNvSpPr/>
          <p:nvPr/>
        </p:nvSpPr>
        <p:spPr>
          <a:xfrm>
            <a:off x="304800" y="872247"/>
            <a:ext cx="11624441" cy="3293169"/>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Communication</a:t>
            </a:r>
            <a:endParaRPr sz="4800" dirty="0">
              <a:solidFill>
                <a:srgbClr val="1D1B10"/>
              </a:solidFill>
            </a:endParaRPr>
          </a:p>
          <a:p>
            <a:r>
              <a:rPr lang="en-US" sz="3200" dirty="0">
                <a:solidFill>
                  <a:srgbClr val="1D1B10"/>
                </a:solidFill>
              </a:rPr>
              <a:t> </a:t>
            </a:r>
            <a:endParaRPr dirty="0"/>
          </a:p>
          <a:p>
            <a:pPr marL="285750" indent="-285750">
              <a:buClr>
                <a:srgbClr val="1D1B10"/>
              </a:buClr>
              <a:buSzPts val="3200"/>
              <a:buFont typeface="Wingdings" panose="05000000000000000000" pitchFamily="2" charset="2"/>
              <a:buChar char="Ø"/>
            </a:pPr>
            <a:r>
              <a:rPr lang="en-US" sz="3200" i="1" dirty="0">
                <a:solidFill>
                  <a:srgbClr val="1D1B10"/>
                </a:solidFill>
              </a:rPr>
              <a:t>Google Classroom – assignments, grades, other class information</a:t>
            </a:r>
            <a:endParaRPr dirty="0"/>
          </a:p>
          <a:p>
            <a:pPr marL="457200" indent="-457200">
              <a:buClr>
                <a:srgbClr val="1D1B10"/>
              </a:buClr>
              <a:buSzPts val="3200"/>
              <a:buFont typeface="Wingdings" panose="05000000000000000000" pitchFamily="2" charset="2"/>
              <a:buChar char="Ø"/>
            </a:pPr>
            <a:r>
              <a:rPr lang="en-US" sz="3200" i="1" dirty="0">
                <a:solidFill>
                  <a:srgbClr val="1D1B10"/>
                </a:solidFill>
              </a:rPr>
              <a:t>Calendar &amp; Website – EmpowerLearningHub.com</a:t>
            </a:r>
            <a:endParaRPr lang="en-US" dirty="0"/>
          </a:p>
          <a:p>
            <a:pPr marL="457200" indent="-457200">
              <a:buClr>
                <a:srgbClr val="1D1B10"/>
              </a:buClr>
              <a:buSzPts val="3200"/>
              <a:buFont typeface="Wingdings" panose="05000000000000000000" pitchFamily="2" charset="2"/>
              <a:buChar char="Ø"/>
            </a:pPr>
            <a:r>
              <a:rPr lang="en-US" sz="3200" i="1" dirty="0">
                <a:solidFill>
                  <a:srgbClr val="1D1B10"/>
                </a:solidFill>
              </a:rPr>
              <a:t>Facebook – Empower Learning Hub</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grpSp>
        <p:nvGrpSpPr>
          <p:cNvPr id="486" name="Google Shape;486;ge7086f4e60_0_286"/>
          <p:cNvGrpSpPr/>
          <p:nvPr/>
        </p:nvGrpSpPr>
        <p:grpSpPr>
          <a:xfrm>
            <a:off x="1449389" y="1066801"/>
            <a:ext cx="5318125" cy="5820229"/>
            <a:chOff x="-74612" y="1066800"/>
            <a:chExt cx="5318125" cy="5820229"/>
          </a:xfrm>
        </p:grpSpPr>
        <p:sp>
          <p:nvSpPr>
            <p:cNvPr id="487" name="Google Shape;487;ge7086f4e60_0_286"/>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 name="Google Shape;488;ge7086f4e60_0_286"/>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 name="Google Shape;489;ge7086f4e60_0_286"/>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 name="Google Shape;490;ge7086f4e60_0_286"/>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1" name="Google Shape;491;ge7086f4e60_0_286"/>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2" name="Google Shape;492;ge7086f4e60_0_286"/>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3" name="Google Shape;493;ge7086f4e60_0_286"/>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4" name="Google Shape;494;ge7086f4e60_0_286"/>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5" name="Google Shape;495;ge7086f4e60_0_286"/>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6" name="Google Shape;496;ge7086f4e60_0_286"/>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7" name="Google Shape;497;ge7086f4e60_0_286"/>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8" name="Google Shape;498;ge7086f4e60_0_286"/>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9" name="Google Shape;499;ge7086f4e60_0_286"/>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0" name="Google Shape;500;ge7086f4e60_0_286"/>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1" name="Google Shape;501;ge7086f4e60_0_286"/>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2" name="Google Shape;502;ge7086f4e60_0_286"/>
            <p:cNvSpPr/>
            <p:nvPr/>
          </p:nvSpPr>
          <p:spPr>
            <a:xfrm>
              <a:off x="950913" y="2211388"/>
              <a:ext cx="1633537"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3" name="Google Shape;503;ge7086f4e60_0_286"/>
            <p:cNvSpPr/>
            <p:nvPr/>
          </p:nvSpPr>
          <p:spPr>
            <a:xfrm>
              <a:off x="808038" y="1484313"/>
              <a:ext cx="488950" cy="763587"/>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4" name="Google Shape;504;ge7086f4e60_0_286"/>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5" name="Google Shape;505;ge7086f4e60_0_286"/>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6" name="Google Shape;506;ge7086f4e60_0_286"/>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7" name="Google Shape;507;ge7086f4e60_0_286"/>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8" name="Google Shape;508;ge7086f4e60_0_286"/>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09" name="Google Shape;509;ge7086f4e60_0_286"/>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0" name="Google Shape;510;ge7086f4e60_0_286"/>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1" name="Google Shape;511;ge7086f4e60_0_286"/>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2" name="Google Shape;512;ge7086f4e60_0_286"/>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3" name="Google Shape;513;ge7086f4e60_0_286"/>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4" name="Google Shape;514;ge7086f4e60_0_286"/>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5" name="Google Shape;515;ge7086f4e60_0_286"/>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6" name="Google Shape;516;ge7086f4e60_0_286"/>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7" name="Google Shape;517;ge7086f4e60_0_286"/>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8" name="Google Shape;518;ge7086f4e60_0_286"/>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19" name="Google Shape;519;ge7086f4e60_0_286"/>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0" name="Google Shape;520;ge7086f4e60_0_286"/>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1" name="Google Shape;521;ge7086f4e60_0_286"/>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2" name="Google Shape;522;ge7086f4e60_0_286"/>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3" name="Google Shape;523;ge7086f4e60_0_286"/>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4" name="Google Shape;524;ge7086f4e60_0_286"/>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5" name="Google Shape;525;ge7086f4e60_0_286"/>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6" name="Google Shape;526;ge7086f4e60_0_286"/>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7" name="Google Shape;527;ge7086f4e60_0_286"/>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8" name="Google Shape;528;ge7086f4e60_0_286"/>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29" name="Google Shape;529;ge7086f4e60_0_286"/>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530" name="Google Shape;530;ge7086f4e60_0_286"/>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531" name="Google Shape;531;ge7086f4e60_0_286"/>
          <p:cNvSpPr/>
          <p:nvPr/>
        </p:nvSpPr>
        <p:spPr>
          <a:xfrm>
            <a:off x="2915037" y="609482"/>
            <a:ext cx="6313800" cy="1600500"/>
          </a:xfrm>
          <a:prstGeom prst="rect">
            <a:avLst/>
          </a:prstGeom>
          <a:noFill/>
          <a:ln>
            <a:noFill/>
          </a:ln>
        </p:spPr>
        <p:txBody>
          <a:bodyPr spcFirstLastPara="1" wrap="square" lIns="91425" tIns="45700" rIns="91425" bIns="45700" anchor="ctr" anchorCtr="0">
            <a:noAutofit/>
          </a:bodyPr>
          <a:lstStyle/>
          <a:p>
            <a:pPr algn="ctr">
              <a:buClr>
                <a:schemeClr val="dk1"/>
              </a:buClr>
              <a:buSzPts val="3600"/>
            </a:pPr>
            <a:r>
              <a:rPr lang="en-US" sz="4400" b="1">
                <a:solidFill>
                  <a:schemeClr val="dk1"/>
                </a:solidFill>
              </a:rPr>
              <a:t>Curriculum</a:t>
            </a:r>
            <a:endParaRPr sz="3600">
              <a:solidFill>
                <a:schemeClr val="dk1"/>
              </a:solidFill>
            </a:endParaRPr>
          </a:p>
          <a:p>
            <a:pPr algn="ctr">
              <a:buClr>
                <a:schemeClr val="lt1"/>
              </a:buClr>
              <a:buSzPts val="1800"/>
            </a:pPr>
            <a:endParaRPr sz="1800">
              <a:solidFill>
                <a:schemeClr val="lt1"/>
              </a:solidFill>
            </a:endParaRPr>
          </a:p>
        </p:txBody>
      </p:sp>
      <p:pic>
        <p:nvPicPr>
          <p:cNvPr id="532" name="Google Shape;532;ge7086f4e60_0_286"/>
          <p:cNvPicPr preferRelativeResize="0"/>
          <p:nvPr/>
        </p:nvPicPr>
        <p:blipFill>
          <a:blip r:embed="rId3">
            <a:alphaModFix/>
          </a:blip>
          <a:stretch>
            <a:fillRect/>
          </a:stretch>
        </p:blipFill>
        <p:spPr>
          <a:xfrm>
            <a:off x="3738862" y="2653225"/>
            <a:ext cx="4666125" cy="309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1"/>
        <p:cNvGrpSpPr/>
        <p:nvPr/>
      </p:nvGrpSpPr>
      <p:grpSpPr>
        <a:xfrm>
          <a:off x="0" y="0"/>
          <a:ext cx="0" cy="0"/>
          <a:chOff x="0" y="0"/>
          <a:chExt cx="0" cy="0"/>
        </a:xfrm>
      </p:grpSpPr>
      <p:sp>
        <p:nvSpPr>
          <p:cNvPr id="763" name="Google Shape;763;p10"/>
          <p:cNvSpPr/>
          <p:nvPr/>
        </p:nvSpPr>
        <p:spPr>
          <a:xfrm>
            <a:off x="2150460" y="599593"/>
            <a:ext cx="8095860" cy="5632271"/>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Inclement Weather Policy</a:t>
            </a:r>
            <a:endParaRPr dirty="0"/>
          </a:p>
          <a:p>
            <a:r>
              <a:rPr lang="en-US" sz="2400" dirty="0">
                <a:solidFill>
                  <a:srgbClr val="1D1B10"/>
                </a:solidFill>
              </a:rPr>
              <a:t> </a:t>
            </a:r>
            <a:endParaRPr dirty="0"/>
          </a:p>
          <a:p>
            <a:endParaRPr sz="2400" b="1" dirty="0">
              <a:solidFill>
                <a:srgbClr val="1D1B10"/>
              </a:solidFill>
            </a:endParaRPr>
          </a:p>
          <a:p>
            <a:r>
              <a:rPr lang="en-US" sz="2400" b="1" dirty="0">
                <a:solidFill>
                  <a:srgbClr val="1D1B10"/>
                </a:solidFill>
              </a:rPr>
              <a:t>Cancellations</a:t>
            </a:r>
            <a:r>
              <a:rPr lang="en-US" sz="2400" dirty="0">
                <a:solidFill>
                  <a:srgbClr val="1D1B10"/>
                </a:solidFill>
              </a:rPr>
              <a:t>  </a:t>
            </a:r>
            <a:endParaRPr dirty="0"/>
          </a:p>
          <a:p>
            <a:endParaRPr sz="2400" dirty="0">
              <a:solidFill>
                <a:srgbClr val="1D1B10"/>
              </a:solidFill>
            </a:endParaRPr>
          </a:p>
          <a:p>
            <a:r>
              <a:rPr lang="en-US" sz="2400" dirty="0">
                <a:solidFill>
                  <a:srgbClr val="1D1B10"/>
                </a:solidFill>
              </a:rPr>
              <a:t>The Empower team will make the final call for in-person classes based on the ruling of area school districts (during the school year), the forecast of various meteorologists, and the on-site conditions.  </a:t>
            </a:r>
            <a:r>
              <a:rPr lang="en-US" sz="2400" dirty="0">
                <a:solidFill>
                  <a:srgbClr val="FF0000"/>
                </a:solidFill>
              </a:rPr>
              <a:t>Always check your email or the Empower Learning Hub website for notices of cancellation before leaving your house.</a:t>
            </a:r>
            <a:r>
              <a:rPr lang="en-US" sz="2400" dirty="0">
                <a:solidFill>
                  <a:srgbClr val="1D1B10"/>
                </a:solidFill>
              </a:rPr>
              <a:t>  If you are in doubt, contact Chris or Debby Herring. Teachers will be notifying you of extra assignments and/or virtual meetings to be held in lieu of in-person classes.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8"/>
        <p:cNvGrpSpPr/>
        <p:nvPr/>
      </p:nvGrpSpPr>
      <p:grpSpPr>
        <a:xfrm>
          <a:off x="0" y="0"/>
          <a:ext cx="0" cy="0"/>
          <a:chOff x="0" y="0"/>
          <a:chExt cx="0" cy="0"/>
        </a:xfrm>
      </p:grpSpPr>
      <p:sp>
        <p:nvSpPr>
          <p:cNvPr id="820" name="Google Shape;820;p11"/>
          <p:cNvSpPr/>
          <p:nvPr/>
        </p:nvSpPr>
        <p:spPr>
          <a:xfrm>
            <a:off x="2150460" y="599592"/>
            <a:ext cx="8095860" cy="4154984"/>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Inclement Weather Policy</a:t>
            </a:r>
            <a:endParaRPr dirty="0"/>
          </a:p>
          <a:p>
            <a:r>
              <a:rPr lang="en-US" sz="2400" dirty="0">
                <a:solidFill>
                  <a:srgbClr val="1D1B10"/>
                </a:solidFill>
              </a:rPr>
              <a:t> </a:t>
            </a:r>
            <a:endParaRPr dirty="0"/>
          </a:p>
          <a:p>
            <a:r>
              <a:rPr lang="en-US" sz="2400" b="1" dirty="0">
                <a:solidFill>
                  <a:srgbClr val="1D1B10"/>
                </a:solidFill>
              </a:rPr>
              <a:t>Your Responsibility</a:t>
            </a:r>
            <a:r>
              <a:rPr lang="en-US" sz="2400" dirty="0">
                <a:solidFill>
                  <a:srgbClr val="1D1B10"/>
                </a:solidFill>
              </a:rPr>
              <a:t> </a:t>
            </a:r>
            <a:endParaRPr dirty="0"/>
          </a:p>
          <a:p>
            <a:endParaRPr sz="2400" dirty="0">
              <a:solidFill>
                <a:srgbClr val="1D1B10"/>
              </a:solidFill>
            </a:endParaRPr>
          </a:p>
          <a:p>
            <a:r>
              <a:rPr lang="en-US" sz="2400" dirty="0">
                <a:solidFill>
                  <a:srgbClr val="1D1B10"/>
                </a:solidFill>
              </a:rPr>
              <a:t>Regardless of the decision of the leadership, you are responsible for making the decision about attendance that is right for your family.  Trust your own judgment and stay home if you believe conditions warrant it.  Your participation in any Empower activity is at your own discretion and risk.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5"/>
        <p:cNvGrpSpPr/>
        <p:nvPr/>
      </p:nvGrpSpPr>
      <p:grpSpPr>
        <a:xfrm>
          <a:off x="0" y="0"/>
          <a:ext cx="0" cy="0"/>
          <a:chOff x="0" y="0"/>
          <a:chExt cx="0" cy="0"/>
        </a:xfrm>
      </p:grpSpPr>
      <p:pic>
        <p:nvPicPr>
          <p:cNvPr id="877" name="Google Shape;877;p12"/>
          <p:cNvPicPr preferRelativeResize="0"/>
          <p:nvPr/>
        </p:nvPicPr>
        <p:blipFill rotWithShape="1">
          <a:blip r:embed="rId3">
            <a:alphaModFix/>
          </a:blip>
          <a:srcRect l="9837" t="1" b="-1602"/>
          <a:stretch/>
        </p:blipFill>
        <p:spPr>
          <a:xfrm>
            <a:off x="3242114" y="1788976"/>
            <a:ext cx="5661025" cy="4801625"/>
          </a:xfrm>
          <a:prstGeom prst="rect">
            <a:avLst/>
          </a:prstGeom>
          <a:noFill/>
          <a:ln>
            <a:noFill/>
          </a:ln>
        </p:spPr>
      </p:pic>
      <p:sp>
        <p:nvSpPr>
          <p:cNvPr id="3" name="TextBox 2">
            <a:extLst>
              <a:ext uri="{FF2B5EF4-FFF2-40B4-BE49-F238E27FC236}">
                <a16:creationId xmlns:a16="http://schemas.microsoft.com/office/drawing/2014/main" id="{1C6667BE-E224-D6AA-D209-7D6384D5E068}"/>
              </a:ext>
            </a:extLst>
          </p:cNvPr>
          <p:cNvSpPr txBox="1"/>
          <p:nvPr/>
        </p:nvSpPr>
        <p:spPr>
          <a:xfrm>
            <a:off x="3752391" y="886409"/>
            <a:ext cx="4640468" cy="923330"/>
          </a:xfrm>
          <a:prstGeom prst="rect">
            <a:avLst/>
          </a:prstGeom>
          <a:noFill/>
        </p:spPr>
        <p:txBody>
          <a:bodyPr wrap="square">
            <a:spAutoFit/>
          </a:bodyPr>
          <a:lstStyle/>
          <a:p>
            <a:pPr algn="ctr">
              <a:buClr>
                <a:schemeClr val="dk1"/>
              </a:buClr>
            </a:pPr>
            <a:r>
              <a:rPr lang="en-US" sz="5400" b="1" dirty="0">
                <a:solidFill>
                  <a:srgbClr val="1D1B10"/>
                </a:solidFill>
              </a:rPr>
              <a:t>Illness Policy</a:t>
            </a:r>
            <a:endParaRPr lang="en-US" sz="5400" dirty="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2"/>
        <p:cNvGrpSpPr/>
        <p:nvPr/>
      </p:nvGrpSpPr>
      <p:grpSpPr>
        <a:xfrm>
          <a:off x="0" y="0"/>
          <a:ext cx="0" cy="0"/>
          <a:chOff x="0" y="0"/>
          <a:chExt cx="0" cy="0"/>
        </a:xfrm>
      </p:grpSpPr>
      <p:sp>
        <p:nvSpPr>
          <p:cNvPr id="934" name="Google Shape;934;p13"/>
          <p:cNvSpPr/>
          <p:nvPr/>
        </p:nvSpPr>
        <p:spPr>
          <a:xfrm>
            <a:off x="2533075" y="584826"/>
            <a:ext cx="6914100" cy="5109051"/>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spAutoFit/>
          </a:bodyPr>
          <a:lstStyle/>
          <a:p>
            <a:pPr algn="ctr"/>
            <a:r>
              <a:rPr lang="en-US" sz="4800" b="1" dirty="0">
                <a:solidFill>
                  <a:srgbClr val="1D1B10"/>
                </a:solidFill>
              </a:rPr>
              <a:t>Illness Policy</a:t>
            </a:r>
            <a:endParaRPr sz="4800" dirty="0">
              <a:solidFill>
                <a:srgbClr val="1D1B10"/>
              </a:solidFill>
            </a:endParaRPr>
          </a:p>
          <a:p>
            <a:r>
              <a:rPr lang="en-US" sz="2400" dirty="0">
                <a:solidFill>
                  <a:srgbClr val="1D1B10"/>
                </a:solidFill>
              </a:rPr>
              <a:t> </a:t>
            </a:r>
            <a:endParaRPr sz="2400" dirty="0">
              <a:solidFill>
                <a:srgbClr val="1D1B10"/>
              </a:solidFill>
            </a:endParaRPr>
          </a:p>
          <a:p>
            <a:r>
              <a:rPr lang="en-US" sz="2400" dirty="0">
                <a:solidFill>
                  <a:srgbClr val="1D1B10"/>
                </a:solidFill>
              </a:rPr>
              <a:t>Please take sensible measures to avoid spreading any disease.</a:t>
            </a:r>
            <a:endParaRPr sz="2400" dirty="0">
              <a:solidFill>
                <a:srgbClr val="1D1B10"/>
              </a:solidFill>
            </a:endParaRPr>
          </a:p>
          <a:p>
            <a:pPr marL="914400" indent="-381000">
              <a:buClr>
                <a:srgbClr val="FF0000"/>
              </a:buClr>
              <a:buSzPts val="2400"/>
              <a:buChar char="●"/>
            </a:pPr>
            <a:r>
              <a:rPr lang="en-US" sz="2400" dirty="0">
                <a:solidFill>
                  <a:srgbClr val="FF0000"/>
                </a:solidFill>
              </a:rPr>
              <a:t>Stay home if you’re sick or someone in your house is contagious. </a:t>
            </a:r>
            <a:endParaRPr sz="2400" dirty="0">
              <a:solidFill>
                <a:srgbClr val="FF0000"/>
              </a:solidFill>
            </a:endParaRPr>
          </a:p>
          <a:p>
            <a:pPr marL="914400" indent="-381000">
              <a:buClr>
                <a:srgbClr val="1D1B10"/>
              </a:buClr>
              <a:buSzPts val="2400"/>
              <a:buChar char="●"/>
            </a:pPr>
            <a:r>
              <a:rPr lang="en-US" sz="2400" dirty="0">
                <a:solidFill>
                  <a:srgbClr val="1D1B10"/>
                </a:solidFill>
              </a:rPr>
              <a:t>Cover your mouth when you sneeze or cough.</a:t>
            </a:r>
            <a:endParaRPr sz="2400" dirty="0">
              <a:solidFill>
                <a:srgbClr val="1D1B10"/>
              </a:solidFill>
            </a:endParaRPr>
          </a:p>
          <a:p>
            <a:pPr marL="914400" indent="-381000">
              <a:buClr>
                <a:srgbClr val="1D1B10"/>
              </a:buClr>
              <a:buSzPts val="2400"/>
              <a:buChar char="●"/>
            </a:pPr>
            <a:r>
              <a:rPr lang="en-US" sz="2400" dirty="0">
                <a:solidFill>
                  <a:srgbClr val="1D1B10"/>
                </a:solidFill>
              </a:rPr>
              <a:t>Wash your hands often.</a:t>
            </a:r>
            <a:endParaRPr sz="2400" dirty="0">
              <a:solidFill>
                <a:srgbClr val="1D1B10"/>
              </a:solidFill>
            </a:endParaRPr>
          </a:p>
          <a:p>
            <a:pPr marL="914400" indent="-381000">
              <a:buClr>
                <a:srgbClr val="1D1B10"/>
              </a:buClr>
              <a:buSzPts val="2400"/>
              <a:buChar char="●"/>
            </a:pPr>
            <a:r>
              <a:rPr lang="en-US" sz="2400" dirty="0">
                <a:solidFill>
                  <a:srgbClr val="1D1B10"/>
                </a:solidFill>
              </a:rPr>
              <a:t>Use hand sanitizer as needed.</a:t>
            </a:r>
            <a:endParaRPr sz="2400" dirty="0">
              <a:solidFill>
                <a:srgbClr val="1D1B10"/>
              </a:solidFill>
            </a:endParaRPr>
          </a:p>
          <a:p>
            <a:pPr marL="914400" indent="-381000">
              <a:buClr>
                <a:srgbClr val="1D1B10"/>
              </a:buClr>
              <a:buSzPts val="2400"/>
              <a:buChar char="●"/>
            </a:pPr>
            <a:r>
              <a:rPr lang="en-US" sz="2400" dirty="0">
                <a:solidFill>
                  <a:srgbClr val="1D1B10"/>
                </a:solidFill>
              </a:rPr>
              <a:t>Help with cleaning surfaces in the classroom.</a:t>
            </a:r>
            <a:endParaRPr sz="2400" dirty="0">
              <a:solidFill>
                <a:srgbClr val="1D1B10"/>
              </a:solidFill>
            </a:endParaRPr>
          </a:p>
          <a:p>
            <a:pPr marL="914400"/>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9"/>
        <p:cNvGrpSpPr/>
        <p:nvPr/>
      </p:nvGrpSpPr>
      <p:grpSpPr>
        <a:xfrm>
          <a:off x="0" y="0"/>
          <a:ext cx="0" cy="0"/>
          <a:chOff x="0" y="0"/>
          <a:chExt cx="0" cy="0"/>
        </a:xfrm>
      </p:grpSpPr>
      <p:sp>
        <p:nvSpPr>
          <p:cNvPr id="991" name="Google Shape;991;ge9c03f0d46_0_61"/>
          <p:cNvSpPr/>
          <p:nvPr/>
        </p:nvSpPr>
        <p:spPr>
          <a:xfrm>
            <a:off x="1910081" y="584816"/>
            <a:ext cx="8095800" cy="5262900"/>
          </a:xfrm>
          <a:prstGeom prst="rect">
            <a:avLst/>
          </a:prstGeom>
          <a:noFill/>
          <a:ln>
            <a:noFill/>
          </a:ln>
        </p:spPr>
        <p:txBody>
          <a:bodyPr spcFirstLastPara="1" wrap="square" lIns="91425" tIns="45700" rIns="91425" bIns="45700" anchor="t" anchorCtr="0">
            <a:noAutofit/>
          </a:bodyPr>
          <a:lstStyle/>
          <a:p>
            <a:pPr algn="ctr"/>
            <a:r>
              <a:rPr lang="en-US" sz="4800" b="1" dirty="0">
                <a:solidFill>
                  <a:srgbClr val="1D1B10"/>
                </a:solidFill>
              </a:rPr>
              <a:t>Illness Policy</a:t>
            </a:r>
            <a:endParaRPr sz="4800" dirty="0">
              <a:solidFill>
                <a:srgbClr val="1D1B10"/>
              </a:solidFill>
            </a:endParaRPr>
          </a:p>
          <a:p>
            <a:r>
              <a:rPr lang="en-US" sz="2400" dirty="0">
                <a:solidFill>
                  <a:srgbClr val="1D1B10"/>
                </a:solidFill>
              </a:rPr>
              <a:t> </a:t>
            </a:r>
            <a:endParaRPr dirty="0"/>
          </a:p>
          <a:p>
            <a:r>
              <a:rPr lang="en-US" sz="2400" dirty="0">
                <a:solidFill>
                  <a:srgbClr val="1D1B10"/>
                </a:solidFill>
              </a:rPr>
              <a:t>Please show your fellow Empower members common courtesy by keeping sick or contagious children, or adults, at home. </a:t>
            </a:r>
          </a:p>
          <a:p>
            <a:endParaRPr lang="en-US" dirty="0"/>
          </a:p>
          <a:p>
            <a:r>
              <a:rPr lang="en-US" sz="2400" dirty="0">
                <a:solidFill>
                  <a:srgbClr val="1D1B10"/>
                </a:solidFill>
              </a:rPr>
              <a:t>All attendees must be free of the following symptoms for 24 hours before the event to be attended. </a:t>
            </a:r>
          </a:p>
          <a:p>
            <a:pPr marL="1257300" lvl="2" indent="-342900">
              <a:buClr>
                <a:srgbClr val="1D1B10"/>
              </a:buClr>
              <a:buSzPts val="2400"/>
              <a:buFont typeface="Arial"/>
              <a:buChar char="•"/>
            </a:pPr>
            <a:r>
              <a:rPr lang="en-US" sz="2400" dirty="0">
                <a:solidFill>
                  <a:srgbClr val="1D1B10"/>
                </a:solidFill>
              </a:rPr>
              <a:t>Fever, even low-grade (over 100 degrees)</a:t>
            </a:r>
            <a:endParaRPr dirty="0"/>
          </a:p>
          <a:p>
            <a:pPr marL="1257300" lvl="2" indent="-342900">
              <a:buClr>
                <a:srgbClr val="1D1B10"/>
              </a:buClr>
              <a:buSzPts val="2400"/>
              <a:buFont typeface="Arial"/>
              <a:buChar char="•"/>
            </a:pPr>
            <a:r>
              <a:rPr lang="en-US" sz="2400" dirty="0">
                <a:solidFill>
                  <a:srgbClr val="1D1B10"/>
                </a:solidFill>
              </a:rPr>
              <a:t>vomiting or diarrhea</a:t>
            </a:r>
            <a:endParaRPr dirty="0"/>
          </a:p>
          <a:p>
            <a:pPr marL="1257300" lvl="2" indent="-342900">
              <a:buClr>
                <a:srgbClr val="1D1B10"/>
              </a:buClr>
              <a:buSzPts val="2400"/>
              <a:buFont typeface="Arial"/>
              <a:buChar char="•"/>
            </a:pPr>
            <a:r>
              <a:rPr lang="en-US" sz="2400" dirty="0">
                <a:solidFill>
                  <a:srgbClr val="1D1B10"/>
                </a:solidFill>
              </a:rPr>
              <a:t>on-going cough, congestion, or colored mucus </a:t>
            </a:r>
            <a:endParaRPr dirty="0"/>
          </a:p>
          <a:p>
            <a:pPr marL="1257300" lvl="2" indent="-342900">
              <a:buClr>
                <a:srgbClr val="1D1B10"/>
              </a:buClr>
              <a:buSzPts val="2400"/>
              <a:buFont typeface="Arial"/>
              <a:buChar char="•"/>
            </a:pPr>
            <a:r>
              <a:rPr lang="en-US" sz="2400" dirty="0">
                <a:solidFill>
                  <a:srgbClr val="1D1B10"/>
                </a:solidFill>
              </a:rPr>
              <a:t>skin infections or rashes</a:t>
            </a:r>
            <a:endParaRPr sz="2400" dirty="0">
              <a:solidFill>
                <a:srgbClr val="1D1B10"/>
              </a:solidFill>
            </a:endParaRPr>
          </a:p>
          <a:p>
            <a:pPr marL="1257300" lvl="2" indent="-342900">
              <a:buClr>
                <a:srgbClr val="1D1B10"/>
              </a:buClr>
              <a:buSzPts val="2400"/>
              <a:buChar char="•"/>
            </a:pPr>
            <a:r>
              <a:rPr lang="en-US" sz="2400" dirty="0">
                <a:solidFill>
                  <a:srgbClr val="1D1B10"/>
                </a:solidFill>
              </a:rPr>
              <a:t>loss of taste or smell</a:t>
            </a:r>
            <a:endParaRPr sz="2400" dirty="0">
              <a:solidFill>
                <a:srgbClr val="1D1B10"/>
              </a:solidFill>
            </a:endParaRPr>
          </a:p>
          <a:p>
            <a:pPr marL="1257300" lvl="2" indent="-342900">
              <a:buClr>
                <a:srgbClr val="1D1B10"/>
              </a:buClr>
              <a:buSzPts val="2400"/>
              <a:buFont typeface="Arial"/>
              <a:buChar char="•"/>
            </a:pPr>
            <a:r>
              <a:rPr lang="en-US" sz="2400" dirty="0">
                <a:solidFill>
                  <a:srgbClr val="1D1B10"/>
                </a:solidFill>
              </a:rPr>
              <a:t>other signs of infectious illness </a:t>
            </a:r>
          </a:p>
          <a:p>
            <a:pPr marL="1257300" lvl="2" indent="-342900">
              <a:buClr>
                <a:srgbClr val="1D1B10"/>
              </a:buClr>
              <a:buSzPts val="2400"/>
              <a:buFont typeface="Arial"/>
              <a:buChar char="•"/>
            </a:pPr>
            <a:r>
              <a:rPr lang="en-US" sz="2400" b="1" dirty="0">
                <a:solidFill>
                  <a:srgbClr val="1D1B10"/>
                </a:solidFill>
              </a:rPr>
              <a:t>Lice</a:t>
            </a:r>
            <a:r>
              <a:rPr lang="en-US" sz="2400" dirty="0">
                <a:solidFill>
                  <a:srgbClr val="1D1B10"/>
                </a:solidFill>
              </a:rPr>
              <a:t> </a:t>
            </a:r>
            <a:endParaRPr dirty="0"/>
          </a:p>
          <a:p>
            <a:r>
              <a:rPr lang="en-US" sz="2400" dirty="0">
                <a:solidFill>
                  <a:srgbClr val="1D1B10"/>
                </a:solidFill>
              </a:rPr>
              <a:t>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6"/>
        <p:cNvGrpSpPr/>
        <p:nvPr/>
      </p:nvGrpSpPr>
      <p:grpSpPr>
        <a:xfrm>
          <a:off x="0" y="0"/>
          <a:ext cx="0" cy="0"/>
          <a:chOff x="0" y="0"/>
          <a:chExt cx="0" cy="0"/>
        </a:xfrm>
      </p:grpSpPr>
      <p:sp>
        <p:nvSpPr>
          <p:cNvPr id="1048" name="Google Shape;1048;p14"/>
          <p:cNvSpPr/>
          <p:nvPr/>
        </p:nvSpPr>
        <p:spPr>
          <a:xfrm>
            <a:off x="1977900" y="658350"/>
            <a:ext cx="8095800" cy="6186269"/>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Illness Policy</a:t>
            </a:r>
            <a:endParaRPr sz="4800" dirty="0">
              <a:solidFill>
                <a:srgbClr val="1D1B10"/>
              </a:solidFill>
            </a:endParaRPr>
          </a:p>
          <a:p>
            <a:r>
              <a:rPr lang="en-US" sz="2400" dirty="0">
                <a:solidFill>
                  <a:srgbClr val="1D1B10"/>
                </a:solidFill>
              </a:rPr>
              <a:t>  </a:t>
            </a:r>
            <a:endParaRPr dirty="0"/>
          </a:p>
          <a:p>
            <a:endParaRPr sz="2400" dirty="0">
              <a:solidFill>
                <a:srgbClr val="1D1B10"/>
              </a:solidFill>
            </a:endParaRPr>
          </a:p>
          <a:p>
            <a:r>
              <a:rPr lang="en-US" sz="2400" dirty="0">
                <a:solidFill>
                  <a:srgbClr val="1D1B10"/>
                </a:solidFill>
              </a:rPr>
              <a:t>Please notify your student’s teacher of any absences. </a:t>
            </a:r>
            <a:endParaRPr sz="2400" dirty="0">
              <a:solidFill>
                <a:srgbClr val="1D1B10"/>
              </a:solidFill>
            </a:endParaRPr>
          </a:p>
          <a:p>
            <a:endParaRPr sz="2400" dirty="0">
              <a:solidFill>
                <a:srgbClr val="1D1B10"/>
              </a:solidFill>
            </a:endParaRPr>
          </a:p>
          <a:p>
            <a:pPr>
              <a:buClr>
                <a:schemeClr val="dk1"/>
              </a:buClr>
            </a:pPr>
            <a:endParaRPr sz="2400" dirty="0">
              <a:solidFill>
                <a:srgbClr val="1D1B10"/>
              </a:solidFill>
            </a:endParaRPr>
          </a:p>
          <a:p>
            <a:r>
              <a:rPr lang="en-US" sz="2400" dirty="0">
                <a:solidFill>
                  <a:srgbClr val="1D1B10"/>
                </a:solidFill>
              </a:rPr>
              <a:t>If you become aware that a member of your family has contacted a serious communicable disease and may have exposed other families, please notify a member of leadership.  An </a:t>
            </a:r>
            <a:r>
              <a:rPr lang="en-US" sz="2400" b="1" dirty="0">
                <a:solidFill>
                  <a:srgbClr val="1D1B10"/>
                </a:solidFill>
              </a:rPr>
              <a:t>anonymous</a:t>
            </a:r>
            <a:r>
              <a:rPr lang="en-US" sz="2400" dirty="0">
                <a:solidFill>
                  <a:srgbClr val="1D1B10"/>
                </a:solidFill>
              </a:rPr>
              <a:t> announcement will be made notifying members of possible exposure so parents may be aware of potential infections in themselves and in their children.</a:t>
            </a:r>
            <a:endParaRPr sz="2400" dirty="0">
              <a:solidFill>
                <a:srgbClr val="1D1B10"/>
              </a:solidFill>
            </a:endParaRPr>
          </a:p>
          <a:p>
            <a:endParaRPr sz="2400" dirty="0">
              <a:solidFill>
                <a:srgbClr val="1D1B10"/>
              </a:solidFill>
            </a:endParaRPr>
          </a:p>
          <a:p>
            <a:r>
              <a:rPr lang="en-US" sz="1800" dirty="0">
                <a:solidFill>
                  <a:schemeClr val="lt1"/>
                </a:solidFill>
              </a:rPr>
              <a:t> </a:t>
            </a:r>
            <a:endParaRPr dirty="0"/>
          </a:p>
          <a:p>
            <a:r>
              <a:rPr lang="en-US" sz="1800" dirty="0">
                <a:solidFill>
                  <a:schemeClr val="lt1"/>
                </a:solidFill>
              </a:rPr>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3"/>
        <p:cNvGrpSpPr/>
        <p:nvPr/>
      </p:nvGrpSpPr>
      <p:grpSpPr>
        <a:xfrm>
          <a:off x="0" y="0"/>
          <a:ext cx="0" cy="0"/>
          <a:chOff x="0" y="0"/>
          <a:chExt cx="0" cy="0"/>
        </a:xfrm>
      </p:grpSpPr>
      <p:sp>
        <p:nvSpPr>
          <p:cNvPr id="1105" name="Google Shape;1105;p15"/>
          <p:cNvSpPr/>
          <p:nvPr/>
        </p:nvSpPr>
        <p:spPr>
          <a:xfrm>
            <a:off x="1936807" y="1253063"/>
            <a:ext cx="3586200" cy="5878492"/>
          </a:xfrm>
          <a:prstGeom prst="rect">
            <a:avLst/>
          </a:prstGeom>
          <a:noFill/>
          <a:ln>
            <a:noFill/>
          </a:ln>
        </p:spPr>
        <p:txBody>
          <a:bodyPr spcFirstLastPara="1" wrap="square" lIns="91425" tIns="45700" rIns="91425" bIns="45700" anchor="t" anchorCtr="0">
            <a:spAutoFit/>
          </a:bodyPr>
          <a:lstStyle/>
          <a:p>
            <a:pPr algn="ctr"/>
            <a:endParaRPr sz="4800" dirty="0">
              <a:solidFill>
                <a:srgbClr val="1D1B10"/>
              </a:solidFill>
            </a:endParaRPr>
          </a:p>
          <a:p>
            <a:r>
              <a:rPr lang="en-US" sz="2400" dirty="0">
                <a:solidFill>
                  <a:srgbClr val="1D1B10"/>
                </a:solidFill>
              </a:rPr>
              <a:t> </a:t>
            </a:r>
            <a:endParaRPr dirty="0"/>
          </a:p>
          <a:p>
            <a:r>
              <a:rPr lang="en-US" sz="2400" i="1" dirty="0">
                <a:solidFill>
                  <a:srgbClr val="1D1B10"/>
                </a:solidFill>
              </a:rPr>
              <a:t>* Be aware that some families chose not to vaccinate their children according the immunization schedule recommended by the mainstream healthcare community.  </a:t>
            </a:r>
            <a:endParaRPr sz="2400" dirty="0">
              <a:solidFill>
                <a:srgbClr val="1D1B10"/>
              </a:solidFill>
            </a:endParaRPr>
          </a:p>
          <a:p>
            <a:r>
              <a:rPr lang="en-US" sz="2400" dirty="0">
                <a:solidFill>
                  <a:srgbClr val="1D1B10"/>
                </a:solidFill>
              </a:rPr>
              <a:t> </a:t>
            </a:r>
            <a:endParaRPr dirty="0"/>
          </a:p>
          <a:p>
            <a:endParaRPr dirty="0"/>
          </a:p>
          <a:p>
            <a:endParaRPr sz="2400" dirty="0">
              <a:solidFill>
                <a:srgbClr val="1D1B10"/>
              </a:solidFill>
            </a:endParaRPr>
          </a:p>
          <a:p>
            <a:endParaRPr dirty="0"/>
          </a:p>
          <a:p>
            <a:r>
              <a:rPr lang="en-US" sz="1800" dirty="0">
                <a:solidFill>
                  <a:schemeClr val="lt1"/>
                </a:solidFill>
              </a:rPr>
              <a:t> </a:t>
            </a:r>
            <a:endParaRPr dirty="0"/>
          </a:p>
          <a:p>
            <a:r>
              <a:rPr lang="en-US" sz="1800" dirty="0">
                <a:solidFill>
                  <a:schemeClr val="lt1"/>
                </a:solidFill>
              </a:rPr>
              <a:t> </a:t>
            </a:r>
            <a:endParaRPr dirty="0"/>
          </a:p>
        </p:txBody>
      </p:sp>
      <p:pic>
        <p:nvPicPr>
          <p:cNvPr id="1106" name="Google Shape;1106;p15"/>
          <p:cNvPicPr preferRelativeResize="0"/>
          <p:nvPr/>
        </p:nvPicPr>
        <p:blipFill>
          <a:blip r:embed="rId3">
            <a:alphaModFix/>
          </a:blip>
          <a:stretch>
            <a:fillRect/>
          </a:stretch>
        </p:blipFill>
        <p:spPr>
          <a:xfrm>
            <a:off x="5751444" y="1903897"/>
            <a:ext cx="4147987" cy="4103561"/>
          </a:xfrm>
          <a:prstGeom prst="rect">
            <a:avLst/>
          </a:prstGeom>
          <a:noFill/>
          <a:ln>
            <a:noFill/>
          </a:ln>
        </p:spPr>
      </p:pic>
      <p:sp>
        <p:nvSpPr>
          <p:cNvPr id="2" name="TextBox 1">
            <a:extLst>
              <a:ext uri="{FF2B5EF4-FFF2-40B4-BE49-F238E27FC236}">
                <a16:creationId xmlns:a16="http://schemas.microsoft.com/office/drawing/2014/main" id="{C8EF607B-D9E4-35F0-48FB-F303716E0265}"/>
              </a:ext>
            </a:extLst>
          </p:cNvPr>
          <p:cNvSpPr txBox="1"/>
          <p:nvPr/>
        </p:nvSpPr>
        <p:spPr>
          <a:xfrm>
            <a:off x="3752391" y="886409"/>
            <a:ext cx="4640468" cy="923330"/>
          </a:xfrm>
          <a:prstGeom prst="rect">
            <a:avLst/>
          </a:prstGeom>
          <a:noFill/>
        </p:spPr>
        <p:txBody>
          <a:bodyPr wrap="square">
            <a:spAutoFit/>
          </a:bodyPr>
          <a:lstStyle/>
          <a:p>
            <a:pPr algn="ctr">
              <a:buClr>
                <a:schemeClr val="dk1"/>
              </a:buClr>
            </a:pPr>
            <a:r>
              <a:rPr lang="en-US" sz="5400" b="1" dirty="0">
                <a:solidFill>
                  <a:srgbClr val="1D1B10"/>
                </a:solidFill>
              </a:rPr>
              <a:t>Illness Policy</a:t>
            </a:r>
            <a:endParaRPr lang="en-US" sz="5400" dirty="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2"/>
        <p:cNvGrpSpPr/>
        <p:nvPr/>
      </p:nvGrpSpPr>
      <p:grpSpPr>
        <a:xfrm>
          <a:off x="0" y="0"/>
          <a:ext cx="0" cy="0"/>
          <a:chOff x="0" y="0"/>
          <a:chExt cx="0" cy="0"/>
        </a:xfrm>
      </p:grpSpPr>
      <p:sp>
        <p:nvSpPr>
          <p:cNvPr id="1334" name="Google Shape;1334;p19"/>
          <p:cNvSpPr/>
          <p:nvPr/>
        </p:nvSpPr>
        <p:spPr>
          <a:xfrm>
            <a:off x="2011562" y="177554"/>
            <a:ext cx="8095860" cy="6001603"/>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spAutoFit/>
          </a:bodyPr>
          <a:lstStyle/>
          <a:p>
            <a:pPr algn="ctr"/>
            <a:r>
              <a:rPr lang="en-US" sz="4800" b="1" dirty="0">
                <a:solidFill>
                  <a:srgbClr val="1D1B10"/>
                </a:solidFill>
              </a:rPr>
              <a:t>Class Arrival at </a:t>
            </a:r>
          </a:p>
          <a:p>
            <a:pPr algn="ctr"/>
            <a:r>
              <a:rPr lang="en-US" sz="4800" b="1" dirty="0">
                <a:solidFill>
                  <a:srgbClr val="1D1B10"/>
                </a:solidFill>
              </a:rPr>
              <a:t>Catalyst Church </a:t>
            </a:r>
            <a:endParaRPr sz="4800" dirty="0">
              <a:solidFill>
                <a:srgbClr val="1D1B10"/>
              </a:solidFill>
            </a:endParaRPr>
          </a:p>
          <a:p>
            <a:r>
              <a:rPr lang="en-US" sz="2400" b="1" dirty="0">
                <a:solidFill>
                  <a:srgbClr val="1D1B10"/>
                </a:solidFill>
              </a:rPr>
              <a:t>Entrance</a:t>
            </a:r>
          </a:p>
          <a:p>
            <a:pPr marL="342900" indent="-342900">
              <a:buFont typeface="Arial" panose="020B0604020202020204" pitchFamily="34" charset="0"/>
              <a:buChar char="•"/>
            </a:pPr>
            <a:r>
              <a:rPr lang="en-US" sz="2400" dirty="0">
                <a:solidFill>
                  <a:srgbClr val="1D1B10"/>
                </a:solidFill>
              </a:rPr>
              <a:t>Please enter at the main entrance located on the south side of the building.</a:t>
            </a:r>
          </a:p>
          <a:p>
            <a:pPr marL="342900" indent="-342900">
              <a:buFont typeface="Arial" panose="020B0604020202020204" pitchFamily="34" charset="0"/>
              <a:buChar char="•"/>
            </a:pPr>
            <a:endParaRPr lang="en-US" sz="2400" dirty="0">
              <a:solidFill>
                <a:srgbClr val="1D1B10"/>
              </a:solidFill>
            </a:endParaRPr>
          </a:p>
          <a:p>
            <a:pPr marL="342900" indent="-342900">
              <a:buFont typeface="Arial" panose="020B0604020202020204" pitchFamily="34" charset="0"/>
              <a:buChar char="•"/>
            </a:pPr>
            <a:r>
              <a:rPr lang="en-US" sz="2400" dirty="0">
                <a:solidFill>
                  <a:srgbClr val="1D1B10"/>
                </a:solidFill>
              </a:rPr>
              <a:t>Please do not park in staff parking. Thursdays is Food pantry day so there will be a lot of cars in line when you arrive. </a:t>
            </a:r>
          </a:p>
          <a:p>
            <a:pPr marL="342900" indent="-342900">
              <a:buFont typeface="Arial" panose="020B0604020202020204" pitchFamily="34" charset="0"/>
              <a:buChar char="•"/>
            </a:pPr>
            <a:endParaRPr lang="en-US" sz="2400" dirty="0">
              <a:solidFill>
                <a:schemeClr val="tx1"/>
              </a:solidFill>
            </a:endParaRPr>
          </a:p>
          <a:p>
            <a:pPr marL="342900" indent="-342900">
              <a:buFont typeface="Arial" panose="020B0604020202020204" pitchFamily="34" charset="0"/>
              <a:buChar char="•"/>
            </a:pPr>
            <a:r>
              <a:rPr lang="en-US" sz="2400" dirty="0">
                <a:solidFill>
                  <a:schemeClr val="tx1"/>
                </a:solidFill>
              </a:rPr>
              <a:t>Students 10 and older may be dropped off in front of the entrance door.</a:t>
            </a:r>
          </a:p>
          <a:p>
            <a:pPr marL="457200"/>
            <a:endParaRPr sz="2400" dirty="0">
              <a:solidFill>
                <a:schemeClr val="dk1"/>
              </a:solidFill>
            </a:endParaRPr>
          </a:p>
          <a:p>
            <a:pPr marL="342900" indent="-342900">
              <a:buClr>
                <a:schemeClr val="dk1"/>
              </a:buClr>
              <a:buSzPts val="2400"/>
              <a:buChar char="•"/>
            </a:pPr>
            <a:r>
              <a:rPr lang="en-US" sz="2400" dirty="0">
                <a:solidFill>
                  <a:schemeClr val="dk1"/>
                </a:solidFill>
              </a:rPr>
              <a:t>Reserve handicap parking for licensed handicap drivers</a:t>
            </a:r>
            <a:endParaRPr sz="24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9"/>
        <p:cNvGrpSpPr/>
        <p:nvPr/>
      </p:nvGrpSpPr>
      <p:grpSpPr>
        <a:xfrm>
          <a:off x="0" y="0"/>
          <a:ext cx="0" cy="0"/>
          <a:chOff x="0" y="0"/>
          <a:chExt cx="0" cy="0"/>
        </a:xfrm>
      </p:grpSpPr>
      <p:grpSp>
        <p:nvGrpSpPr>
          <p:cNvPr id="1346" name="Google Shape;1346;p22"/>
          <p:cNvGrpSpPr/>
          <p:nvPr/>
        </p:nvGrpSpPr>
        <p:grpSpPr>
          <a:xfrm>
            <a:off x="1449389" y="1066801"/>
            <a:ext cx="5318125" cy="5820229"/>
            <a:chOff x="-74612" y="1066800"/>
            <a:chExt cx="5318125" cy="5820229"/>
          </a:xfrm>
        </p:grpSpPr>
        <p:sp>
          <p:nvSpPr>
            <p:cNvPr id="1347" name="Google Shape;1347;p2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48" name="Google Shape;1348;p2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49" name="Google Shape;1349;p2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0" name="Google Shape;1350;p2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1" name="Google Shape;1351;p2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2" name="Google Shape;1352;p2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3" name="Google Shape;1353;p2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4" name="Google Shape;1354;p2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5" name="Google Shape;1355;p2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6" name="Google Shape;1356;p2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7" name="Google Shape;1357;p2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8" name="Google Shape;1358;p2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59" name="Google Shape;1359;p2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0" name="Google Shape;1360;p2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1" name="Google Shape;1361;p2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2" name="Google Shape;1362;p2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3" name="Google Shape;1363;p2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4" name="Google Shape;1364;p2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5" name="Google Shape;1365;p2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6" name="Google Shape;1366;p2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7" name="Google Shape;1367;p22"/>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8" name="Google Shape;1368;p2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69" name="Google Shape;1369;p2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0" name="Google Shape;1370;p2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1" name="Google Shape;1371;p2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2" name="Google Shape;1372;p2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3" name="Google Shape;1373;p2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4" name="Google Shape;1374;p2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5" name="Google Shape;1375;p2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6" name="Google Shape;1376;p2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7" name="Google Shape;1377;p2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8" name="Google Shape;1378;p2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79" name="Google Shape;1379;p2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0" name="Google Shape;1380;p2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1" name="Google Shape;1381;p2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2" name="Google Shape;1382;p2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3" name="Google Shape;1383;p2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4" name="Google Shape;1384;p2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5" name="Google Shape;1385;p2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6" name="Google Shape;1386;p2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7" name="Google Shape;1387;p2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8" name="Google Shape;1388;p2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89" name="Google Shape;1389;p2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1390" name="Google Shape;1390;p2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1391" name="Google Shape;1391;p22"/>
          <p:cNvSpPr/>
          <p:nvPr/>
        </p:nvSpPr>
        <p:spPr>
          <a:xfrm>
            <a:off x="2058194" y="139199"/>
            <a:ext cx="8095860" cy="6247824"/>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spAutoFit/>
          </a:bodyPr>
          <a:lstStyle/>
          <a:p>
            <a:pPr algn="ctr"/>
            <a:r>
              <a:rPr lang="en-US" sz="4400" b="1" dirty="0">
                <a:solidFill>
                  <a:srgbClr val="1D1B10"/>
                </a:solidFill>
              </a:rPr>
              <a:t>Class Arrival at </a:t>
            </a:r>
          </a:p>
          <a:p>
            <a:pPr algn="ctr"/>
            <a:r>
              <a:rPr lang="en-US" sz="4400" b="1" dirty="0">
                <a:solidFill>
                  <a:srgbClr val="1D1B10"/>
                </a:solidFill>
              </a:rPr>
              <a:t>Catalyst Church</a:t>
            </a:r>
            <a:endParaRPr sz="4400" dirty="0">
              <a:solidFill>
                <a:srgbClr val="1D1B10"/>
              </a:solidFill>
            </a:endParaRPr>
          </a:p>
          <a:p>
            <a:r>
              <a:rPr lang="en-US" sz="2400" b="1" dirty="0">
                <a:solidFill>
                  <a:srgbClr val="1D1B10"/>
                </a:solidFill>
              </a:rPr>
              <a:t>Arrival</a:t>
            </a:r>
          </a:p>
          <a:p>
            <a:endParaRPr sz="2400" dirty="0">
              <a:solidFill>
                <a:srgbClr val="1D1B10"/>
              </a:solidFill>
            </a:endParaRPr>
          </a:p>
          <a:p>
            <a:pPr marL="342900" indent="-342900">
              <a:buClr>
                <a:srgbClr val="FF0000"/>
              </a:buClr>
              <a:buSzPts val="2400"/>
              <a:buFont typeface="Arial"/>
              <a:buChar char="•"/>
            </a:pPr>
            <a:r>
              <a:rPr lang="en-US" sz="2400" dirty="0">
                <a:solidFill>
                  <a:srgbClr val="FF0000"/>
                </a:solidFill>
              </a:rPr>
              <a:t>Please arrive on time for classes</a:t>
            </a:r>
            <a:endParaRPr dirty="0"/>
          </a:p>
          <a:p>
            <a:endParaRPr sz="2400" dirty="0">
              <a:solidFill>
                <a:srgbClr val="FF0000"/>
              </a:solidFill>
            </a:endParaRPr>
          </a:p>
          <a:p>
            <a:pPr marL="342900" indent="-342900">
              <a:buClr>
                <a:schemeClr val="dk1"/>
              </a:buClr>
              <a:buSzPts val="2400"/>
              <a:buFont typeface="Arial"/>
              <a:buChar char="•"/>
            </a:pPr>
            <a:r>
              <a:rPr lang="en-US" sz="2400" dirty="0">
                <a:solidFill>
                  <a:schemeClr val="dk1"/>
                </a:solidFill>
              </a:rPr>
              <a:t>Allow </a:t>
            </a:r>
            <a:r>
              <a:rPr lang="en-US" sz="2400" dirty="0">
                <a:solidFill>
                  <a:srgbClr val="1D1B10"/>
                </a:solidFill>
              </a:rPr>
              <a:t>5 to 10 minutes to check-in and settle your children. You may encourage them to use the restroom before classes.</a:t>
            </a:r>
            <a:endParaRPr dirty="0"/>
          </a:p>
          <a:p>
            <a:r>
              <a:rPr lang="en-US" sz="2400" dirty="0">
                <a:solidFill>
                  <a:srgbClr val="1D1B10"/>
                </a:solidFill>
              </a:rPr>
              <a:t> </a:t>
            </a:r>
            <a:endParaRPr dirty="0"/>
          </a:p>
          <a:p>
            <a:pPr marL="342900" indent="-342900">
              <a:buClr>
                <a:srgbClr val="1D1B10"/>
              </a:buClr>
              <a:buSzPts val="2400"/>
              <a:buFont typeface="Arial"/>
              <a:buChar char="•"/>
            </a:pPr>
            <a:r>
              <a:rPr lang="en-US" sz="2400" dirty="0">
                <a:solidFill>
                  <a:srgbClr val="1D1B10"/>
                </a:solidFill>
              </a:rPr>
              <a:t>Do not drop off students more than 10 minutes prior to their class start time.  Children must </a:t>
            </a:r>
            <a:r>
              <a:rPr lang="en-US" sz="2400" b="1" u="sng" dirty="0">
                <a:solidFill>
                  <a:srgbClr val="1D1B10"/>
                </a:solidFill>
              </a:rPr>
              <a:t>always be accompanied by their parent or under the supervision of an instructor or assistant. </a:t>
            </a:r>
            <a:endParaRPr b="1" u="sng" dirty="0"/>
          </a:p>
          <a:p>
            <a:r>
              <a:rPr lang="en-US" sz="2400" dirty="0">
                <a:solidFill>
                  <a:srgbClr val="1D1B10"/>
                </a:solidFill>
              </a:rPr>
              <a:t>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4"/>
        <p:cNvGrpSpPr/>
        <p:nvPr/>
      </p:nvGrpSpPr>
      <p:grpSpPr>
        <a:xfrm>
          <a:off x="0" y="0"/>
          <a:ext cx="0" cy="0"/>
          <a:chOff x="0" y="0"/>
          <a:chExt cx="0" cy="0"/>
        </a:xfrm>
      </p:grpSpPr>
      <p:sp>
        <p:nvSpPr>
          <p:cNvPr id="1566" name="Google Shape;1566;p26"/>
          <p:cNvSpPr/>
          <p:nvPr/>
        </p:nvSpPr>
        <p:spPr>
          <a:xfrm>
            <a:off x="2011562" y="667883"/>
            <a:ext cx="8123038" cy="4524275"/>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Class Arrival at </a:t>
            </a:r>
          </a:p>
          <a:p>
            <a:pPr algn="ctr"/>
            <a:r>
              <a:rPr lang="en-US" sz="4800" b="1" dirty="0">
                <a:solidFill>
                  <a:srgbClr val="1D1B10"/>
                </a:solidFill>
              </a:rPr>
              <a:t>Catalyst Church</a:t>
            </a:r>
            <a:endParaRPr sz="2400" b="1" dirty="0">
              <a:solidFill>
                <a:srgbClr val="1D1B10"/>
              </a:solidFill>
            </a:endParaRPr>
          </a:p>
          <a:p>
            <a:r>
              <a:rPr lang="en-US" sz="2400" b="1" dirty="0">
                <a:solidFill>
                  <a:srgbClr val="1D1B10"/>
                </a:solidFill>
              </a:rPr>
              <a:t>Special Instructions</a:t>
            </a:r>
          </a:p>
          <a:p>
            <a:endParaRPr lang="en-US" sz="2400" b="1" dirty="0">
              <a:solidFill>
                <a:srgbClr val="1D1B10"/>
              </a:solidFill>
            </a:endParaRPr>
          </a:p>
          <a:p>
            <a:pPr marL="285750" indent="-285750">
              <a:buFont typeface="Wingdings" panose="05000000000000000000" pitchFamily="2" charset="2"/>
              <a:buChar char="§"/>
            </a:pPr>
            <a:r>
              <a:rPr lang="en-US" sz="2400" b="1" dirty="0">
                <a:solidFill>
                  <a:srgbClr val="1D1B10"/>
                </a:solidFill>
              </a:rPr>
              <a:t>Please check your student in on the clipboard.  If your student is checking themselves in, please make sure they have marked their arrival.</a:t>
            </a:r>
          </a:p>
          <a:p>
            <a:pPr marL="285750" indent="-285750">
              <a:buFont typeface="Wingdings" panose="05000000000000000000" pitchFamily="2" charset="2"/>
              <a:buChar char="§"/>
            </a:pPr>
            <a:endParaRPr lang="en-US" sz="2400" b="1" dirty="0">
              <a:solidFill>
                <a:srgbClr val="1D1B10"/>
              </a:solidFill>
            </a:endParaRPr>
          </a:p>
          <a:p>
            <a:pPr marL="285750" indent="-285750">
              <a:buFont typeface="Wingdings" panose="05000000000000000000" pitchFamily="2" charset="2"/>
              <a:buChar char="§"/>
            </a:pPr>
            <a:endParaRPr lang="en-US" dirty="0"/>
          </a:p>
          <a:p>
            <a:endParaRPr lang="en-US" sz="2400" b="1" dirty="0">
              <a:solidFill>
                <a:srgbClr val="1D1B1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8"/>
        <p:cNvGrpSpPr/>
        <p:nvPr/>
      </p:nvGrpSpPr>
      <p:grpSpPr>
        <a:xfrm>
          <a:off x="0" y="0"/>
          <a:ext cx="0" cy="0"/>
          <a:chOff x="0" y="0"/>
          <a:chExt cx="0" cy="0"/>
        </a:xfrm>
      </p:grpSpPr>
      <p:sp>
        <p:nvSpPr>
          <p:cNvPr id="1680" name="Google Shape;1680;p28"/>
          <p:cNvSpPr/>
          <p:nvPr/>
        </p:nvSpPr>
        <p:spPr>
          <a:xfrm>
            <a:off x="2011562" y="667883"/>
            <a:ext cx="8123038" cy="5632271"/>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spAutoFit/>
          </a:bodyPr>
          <a:lstStyle/>
          <a:p>
            <a:pPr algn="ctr"/>
            <a:r>
              <a:rPr lang="en-US" sz="4800" b="1">
                <a:solidFill>
                  <a:srgbClr val="1D1B10"/>
                </a:solidFill>
              </a:rPr>
              <a:t>Pick-Up/Departure</a:t>
            </a:r>
          </a:p>
          <a:p>
            <a:pPr algn="ctr"/>
            <a:r>
              <a:rPr lang="en-US" sz="4800" b="1">
                <a:solidFill>
                  <a:srgbClr val="1D1B10"/>
                </a:solidFill>
              </a:rPr>
              <a:t>Catalyst Church</a:t>
            </a:r>
            <a:endParaRPr sz="2400">
              <a:solidFill>
                <a:srgbClr val="1D1B10"/>
              </a:solidFill>
            </a:endParaRPr>
          </a:p>
          <a:p>
            <a:endParaRPr sz="2400">
              <a:solidFill>
                <a:srgbClr val="1D1B10"/>
              </a:solidFill>
            </a:endParaRPr>
          </a:p>
          <a:p>
            <a:pPr marL="342900" indent="-342900">
              <a:buFont typeface="Wingdings" panose="05000000000000000000" pitchFamily="2" charset="2"/>
              <a:buChar char="v"/>
            </a:pPr>
            <a:r>
              <a:rPr lang="en-US" sz="2400">
                <a:solidFill>
                  <a:srgbClr val="1D1B10"/>
                </a:solidFill>
              </a:rPr>
              <a:t>Students need to be picked up no more than 10 minutes after their class has concluded unless they are staying for the next class.  </a:t>
            </a:r>
          </a:p>
          <a:p>
            <a:pPr marL="342900" indent="-342900">
              <a:buFont typeface="Wingdings" panose="05000000000000000000" pitchFamily="2" charset="2"/>
              <a:buChar char="v"/>
            </a:pPr>
            <a:r>
              <a:rPr lang="en-US" sz="2400">
                <a:solidFill>
                  <a:srgbClr val="1D1B10"/>
                </a:solidFill>
              </a:rPr>
              <a:t>Please sign your student out on the clipboard so we know they have been picked up and by whom.</a:t>
            </a:r>
          </a:p>
          <a:p>
            <a:pPr marL="342900" indent="-342900">
              <a:buFont typeface="Wingdings" panose="05000000000000000000" pitchFamily="2" charset="2"/>
              <a:buChar char="v"/>
            </a:pPr>
            <a:r>
              <a:rPr lang="en-US" sz="2400">
                <a:solidFill>
                  <a:srgbClr val="1D1B10"/>
                </a:solidFill>
              </a:rPr>
              <a:t>Please send a note to the teacher if they are being picked up by someone different.</a:t>
            </a:r>
          </a:p>
          <a:p>
            <a:pPr marL="342900" indent="-342900">
              <a:buFont typeface="Wingdings" panose="05000000000000000000" pitchFamily="2" charset="2"/>
              <a:buChar char="v"/>
            </a:pPr>
            <a:r>
              <a:rPr lang="en-US" sz="2400">
                <a:solidFill>
                  <a:srgbClr val="1D1B10"/>
                </a:solidFill>
              </a:rPr>
              <a:t>Students must stay in the lobby until a parent arrives to pick them up.  </a:t>
            </a:r>
            <a:endParaRPr/>
          </a:p>
          <a:p>
            <a:endParaRPr sz="24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2"/>
        <p:cNvGrpSpPr/>
        <p:nvPr/>
      </p:nvGrpSpPr>
      <p:grpSpPr>
        <a:xfrm>
          <a:off x="0" y="0"/>
          <a:ext cx="0" cy="0"/>
          <a:chOff x="0" y="0"/>
          <a:chExt cx="0" cy="0"/>
        </a:xfrm>
      </p:grpSpPr>
      <p:sp>
        <p:nvSpPr>
          <p:cNvPr id="1794" name="Google Shape;1794;p32"/>
          <p:cNvSpPr/>
          <p:nvPr/>
        </p:nvSpPr>
        <p:spPr>
          <a:xfrm>
            <a:off x="2011562" y="667882"/>
            <a:ext cx="8123038" cy="5016718"/>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Class Instructors</a:t>
            </a:r>
            <a:endParaRPr sz="4800" dirty="0">
              <a:solidFill>
                <a:srgbClr val="1D1B10"/>
              </a:solidFill>
            </a:endParaRPr>
          </a:p>
          <a:p>
            <a:r>
              <a:rPr lang="en-US" sz="2400" dirty="0">
                <a:solidFill>
                  <a:srgbClr val="1D1B10"/>
                </a:solidFill>
              </a:rPr>
              <a:t> </a:t>
            </a:r>
            <a:endParaRPr dirty="0"/>
          </a:p>
          <a:p>
            <a:pPr marL="285750" indent="-285750">
              <a:buFont typeface="Wingdings" panose="05000000000000000000" pitchFamily="2" charset="2"/>
              <a:buChar char="Ø"/>
            </a:pPr>
            <a:r>
              <a:rPr lang="en-US" sz="2000" dirty="0"/>
              <a:t>Mrs. Debby Herring, 1</a:t>
            </a:r>
            <a:r>
              <a:rPr lang="en-US" sz="2000" baseline="30000" dirty="0"/>
              <a:t>st</a:t>
            </a:r>
            <a:r>
              <a:rPr lang="en-US" sz="2000" dirty="0"/>
              <a:t> and 2</a:t>
            </a:r>
            <a:r>
              <a:rPr lang="en-US" sz="2000" baseline="30000" dirty="0"/>
              <a:t>nd</a:t>
            </a:r>
            <a:r>
              <a:rPr lang="en-US" sz="2000" dirty="0"/>
              <a:t> grade reading and writing classes, 2/3 math</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Mrs. Kacy Tribble, 4</a:t>
            </a:r>
            <a:r>
              <a:rPr lang="en-US" sz="2000" baseline="30000" dirty="0"/>
              <a:t>th</a:t>
            </a:r>
            <a:r>
              <a:rPr lang="en-US" sz="2000" dirty="0"/>
              <a:t> math, 3</a:t>
            </a:r>
            <a:r>
              <a:rPr lang="en-US" sz="2000" baseline="30000" dirty="0"/>
              <a:t>rd</a:t>
            </a:r>
            <a:r>
              <a:rPr lang="en-US" sz="2000" dirty="0"/>
              <a:t>/4</a:t>
            </a:r>
            <a:r>
              <a:rPr lang="en-US" sz="2000" baseline="30000" dirty="0"/>
              <a:t>th</a:t>
            </a:r>
            <a:r>
              <a:rPr lang="en-US" sz="2000" dirty="0"/>
              <a:t> History &amp; Language arts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Mrs. Kelley Easley, 5/6 History &amp; Language Arts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Mrs. Crystal Schmidt, 7-9</a:t>
            </a:r>
            <a:r>
              <a:rPr lang="en-US" sz="2000" baseline="30000" dirty="0"/>
              <a:t>th</a:t>
            </a:r>
            <a:r>
              <a:rPr lang="en-US" sz="2000" dirty="0"/>
              <a:t> Learning Nest</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Miss Caitlyn Herring, check-in and assisting Mrs. Herring</a:t>
            </a:r>
            <a:endParaRPr lang="en-US" sz="2400" dirty="0">
              <a:solidFill>
                <a:srgbClr val="1D1B10"/>
              </a:solidFill>
            </a:endParaRPr>
          </a:p>
          <a:p>
            <a:pPr marL="285750" indent="-285750">
              <a:buFont typeface="Wingdings" panose="05000000000000000000" pitchFamily="2" charset="2"/>
              <a:buChar char="Ø"/>
            </a:pPr>
            <a:endParaRPr lang="en-US" sz="2400" dirty="0">
              <a:solidFill>
                <a:srgbClr val="1D1B10"/>
              </a:solidFill>
            </a:endParaRPr>
          </a:p>
          <a:p>
            <a:pPr marL="285750" indent="-285750">
              <a:buFont typeface="Wingdings" panose="05000000000000000000" pitchFamily="2" charset="2"/>
              <a:buChar char="Ø"/>
            </a:pPr>
            <a:r>
              <a:rPr lang="en-US" sz="2000" dirty="0">
                <a:solidFill>
                  <a:srgbClr val="1D1B10"/>
                </a:solidFill>
              </a:rPr>
              <a:t>Mr. Chris Herring, administrator </a:t>
            </a:r>
            <a:endParaRPr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5"/>
        <p:cNvGrpSpPr/>
        <p:nvPr/>
      </p:nvGrpSpPr>
      <p:grpSpPr>
        <a:xfrm>
          <a:off x="0" y="0"/>
          <a:ext cx="0" cy="0"/>
          <a:chOff x="0" y="0"/>
          <a:chExt cx="0" cy="0"/>
        </a:xfrm>
      </p:grpSpPr>
      <p:sp>
        <p:nvSpPr>
          <p:cNvPr id="2367" name="Google Shape;2367;p41"/>
          <p:cNvSpPr/>
          <p:nvPr/>
        </p:nvSpPr>
        <p:spPr>
          <a:xfrm>
            <a:off x="1864374" y="667875"/>
            <a:ext cx="8481900" cy="48936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spAutoFit/>
          </a:bodyPr>
          <a:lstStyle/>
          <a:p>
            <a:pPr algn="ctr"/>
            <a:r>
              <a:rPr lang="en-US" sz="4800" b="1" dirty="0">
                <a:solidFill>
                  <a:srgbClr val="1D1B10"/>
                </a:solidFill>
              </a:rPr>
              <a:t>Class Day Procedures</a:t>
            </a:r>
            <a:endParaRPr sz="4800" dirty="0">
              <a:solidFill>
                <a:srgbClr val="1D1B10"/>
              </a:solidFill>
            </a:endParaRPr>
          </a:p>
          <a:p>
            <a:endParaRPr sz="2400" dirty="0">
              <a:solidFill>
                <a:srgbClr val="1D1B10"/>
              </a:solidFill>
            </a:endParaRPr>
          </a:p>
          <a:p>
            <a:r>
              <a:rPr lang="en-US" sz="2400" b="1" dirty="0">
                <a:solidFill>
                  <a:srgbClr val="1D1B10"/>
                </a:solidFill>
              </a:rPr>
              <a:t>Class Transition </a:t>
            </a:r>
            <a:endParaRPr sz="2400" dirty="0">
              <a:solidFill>
                <a:srgbClr val="1D1B10"/>
              </a:solidFill>
            </a:endParaRPr>
          </a:p>
          <a:p>
            <a:pPr marL="342900" indent="-342900">
              <a:buClr>
                <a:srgbClr val="FF0000"/>
              </a:buClr>
              <a:buSzPts val="2400"/>
              <a:buFont typeface="Arial"/>
              <a:buChar char="•"/>
            </a:pPr>
            <a:r>
              <a:rPr lang="en-US" sz="2400" dirty="0">
                <a:solidFill>
                  <a:srgbClr val="FF0000"/>
                </a:solidFill>
              </a:rPr>
              <a:t>Students should only be in their classrooms, in the common waiting areas, bathrooms, or transitioning between these areas between classes.</a:t>
            </a:r>
            <a:endParaRPr dirty="0"/>
          </a:p>
          <a:p>
            <a:endParaRPr sz="2400" dirty="0">
              <a:solidFill>
                <a:srgbClr val="FF0000"/>
              </a:solidFill>
            </a:endParaRPr>
          </a:p>
          <a:p>
            <a:pPr marL="342900" indent="-342900">
              <a:buClr>
                <a:srgbClr val="1D1B10"/>
              </a:buClr>
              <a:buSzPts val="2400"/>
              <a:buFont typeface="Arial"/>
              <a:buChar char="•"/>
            </a:pPr>
            <a:r>
              <a:rPr lang="en-US" sz="2400" dirty="0">
                <a:solidFill>
                  <a:srgbClr val="1D1B10"/>
                </a:solidFill>
              </a:rPr>
              <a:t>Five to ten minutes before the end of class time Class Assistants will lead ALL students through clean up. </a:t>
            </a:r>
            <a:endParaRPr dirty="0"/>
          </a:p>
          <a:p>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Students should bring a backpack or bag to class to carry supplies and take-home papers and projects.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72"/>
        <p:cNvGrpSpPr/>
        <p:nvPr/>
      </p:nvGrpSpPr>
      <p:grpSpPr>
        <a:xfrm>
          <a:off x="0" y="0"/>
          <a:ext cx="0" cy="0"/>
          <a:chOff x="0" y="0"/>
          <a:chExt cx="0" cy="0"/>
        </a:xfrm>
      </p:grpSpPr>
      <p:sp>
        <p:nvSpPr>
          <p:cNvPr id="2424" name="Google Shape;2424;p42"/>
          <p:cNvSpPr/>
          <p:nvPr/>
        </p:nvSpPr>
        <p:spPr>
          <a:xfrm>
            <a:off x="2011550" y="667875"/>
            <a:ext cx="8429700" cy="1569600"/>
          </a:xfrm>
          <a:prstGeom prst="rect">
            <a:avLst/>
          </a:prstGeom>
          <a:noFill/>
          <a:ln>
            <a:noFill/>
          </a:ln>
        </p:spPr>
        <p:txBody>
          <a:bodyPr spcFirstLastPara="1" wrap="square" lIns="91425" tIns="45700" rIns="91425" bIns="45700" anchor="t" anchorCtr="0">
            <a:spAutoFit/>
          </a:bodyPr>
          <a:lstStyle/>
          <a:p>
            <a:pPr algn="ctr"/>
            <a:r>
              <a:rPr lang="en-US" sz="4800" b="1" dirty="0">
                <a:solidFill>
                  <a:srgbClr val="1D1B10"/>
                </a:solidFill>
              </a:rPr>
              <a:t>Class Day Procedures</a:t>
            </a:r>
            <a:endParaRPr sz="4800" dirty="0">
              <a:solidFill>
                <a:srgbClr val="1D1B10"/>
              </a:solidFill>
            </a:endParaRPr>
          </a:p>
          <a:p>
            <a:endParaRPr sz="2400" dirty="0">
              <a:solidFill>
                <a:srgbClr val="1D1B10"/>
              </a:solidFill>
            </a:endParaRPr>
          </a:p>
          <a:p>
            <a:r>
              <a:rPr lang="en-US" sz="2400" dirty="0">
                <a:solidFill>
                  <a:srgbClr val="1D1B10"/>
                </a:solidFill>
              </a:rPr>
              <a:t> </a:t>
            </a:r>
            <a:endParaRPr dirty="0"/>
          </a:p>
        </p:txBody>
      </p:sp>
      <p:sp>
        <p:nvSpPr>
          <p:cNvPr id="2425" name="Google Shape;2425;p42"/>
          <p:cNvSpPr/>
          <p:nvPr/>
        </p:nvSpPr>
        <p:spPr>
          <a:xfrm>
            <a:off x="1810574" y="1714763"/>
            <a:ext cx="8557043" cy="2677616"/>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Class Transition </a:t>
            </a: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Students will be given an opportunity to visit the bathroom and the water fountain at the end of class and halfway through class</a:t>
            </a:r>
            <a:endParaRPr dirty="0"/>
          </a:p>
          <a:p>
            <a:pPr marL="342900" indent="-342900">
              <a:buClr>
                <a:srgbClr val="1D1B10"/>
              </a:buClr>
              <a:buSzPts val="2400"/>
              <a:buFont typeface="Arial"/>
              <a:buChar char="•"/>
            </a:pPr>
            <a:r>
              <a:rPr lang="en-US" sz="2400" dirty="0">
                <a:solidFill>
                  <a:srgbClr val="1D1B10"/>
                </a:solidFill>
              </a:rPr>
              <a:t>Students may bring a water bottle with lid to classes.  Students may bring a non-messy snack for our snack break.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08"/>
        <p:cNvGrpSpPr/>
        <p:nvPr/>
      </p:nvGrpSpPr>
      <p:grpSpPr>
        <a:xfrm>
          <a:off x="0" y="0"/>
          <a:ext cx="0" cy="0"/>
          <a:chOff x="0" y="0"/>
          <a:chExt cx="0" cy="0"/>
        </a:xfrm>
      </p:grpSpPr>
      <p:sp>
        <p:nvSpPr>
          <p:cNvPr id="3460" name="Google Shape;3460;p66"/>
          <p:cNvSpPr txBox="1"/>
          <p:nvPr/>
        </p:nvSpPr>
        <p:spPr>
          <a:xfrm>
            <a:off x="6207125" y="585928"/>
            <a:ext cx="3946526" cy="5632311"/>
          </a:xfrm>
          <a:prstGeom prst="rect">
            <a:avLst/>
          </a:prstGeom>
          <a:noFill/>
          <a:ln>
            <a:noFill/>
          </a:ln>
        </p:spPr>
        <p:txBody>
          <a:bodyPr spcFirstLastPara="1" wrap="square" lIns="91425" tIns="45700" rIns="91425" bIns="45700" anchor="t" anchorCtr="0">
            <a:spAutoFit/>
          </a:bodyPr>
          <a:lstStyle/>
          <a:p>
            <a:pPr algn="ctr"/>
            <a:r>
              <a:rPr lang="en-US" sz="2400" b="1" dirty="0">
                <a:solidFill>
                  <a:srgbClr val="1D1B10"/>
                </a:solidFill>
              </a:rPr>
              <a:t>The Importance of a</a:t>
            </a:r>
          </a:p>
          <a:p>
            <a:pPr algn="ctr"/>
            <a:r>
              <a:rPr lang="en-US" sz="2400" b="1" dirty="0">
                <a:solidFill>
                  <a:srgbClr val="1D1B10"/>
                </a:solidFill>
              </a:rPr>
              <a:t>Code of Conduct</a:t>
            </a:r>
            <a:endParaRPr sz="2400" dirty="0">
              <a:solidFill>
                <a:srgbClr val="1D1B10"/>
              </a:solidFill>
            </a:endParaRPr>
          </a:p>
          <a:p>
            <a:r>
              <a:rPr lang="en-US" sz="2400" dirty="0">
                <a:solidFill>
                  <a:srgbClr val="1D1B10"/>
                </a:solidFill>
              </a:rPr>
              <a:t>Activities are a supplement to parent led learning and social training. Although each family is bound to have slightly different standards of behavior, the Empower Code of Conduct outlines standards that are in keeping with Biblical guidelines on which most of us have agreed and/or are beneficial in a group situation.  </a:t>
            </a:r>
            <a:endParaRPr dirty="0"/>
          </a:p>
        </p:txBody>
      </p:sp>
      <p:pic>
        <p:nvPicPr>
          <p:cNvPr id="3461" name="Google Shape;3461;p66"/>
          <p:cNvPicPr preferRelativeResize="0"/>
          <p:nvPr/>
        </p:nvPicPr>
        <p:blipFill rotWithShape="1">
          <a:blip r:embed="rId3">
            <a:alphaModFix/>
          </a:blip>
          <a:srcRect/>
          <a:stretch/>
        </p:blipFill>
        <p:spPr>
          <a:xfrm>
            <a:off x="1938338" y="1425616"/>
            <a:ext cx="4088566" cy="40885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66"/>
        <p:cNvGrpSpPr/>
        <p:nvPr/>
      </p:nvGrpSpPr>
      <p:grpSpPr>
        <a:xfrm>
          <a:off x="0" y="0"/>
          <a:ext cx="0" cy="0"/>
          <a:chOff x="0" y="0"/>
          <a:chExt cx="0" cy="0"/>
        </a:xfrm>
      </p:grpSpPr>
      <p:grpSp>
        <p:nvGrpSpPr>
          <p:cNvPr id="3473" name="Google Shape;3473;p67"/>
          <p:cNvGrpSpPr/>
          <p:nvPr/>
        </p:nvGrpSpPr>
        <p:grpSpPr>
          <a:xfrm>
            <a:off x="1449389" y="1066801"/>
            <a:ext cx="5318125" cy="5820229"/>
            <a:chOff x="-74612" y="1066800"/>
            <a:chExt cx="5318125" cy="5820229"/>
          </a:xfrm>
        </p:grpSpPr>
        <p:sp>
          <p:nvSpPr>
            <p:cNvPr id="3474" name="Google Shape;3474;p67"/>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75" name="Google Shape;3475;p67"/>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76" name="Google Shape;3476;p67"/>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77" name="Google Shape;3477;p67"/>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78" name="Google Shape;3478;p67"/>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79" name="Google Shape;3479;p67"/>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0" name="Google Shape;3480;p67"/>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1" name="Google Shape;3481;p67"/>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2" name="Google Shape;3482;p67"/>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3" name="Google Shape;3483;p67"/>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4" name="Google Shape;3484;p67"/>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5" name="Google Shape;3485;p67"/>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6" name="Google Shape;3486;p67"/>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7" name="Google Shape;3487;p67"/>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8" name="Google Shape;3488;p67"/>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89" name="Google Shape;3489;p67"/>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0" name="Google Shape;3490;p67"/>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1" name="Google Shape;3491;p67"/>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2" name="Google Shape;3492;p67"/>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3" name="Google Shape;3493;p67"/>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4" name="Google Shape;3494;p67"/>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5" name="Google Shape;3495;p67"/>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6" name="Google Shape;3496;p67"/>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7" name="Google Shape;3497;p67"/>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8" name="Google Shape;3498;p67"/>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499" name="Google Shape;3499;p67"/>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0" name="Google Shape;3500;p67"/>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1" name="Google Shape;3501;p67"/>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2" name="Google Shape;3502;p67"/>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3" name="Google Shape;3503;p67"/>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4" name="Google Shape;3504;p67"/>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5" name="Google Shape;3505;p67"/>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6" name="Google Shape;3506;p67"/>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7" name="Google Shape;3507;p67"/>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8" name="Google Shape;3508;p67"/>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09" name="Google Shape;3509;p67"/>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0" name="Google Shape;3510;p67"/>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1" name="Google Shape;3511;p67"/>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2" name="Google Shape;3512;p67"/>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3" name="Google Shape;3513;p67"/>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4" name="Google Shape;3514;p67"/>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5" name="Google Shape;3515;p67"/>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6" name="Google Shape;3516;p67"/>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17" name="Google Shape;3517;p67"/>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3518" name="Google Shape;3518;p67"/>
          <p:cNvSpPr txBox="1"/>
          <p:nvPr/>
        </p:nvSpPr>
        <p:spPr>
          <a:xfrm>
            <a:off x="6224417" y="1470217"/>
            <a:ext cx="3946526" cy="4154943"/>
          </a:xfrm>
          <a:prstGeom prst="rect">
            <a:avLst/>
          </a:prstGeom>
          <a:noFill/>
          <a:ln>
            <a:noFill/>
          </a:ln>
        </p:spPr>
        <p:txBody>
          <a:bodyPr spcFirstLastPara="1" wrap="square" lIns="91425" tIns="45700" rIns="91425" bIns="45700" anchor="t" anchorCtr="0">
            <a:spAutoFit/>
          </a:bodyPr>
          <a:lstStyle/>
          <a:p>
            <a:endParaRPr sz="2400" dirty="0">
              <a:solidFill>
                <a:srgbClr val="1D1B10"/>
              </a:solidFill>
            </a:endParaRPr>
          </a:p>
          <a:p>
            <a:r>
              <a:rPr lang="en-US" sz="2400" dirty="0">
                <a:solidFill>
                  <a:srgbClr val="1D1B10"/>
                </a:solidFill>
              </a:rPr>
              <a:t>Each person attending an Empower event, whether adult, youth or child, will be expected to abide by the following standard of behavior. We have all agreed to be held to this standard and we are trusting one another to keep that commitment.  </a:t>
            </a:r>
            <a:endParaRPr dirty="0"/>
          </a:p>
        </p:txBody>
      </p:sp>
      <p:pic>
        <p:nvPicPr>
          <p:cNvPr id="3519" name="Google Shape;3519;p67"/>
          <p:cNvPicPr preferRelativeResize="0"/>
          <p:nvPr/>
        </p:nvPicPr>
        <p:blipFill rotWithShape="1">
          <a:blip r:embed="rId3">
            <a:alphaModFix/>
          </a:blip>
          <a:srcRect/>
          <a:stretch/>
        </p:blipFill>
        <p:spPr>
          <a:xfrm>
            <a:off x="1988334" y="1646778"/>
            <a:ext cx="3787794" cy="4886254"/>
          </a:xfrm>
          <a:prstGeom prst="rect">
            <a:avLst/>
          </a:prstGeom>
          <a:noFill/>
          <a:ln>
            <a:noFill/>
          </a:ln>
        </p:spPr>
      </p:pic>
      <p:sp>
        <p:nvSpPr>
          <p:cNvPr id="3520" name="Google Shape;3520;p67"/>
          <p:cNvSpPr/>
          <p:nvPr/>
        </p:nvSpPr>
        <p:spPr>
          <a:xfrm>
            <a:off x="1988335" y="336223"/>
            <a:ext cx="8165317" cy="1077178"/>
          </a:xfrm>
          <a:prstGeom prst="rect">
            <a:avLst/>
          </a:prstGeom>
          <a:noFill/>
          <a:ln>
            <a:noFill/>
          </a:ln>
        </p:spPr>
        <p:txBody>
          <a:bodyPr spcFirstLastPara="1" wrap="square" lIns="91425" tIns="45700" rIns="91425" bIns="45700" anchor="t" anchorCtr="0">
            <a:spAutoFit/>
          </a:bodyPr>
          <a:lstStyle/>
          <a:p>
            <a:pPr algn="ctr"/>
            <a:r>
              <a:rPr lang="en-US" sz="3200" b="1" dirty="0">
                <a:solidFill>
                  <a:srgbClr val="1D1B10"/>
                </a:solidFill>
              </a:rPr>
              <a:t>Know and Enforce the Code of Conduct </a:t>
            </a:r>
            <a:endParaRPr dirty="0"/>
          </a:p>
          <a:p>
            <a:pPr algn="ctr"/>
            <a:r>
              <a:rPr lang="en-US" sz="3200" b="1" dirty="0">
                <a:solidFill>
                  <a:srgbClr val="1D1B10"/>
                </a:solidFill>
              </a:rPr>
              <a:t>Each parent’s responsibility</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25"/>
        <p:cNvGrpSpPr/>
        <p:nvPr/>
      </p:nvGrpSpPr>
      <p:grpSpPr>
        <a:xfrm>
          <a:off x="0" y="0"/>
          <a:ext cx="0" cy="0"/>
          <a:chOff x="0" y="0"/>
          <a:chExt cx="0" cy="0"/>
        </a:xfrm>
      </p:grpSpPr>
      <p:grpSp>
        <p:nvGrpSpPr>
          <p:cNvPr id="3532" name="Google Shape;3532;p68"/>
          <p:cNvGrpSpPr/>
          <p:nvPr/>
        </p:nvGrpSpPr>
        <p:grpSpPr>
          <a:xfrm>
            <a:off x="1449389" y="1066801"/>
            <a:ext cx="5318125" cy="5820229"/>
            <a:chOff x="-74612" y="1066800"/>
            <a:chExt cx="5318125" cy="5820229"/>
          </a:xfrm>
        </p:grpSpPr>
        <p:sp>
          <p:nvSpPr>
            <p:cNvPr id="3533" name="Google Shape;3533;p68"/>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4" name="Google Shape;3534;p68"/>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5" name="Google Shape;3535;p68"/>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6" name="Google Shape;3536;p68"/>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7" name="Google Shape;3537;p68"/>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8" name="Google Shape;3538;p68"/>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39" name="Google Shape;3539;p68"/>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0" name="Google Shape;3540;p68"/>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1" name="Google Shape;3541;p68"/>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2" name="Google Shape;3542;p68"/>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3" name="Google Shape;3543;p68"/>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4" name="Google Shape;3544;p68"/>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5" name="Google Shape;3545;p68"/>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6" name="Google Shape;3546;p68"/>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7" name="Google Shape;3547;p68"/>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8" name="Google Shape;3548;p68"/>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49" name="Google Shape;3549;p68"/>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0" name="Google Shape;3550;p68"/>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1" name="Google Shape;3551;p68"/>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2" name="Google Shape;3552;p68"/>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3" name="Google Shape;3553;p68"/>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4" name="Google Shape;3554;p68"/>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5" name="Google Shape;3555;p68"/>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6" name="Google Shape;3556;p68"/>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7" name="Google Shape;3557;p68"/>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8" name="Google Shape;3558;p68"/>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59" name="Google Shape;3559;p68"/>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0" name="Google Shape;3560;p68"/>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1" name="Google Shape;3561;p68"/>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2" name="Google Shape;3562;p68"/>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3" name="Google Shape;3563;p68"/>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4" name="Google Shape;3564;p68"/>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5" name="Google Shape;3565;p68"/>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6" name="Google Shape;3566;p68"/>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7" name="Google Shape;3567;p68"/>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8" name="Google Shape;3568;p68"/>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69" name="Google Shape;3569;p68"/>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0" name="Google Shape;3570;p68"/>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1" name="Google Shape;3571;p68"/>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2" name="Google Shape;3572;p68"/>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3" name="Google Shape;3573;p68"/>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4" name="Google Shape;3574;p68"/>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5" name="Google Shape;3575;p68"/>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576" name="Google Shape;3576;p68"/>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3577" name="Google Shape;3577;p68"/>
          <p:cNvSpPr txBox="1"/>
          <p:nvPr/>
        </p:nvSpPr>
        <p:spPr>
          <a:xfrm>
            <a:off x="6224417" y="1470217"/>
            <a:ext cx="3946526" cy="4524275"/>
          </a:xfrm>
          <a:prstGeom prst="rect">
            <a:avLst/>
          </a:prstGeom>
          <a:noFill/>
          <a:ln>
            <a:noFill/>
          </a:ln>
        </p:spPr>
        <p:txBody>
          <a:bodyPr spcFirstLastPara="1" wrap="square" lIns="91425" tIns="45700" rIns="91425" bIns="45700" anchor="t" anchorCtr="0">
            <a:spAutoFit/>
          </a:bodyPr>
          <a:lstStyle/>
          <a:p>
            <a:r>
              <a:rPr lang="en-US" sz="2400" dirty="0">
                <a:solidFill>
                  <a:srgbClr val="1D1B10"/>
                </a:solidFill>
              </a:rPr>
              <a:t>It is each parent’s responsibility to be knowledgeable about, and to make their own child(ren) aware of, </a:t>
            </a:r>
            <a:r>
              <a:rPr lang="en-US" sz="2400" dirty="0" err="1">
                <a:solidFill>
                  <a:srgbClr val="1D1B10"/>
                </a:solidFill>
              </a:rPr>
              <a:t>Empower’s</a:t>
            </a:r>
            <a:r>
              <a:rPr lang="en-US" sz="2400" dirty="0">
                <a:solidFill>
                  <a:srgbClr val="1D1B10"/>
                </a:solidFill>
              </a:rPr>
              <a:t> standards of behavior.  Likewise, enforcement of these standards is ultimately the responsibility of the parent(s) of each student.</a:t>
            </a:r>
            <a:endParaRPr dirty="0"/>
          </a:p>
          <a:p>
            <a:endParaRPr sz="2400" dirty="0">
              <a:solidFill>
                <a:srgbClr val="1D1B10"/>
              </a:solidFill>
            </a:endParaRPr>
          </a:p>
        </p:txBody>
      </p:sp>
      <p:pic>
        <p:nvPicPr>
          <p:cNvPr id="3578" name="Google Shape;3578;p68"/>
          <p:cNvPicPr preferRelativeResize="0"/>
          <p:nvPr/>
        </p:nvPicPr>
        <p:blipFill rotWithShape="1">
          <a:blip r:embed="rId3">
            <a:alphaModFix/>
          </a:blip>
          <a:srcRect/>
          <a:stretch/>
        </p:blipFill>
        <p:spPr>
          <a:xfrm>
            <a:off x="1988334" y="1646778"/>
            <a:ext cx="3787794" cy="4886254"/>
          </a:xfrm>
          <a:prstGeom prst="rect">
            <a:avLst/>
          </a:prstGeom>
          <a:noFill/>
          <a:ln>
            <a:noFill/>
          </a:ln>
        </p:spPr>
      </p:pic>
      <p:sp>
        <p:nvSpPr>
          <p:cNvPr id="3" name="Google Shape;3520;p67">
            <a:extLst>
              <a:ext uri="{FF2B5EF4-FFF2-40B4-BE49-F238E27FC236}">
                <a16:creationId xmlns:a16="http://schemas.microsoft.com/office/drawing/2014/main" id="{09EB0756-4766-B063-CDB2-48B2EB1D90EA}"/>
              </a:ext>
            </a:extLst>
          </p:cNvPr>
          <p:cNvSpPr/>
          <p:nvPr/>
        </p:nvSpPr>
        <p:spPr>
          <a:xfrm>
            <a:off x="1988335" y="336223"/>
            <a:ext cx="8165317" cy="1077178"/>
          </a:xfrm>
          <a:prstGeom prst="rect">
            <a:avLst/>
          </a:prstGeom>
          <a:noFill/>
          <a:ln>
            <a:noFill/>
          </a:ln>
        </p:spPr>
        <p:txBody>
          <a:bodyPr spcFirstLastPara="1" wrap="square" lIns="91425" tIns="45700" rIns="91425" bIns="45700" anchor="t" anchorCtr="0">
            <a:spAutoFit/>
          </a:bodyPr>
          <a:lstStyle/>
          <a:p>
            <a:pPr algn="ctr"/>
            <a:r>
              <a:rPr lang="en-US" sz="3200" b="1" dirty="0">
                <a:solidFill>
                  <a:srgbClr val="1D1B10"/>
                </a:solidFill>
              </a:rPr>
              <a:t>Know and Enforce the Code of Conduct </a:t>
            </a:r>
            <a:endParaRPr dirty="0"/>
          </a:p>
          <a:p>
            <a:pPr algn="ctr"/>
            <a:r>
              <a:rPr lang="en-US" sz="3200" b="1" dirty="0">
                <a:solidFill>
                  <a:srgbClr val="1D1B10"/>
                </a:solidFill>
              </a:rPr>
              <a:t>Each parent’s responsibility</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02"/>
        <p:cNvGrpSpPr/>
        <p:nvPr/>
      </p:nvGrpSpPr>
      <p:grpSpPr>
        <a:xfrm>
          <a:off x="0" y="0"/>
          <a:ext cx="0" cy="0"/>
          <a:chOff x="0" y="0"/>
          <a:chExt cx="0" cy="0"/>
        </a:xfrm>
      </p:grpSpPr>
      <p:sp>
        <p:nvSpPr>
          <p:cNvPr id="3754" name="Google Shape;3754;p71"/>
          <p:cNvSpPr txBox="1"/>
          <p:nvPr/>
        </p:nvSpPr>
        <p:spPr>
          <a:xfrm>
            <a:off x="6207125" y="585928"/>
            <a:ext cx="3946526" cy="461665"/>
          </a:xfrm>
          <a:prstGeom prst="rect">
            <a:avLst/>
          </a:prstGeom>
          <a:noFill/>
          <a:ln>
            <a:noFill/>
          </a:ln>
        </p:spPr>
        <p:txBody>
          <a:bodyPr spcFirstLastPara="1" wrap="square" lIns="91425" tIns="45700" rIns="91425" bIns="45700" anchor="t" anchorCtr="0">
            <a:spAutoFit/>
          </a:bodyPr>
          <a:lstStyle/>
          <a:p>
            <a:r>
              <a:rPr lang="en-US" sz="2400">
                <a:solidFill>
                  <a:srgbClr val="1D1B10"/>
                </a:solidFill>
              </a:rPr>
              <a:t> </a:t>
            </a:r>
            <a:endParaRPr/>
          </a:p>
        </p:txBody>
      </p:sp>
      <p:sp>
        <p:nvSpPr>
          <p:cNvPr id="3755" name="Google Shape;3755;p71"/>
          <p:cNvSpPr/>
          <p:nvPr/>
        </p:nvSpPr>
        <p:spPr>
          <a:xfrm>
            <a:off x="2189163" y="336224"/>
            <a:ext cx="7964488" cy="3785611"/>
          </a:xfrm>
          <a:prstGeom prst="rect">
            <a:avLst/>
          </a:prstGeom>
          <a:noFill/>
          <a:ln>
            <a:noFill/>
          </a:ln>
        </p:spPr>
        <p:txBody>
          <a:bodyPr spcFirstLastPara="1" wrap="square" lIns="91425" tIns="45700" rIns="91425" bIns="45700" anchor="t" anchorCtr="0">
            <a:spAutoFit/>
          </a:bodyPr>
          <a:lstStyle/>
          <a:p>
            <a:endParaRPr sz="3200" dirty="0">
              <a:solidFill>
                <a:srgbClr val="1D1B10"/>
              </a:solidFill>
            </a:endParaRPr>
          </a:p>
          <a:p>
            <a:pPr algn="ctr"/>
            <a:r>
              <a:rPr lang="en-US" sz="4800" b="1" dirty="0">
                <a:solidFill>
                  <a:srgbClr val="1D1B10"/>
                </a:solidFill>
              </a:rPr>
              <a:t>Standards of Behavior</a:t>
            </a:r>
            <a:endParaRPr sz="4800" dirty="0">
              <a:solidFill>
                <a:srgbClr val="1D1B10"/>
              </a:solidFill>
            </a:endParaRPr>
          </a:p>
          <a:p>
            <a:r>
              <a:rPr lang="en-US" sz="3200" dirty="0">
                <a:solidFill>
                  <a:srgbClr val="1D1B10"/>
                </a:solidFill>
              </a:rPr>
              <a:t> </a:t>
            </a:r>
            <a:endParaRPr dirty="0"/>
          </a:p>
          <a:p>
            <a:r>
              <a:rPr lang="en-US" sz="3200" i="1" dirty="0">
                <a:solidFill>
                  <a:srgbClr val="1D1B10"/>
                </a:solidFill>
              </a:rPr>
              <a:t>1 Peter 3:8--Finally, all of you be of one mind, having compassion for one another, love as brothers, be tenderhearted, be courteous...</a:t>
            </a:r>
            <a:endParaRPr sz="3200" dirty="0">
              <a:solidFill>
                <a:srgbClr val="1D1B1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0"/>
        <p:cNvGrpSpPr/>
        <p:nvPr/>
      </p:nvGrpSpPr>
      <p:grpSpPr>
        <a:xfrm>
          <a:off x="0" y="0"/>
          <a:ext cx="0" cy="0"/>
          <a:chOff x="0" y="0"/>
          <a:chExt cx="0" cy="0"/>
        </a:xfrm>
      </p:grpSpPr>
      <p:grpSp>
        <p:nvGrpSpPr>
          <p:cNvPr id="3767" name="Google Shape;3767;p72"/>
          <p:cNvGrpSpPr/>
          <p:nvPr/>
        </p:nvGrpSpPr>
        <p:grpSpPr>
          <a:xfrm>
            <a:off x="1449389" y="1066801"/>
            <a:ext cx="5318125" cy="5820229"/>
            <a:chOff x="-74612" y="1066800"/>
            <a:chExt cx="5318125" cy="5820229"/>
          </a:xfrm>
        </p:grpSpPr>
        <p:sp>
          <p:nvSpPr>
            <p:cNvPr id="3768" name="Google Shape;3768;p7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69" name="Google Shape;3769;p7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0" name="Google Shape;3770;p7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1" name="Google Shape;3771;p7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2" name="Google Shape;3772;p7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3" name="Google Shape;3773;p7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4" name="Google Shape;3774;p7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5" name="Google Shape;3775;p7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6" name="Google Shape;3776;p7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7" name="Google Shape;3777;p7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8" name="Google Shape;3778;p7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79" name="Google Shape;3779;p7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0" name="Google Shape;3780;p7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1" name="Google Shape;3781;p7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2" name="Google Shape;3782;p7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3" name="Google Shape;3783;p7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4" name="Google Shape;3784;p7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5" name="Google Shape;3785;p7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6" name="Google Shape;3786;p7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7" name="Google Shape;3787;p7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8" name="Google Shape;3788;p72"/>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89" name="Google Shape;3789;p7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0" name="Google Shape;3790;p7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1" name="Google Shape;3791;p7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2" name="Google Shape;3792;p7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3" name="Google Shape;3793;p7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4" name="Google Shape;3794;p7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5" name="Google Shape;3795;p7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6" name="Google Shape;3796;p7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7" name="Google Shape;3797;p7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8" name="Google Shape;3798;p7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799" name="Google Shape;3799;p7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0" name="Google Shape;3800;p7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1" name="Google Shape;3801;p7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2" name="Google Shape;3802;p7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3" name="Google Shape;3803;p7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4" name="Google Shape;3804;p7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5" name="Google Shape;3805;p7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6" name="Google Shape;3806;p7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7" name="Google Shape;3807;p7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8" name="Google Shape;3808;p7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09" name="Google Shape;3809;p7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10" name="Google Shape;3810;p7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3811" name="Google Shape;3811;p7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3812" name="Google Shape;3812;p72"/>
          <p:cNvSpPr txBox="1"/>
          <p:nvPr/>
        </p:nvSpPr>
        <p:spPr>
          <a:xfrm>
            <a:off x="5883275" y="667901"/>
            <a:ext cx="4661700" cy="3416279"/>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Behavior: </a:t>
            </a: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Refrain from any careless, unkind, foolish, or rude behavior. </a:t>
            </a:r>
            <a:endParaRPr dirty="0"/>
          </a:p>
          <a:p>
            <a:pPr marL="342900" indent="-342900">
              <a:buClr>
                <a:srgbClr val="1D1B10"/>
              </a:buClr>
              <a:buSzPts val="2400"/>
              <a:buFont typeface="Arial"/>
              <a:buChar char="•"/>
            </a:pPr>
            <a:r>
              <a:rPr lang="en-US" sz="2400" dirty="0">
                <a:solidFill>
                  <a:srgbClr val="1D1B10"/>
                </a:solidFill>
              </a:rPr>
              <a:t>Bullying, physical aggression, recklessness, abuse of property, or violent behavior that endangers others will </a:t>
            </a:r>
            <a:r>
              <a:rPr lang="en-US" sz="2400" b="1" dirty="0">
                <a:solidFill>
                  <a:srgbClr val="1D1B10"/>
                </a:solidFill>
              </a:rPr>
              <a:t>NOT</a:t>
            </a:r>
            <a:r>
              <a:rPr lang="en-US" sz="2400" dirty="0">
                <a:solidFill>
                  <a:srgbClr val="1D1B10"/>
                </a:solidFill>
              </a:rPr>
              <a:t> be tolerated. </a:t>
            </a:r>
            <a:endParaRPr dirty="0"/>
          </a:p>
        </p:txBody>
      </p:sp>
      <p:sp>
        <p:nvSpPr>
          <p:cNvPr id="3813" name="Google Shape;3813;p72"/>
          <p:cNvSpPr/>
          <p:nvPr/>
        </p:nvSpPr>
        <p:spPr>
          <a:xfrm>
            <a:off x="1599017" y="903689"/>
            <a:ext cx="7964400" cy="584735"/>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1. Be Kind!</a:t>
            </a:r>
            <a:endParaRPr sz="3200">
              <a:solidFill>
                <a:srgbClr val="1D1B10"/>
              </a:solidFill>
            </a:endParaRPr>
          </a:p>
        </p:txBody>
      </p:sp>
      <p:pic>
        <p:nvPicPr>
          <p:cNvPr id="3814" name="Google Shape;3814;p72"/>
          <p:cNvPicPr preferRelativeResize="0"/>
          <p:nvPr/>
        </p:nvPicPr>
        <p:blipFill rotWithShape="1">
          <a:blip r:embed="rId3">
            <a:alphaModFix/>
          </a:blip>
          <a:srcRect/>
          <a:stretch/>
        </p:blipFill>
        <p:spPr>
          <a:xfrm>
            <a:off x="1835150" y="2597080"/>
            <a:ext cx="4108450" cy="29345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19"/>
        <p:cNvGrpSpPr/>
        <p:nvPr/>
      </p:nvGrpSpPr>
      <p:grpSpPr>
        <a:xfrm>
          <a:off x="0" y="0"/>
          <a:ext cx="0" cy="0"/>
          <a:chOff x="0" y="0"/>
          <a:chExt cx="0" cy="0"/>
        </a:xfrm>
      </p:grpSpPr>
      <p:sp>
        <p:nvSpPr>
          <p:cNvPr id="3871" name="Google Shape;3871;p73"/>
          <p:cNvSpPr txBox="1"/>
          <p:nvPr/>
        </p:nvSpPr>
        <p:spPr>
          <a:xfrm>
            <a:off x="5964681" y="354770"/>
            <a:ext cx="4581300" cy="5632271"/>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Speech</a:t>
            </a:r>
            <a:r>
              <a:rPr lang="en-US" sz="2400" dirty="0">
                <a:solidFill>
                  <a:srgbClr val="1D1B10"/>
                </a:solidFill>
              </a:rPr>
              <a:t>: </a:t>
            </a:r>
            <a:endParaRPr dirty="0"/>
          </a:p>
          <a:p>
            <a:pPr marL="342900" indent="-342900">
              <a:buClr>
                <a:srgbClr val="1D1B10"/>
              </a:buClr>
              <a:buSzPts val="2400"/>
              <a:buFont typeface="Arial"/>
              <a:buChar char="•"/>
            </a:pPr>
            <a:r>
              <a:rPr lang="en-US" sz="2400" dirty="0">
                <a:solidFill>
                  <a:srgbClr val="1D1B10"/>
                </a:solidFill>
              </a:rPr>
              <a:t>Honor others with your speech. </a:t>
            </a:r>
            <a:endParaRPr dirty="0"/>
          </a:p>
          <a:p>
            <a:pPr marL="342900" indent="-342900">
              <a:buClr>
                <a:srgbClr val="1D1B10"/>
              </a:buClr>
              <a:buSzPts val="2400"/>
              <a:buFont typeface="Arial"/>
              <a:buChar char="•"/>
            </a:pPr>
            <a:r>
              <a:rPr lang="en-US" sz="2400" dirty="0">
                <a:solidFill>
                  <a:srgbClr val="1D1B10"/>
                </a:solidFill>
              </a:rPr>
              <a:t>Children and adults alike should refrain from making unnecessary noise or participating in off-topic discussion or activities during classes and assemblies. </a:t>
            </a:r>
            <a:endParaRPr dirty="0"/>
          </a:p>
          <a:p>
            <a:pPr marL="342900" indent="-342900">
              <a:buClr>
                <a:srgbClr val="1D1B10"/>
              </a:buClr>
              <a:buSzPts val="2400"/>
              <a:buFont typeface="Arial"/>
              <a:buChar char="•"/>
            </a:pPr>
            <a:r>
              <a:rPr lang="en-US" sz="2400" dirty="0">
                <a:solidFill>
                  <a:srgbClr val="1D1B10"/>
                </a:solidFill>
              </a:rPr>
              <a:t>Curse words, any use of the Lord’s name in vain, and other offensive speech is unwelcome at Empower.</a:t>
            </a:r>
            <a:endParaRPr dirty="0"/>
          </a:p>
          <a:p>
            <a:pPr marL="342900" indent="-342900">
              <a:buClr>
                <a:srgbClr val="1D1B10"/>
              </a:buClr>
              <a:buSzPts val="2400"/>
              <a:buFont typeface="Arial"/>
              <a:buChar char="•"/>
            </a:pPr>
            <a:r>
              <a:rPr lang="en-US" sz="2400" dirty="0">
                <a:solidFill>
                  <a:srgbClr val="1D1B10"/>
                </a:solidFill>
              </a:rPr>
              <a:t>Lies, gossip, insults, and shaming will not be tolerated.</a:t>
            </a:r>
            <a:endParaRPr dirty="0"/>
          </a:p>
        </p:txBody>
      </p:sp>
      <p:sp>
        <p:nvSpPr>
          <p:cNvPr id="3872" name="Google Shape;3872;p73"/>
          <p:cNvSpPr/>
          <p:nvPr/>
        </p:nvSpPr>
        <p:spPr>
          <a:xfrm>
            <a:off x="1580354" y="903289"/>
            <a:ext cx="7964400" cy="584735"/>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2. Use kind words!</a:t>
            </a:r>
            <a:endParaRPr/>
          </a:p>
        </p:txBody>
      </p:sp>
      <p:pic>
        <p:nvPicPr>
          <p:cNvPr id="3873" name="Google Shape;3873;p73"/>
          <p:cNvPicPr preferRelativeResize="0"/>
          <p:nvPr/>
        </p:nvPicPr>
        <p:blipFill rotWithShape="1">
          <a:blip r:embed="rId3">
            <a:alphaModFix/>
          </a:blip>
          <a:srcRect/>
          <a:stretch/>
        </p:blipFill>
        <p:spPr>
          <a:xfrm>
            <a:off x="1726461" y="2319993"/>
            <a:ext cx="4161925" cy="2919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78"/>
        <p:cNvGrpSpPr/>
        <p:nvPr/>
      </p:nvGrpSpPr>
      <p:grpSpPr>
        <a:xfrm>
          <a:off x="0" y="0"/>
          <a:ext cx="0" cy="0"/>
          <a:chOff x="0" y="0"/>
          <a:chExt cx="0" cy="0"/>
        </a:xfrm>
      </p:grpSpPr>
      <p:sp>
        <p:nvSpPr>
          <p:cNvPr id="3930" name="Google Shape;3930;p74"/>
          <p:cNvSpPr txBox="1"/>
          <p:nvPr/>
        </p:nvSpPr>
        <p:spPr>
          <a:xfrm>
            <a:off x="5560006" y="831875"/>
            <a:ext cx="5020200" cy="52641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Property:</a:t>
            </a:r>
            <a:r>
              <a:rPr lang="en-US" sz="2400" dirty="0">
                <a:solidFill>
                  <a:srgbClr val="1D1B10"/>
                </a:solidFill>
              </a:rPr>
              <a:t> </a:t>
            </a:r>
            <a:endParaRPr dirty="0"/>
          </a:p>
          <a:p>
            <a:pPr marL="342900" indent="-342900">
              <a:buClr>
                <a:srgbClr val="1D1B10"/>
              </a:buClr>
              <a:buSzPts val="2400"/>
              <a:buFont typeface="Arial"/>
              <a:buChar char="•"/>
            </a:pPr>
            <a:r>
              <a:rPr lang="en-US" sz="2400" dirty="0">
                <a:solidFill>
                  <a:srgbClr val="1D1B10"/>
                </a:solidFill>
              </a:rPr>
              <a:t>Show respect for others’ property by using only what you have permission to use.</a:t>
            </a:r>
            <a:endParaRPr dirty="0"/>
          </a:p>
          <a:p>
            <a:pPr marL="342900" indent="-342900">
              <a:buClr>
                <a:srgbClr val="1D1B10"/>
              </a:buClr>
              <a:buSzPts val="2400"/>
              <a:buFont typeface="Arial"/>
              <a:buChar char="•"/>
            </a:pPr>
            <a:r>
              <a:rPr lang="en-US" sz="2400" dirty="0">
                <a:solidFill>
                  <a:srgbClr val="1D1B10"/>
                </a:solidFill>
              </a:rPr>
              <a:t>Keep personal items inappropriate for classroom activities at home or put away.  Any violation of this rule may result in an item being confiscated and held until a parent retrieves it.  A few examples of such items are toys, knives, cell phones, gaming devices, off topic media, etc.</a:t>
            </a:r>
            <a:endParaRPr sz="2400" dirty="0">
              <a:solidFill>
                <a:srgbClr val="1D1B10"/>
              </a:solidFill>
            </a:endParaRPr>
          </a:p>
        </p:txBody>
      </p:sp>
      <p:sp>
        <p:nvSpPr>
          <p:cNvPr id="3931" name="Google Shape;3931;p74"/>
          <p:cNvSpPr/>
          <p:nvPr/>
        </p:nvSpPr>
        <p:spPr>
          <a:xfrm>
            <a:off x="1538288" y="908813"/>
            <a:ext cx="8253900" cy="1077300"/>
          </a:xfrm>
          <a:prstGeom prst="rect">
            <a:avLst/>
          </a:prstGeom>
          <a:noFill/>
          <a:ln>
            <a:noFill/>
          </a:ln>
        </p:spPr>
        <p:txBody>
          <a:bodyPr spcFirstLastPara="1" wrap="square" lIns="91425" tIns="45700" rIns="91425" bIns="45700" anchor="t" anchorCtr="0">
            <a:spAutoFit/>
          </a:bodyPr>
          <a:lstStyle/>
          <a:p>
            <a:r>
              <a:rPr lang="en-US" sz="3200" b="1" dirty="0">
                <a:solidFill>
                  <a:srgbClr val="1D1B10"/>
                </a:solidFill>
              </a:rPr>
              <a:t>3. Respect </a:t>
            </a:r>
          </a:p>
          <a:p>
            <a:pPr marL="458788" indent="-458788"/>
            <a:r>
              <a:rPr lang="en-US" sz="3200" b="1" dirty="0">
                <a:solidFill>
                  <a:srgbClr val="1D1B10"/>
                </a:solidFill>
              </a:rPr>
              <a:t>	others property!</a:t>
            </a:r>
            <a:endParaRPr dirty="0"/>
          </a:p>
        </p:txBody>
      </p:sp>
      <p:pic>
        <p:nvPicPr>
          <p:cNvPr id="3932" name="Google Shape;3932;p74"/>
          <p:cNvPicPr preferRelativeResize="0"/>
          <p:nvPr/>
        </p:nvPicPr>
        <p:blipFill rotWithShape="1">
          <a:blip r:embed="rId3">
            <a:alphaModFix/>
          </a:blip>
          <a:srcRect/>
          <a:stretch/>
        </p:blipFill>
        <p:spPr>
          <a:xfrm>
            <a:off x="1895792" y="2568193"/>
            <a:ext cx="3621668" cy="362166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37"/>
        <p:cNvGrpSpPr/>
        <p:nvPr/>
      </p:nvGrpSpPr>
      <p:grpSpPr>
        <a:xfrm>
          <a:off x="0" y="0"/>
          <a:ext cx="0" cy="0"/>
          <a:chOff x="0" y="0"/>
          <a:chExt cx="0" cy="0"/>
        </a:xfrm>
      </p:grpSpPr>
      <p:sp>
        <p:nvSpPr>
          <p:cNvPr id="3944" name="Google Shape;3944;p75"/>
          <p:cNvSpPr txBox="1"/>
          <p:nvPr/>
        </p:nvSpPr>
        <p:spPr>
          <a:xfrm>
            <a:off x="1948058" y="1872755"/>
            <a:ext cx="4255277" cy="4524275"/>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Property:</a:t>
            </a:r>
            <a:r>
              <a:rPr lang="en-US" sz="2400" dirty="0">
                <a:solidFill>
                  <a:srgbClr val="1D1B10"/>
                </a:solidFill>
              </a:rPr>
              <a:t> </a:t>
            </a:r>
            <a:endParaRPr dirty="0"/>
          </a:p>
          <a:p>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Take care to leave every place in a better condition than you found it. </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Restitution for abuse or neglect of others’ property, including church/office  property, will be the responsibility of the member causing damage.</a:t>
            </a:r>
            <a:endParaRPr dirty="0"/>
          </a:p>
        </p:txBody>
      </p:sp>
      <p:sp>
        <p:nvSpPr>
          <p:cNvPr id="3945" name="Google Shape;3945;p75"/>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4. Care for the building!</a:t>
            </a:r>
            <a:endParaRPr/>
          </a:p>
        </p:txBody>
      </p:sp>
      <p:pic>
        <p:nvPicPr>
          <p:cNvPr id="3946" name="Google Shape;3946;p75"/>
          <p:cNvPicPr preferRelativeResize="0"/>
          <p:nvPr/>
        </p:nvPicPr>
        <p:blipFill rotWithShape="1">
          <a:blip r:embed="rId3">
            <a:alphaModFix/>
          </a:blip>
          <a:srcRect/>
          <a:stretch/>
        </p:blipFill>
        <p:spPr>
          <a:xfrm>
            <a:off x="7045427" y="328015"/>
            <a:ext cx="3343299" cy="545567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51"/>
        <p:cNvGrpSpPr/>
        <p:nvPr/>
      </p:nvGrpSpPr>
      <p:grpSpPr>
        <a:xfrm>
          <a:off x="0" y="0"/>
          <a:ext cx="0" cy="0"/>
          <a:chOff x="0" y="0"/>
          <a:chExt cx="0" cy="0"/>
        </a:xfrm>
      </p:grpSpPr>
      <p:sp>
        <p:nvSpPr>
          <p:cNvPr id="3958" name="Google Shape;3958;p76"/>
          <p:cNvSpPr txBox="1"/>
          <p:nvPr/>
        </p:nvSpPr>
        <p:spPr>
          <a:xfrm>
            <a:off x="2106696" y="1798508"/>
            <a:ext cx="8297696" cy="3046948"/>
          </a:xfrm>
          <a:prstGeom prst="rect">
            <a:avLst/>
          </a:prstGeom>
          <a:noFill/>
          <a:ln>
            <a:noFill/>
          </a:ln>
        </p:spPr>
        <p:txBody>
          <a:bodyPr spcFirstLastPara="1" wrap="square" lIns="91425" tIns="45700" rIns="91425" bIns="45700" anchor="t" anchorCtr="0">
            <a:spAutoFit/>
          </a:bodyPr>
          <a:lstStyle/>
          <a:p>
            <a:endParaRPr sz="2400">
              <a:solidFill>
                <a:srgbClr val="FF0000"/>
              </a:solidFill>
            </a:endParaRPr>
          </a:p>
          <a:p>
            <a:endParaRPr sz="2400">
              <a:solidFill>
                <a:srgbClr val="FF0000"/>
              </a:solidFill>
            </a:endParaRPr>
          </a:p>
          <a:p>
            <a:endParaRPr sz="2400">
              <a:solidFill>
                <a:srgbClr val="FF0000"/>
              </a:solidFill>
            </a:endParaRPr>
          </a:p>
          <a:p>
            <a:endParaRPr sz="2400">
              <a:solidFill>
                <a:srgbClr val="FF0000"/>
              </a:solidFill>
            </a:endParaRPr>
          </a:p>
          <a:p>
            <a:endParaRPr sz="2400">
              <a:solidFill>
                <a:srgbClr val="FF0000"/>
              </a:solidFill>
            </a:endParaRPr>
          </a:p>
          <a:p>
            <a:endParaRPr sz="2400">
              <a:solidFill>
                <a:srgbClr val="FF0000"/>
              </a:solidFill>
            </a:endParaRPr>
          </a:p>
          <a:p>
            <a:r>
              <a:rPr lang="en-US" sz="2400">
                <a:solidFill>
                  <a:srgbClr val="FF0000"/>
                </a:solidFill>
              </a:rPr>
              <a:t>*There will be zero tolerance for the inappropriate use of media.</a:t>
            </a:r>
            <a:endParaRPr/>
          </a:p>
        </p:txBody>
      </p:sp>
      <p:pic>
        <p:nvPicPr>
          <p:cNvPr id="3959" name="Google Shape;3959;p76"/>
          <p:cNvPicPr preferRelativeResize="0"/>
          <p:nvPr/>
        </p:nvPicPr>
        <p:blipFill rotWithShape="1">
          <a:blip r:embed="rId3">
            <a:alphaModFix/>
          </a:blip>
          <a:srcRect/>
          <a:stretch/>
        </p:blipFill>
        <p:spPr>
          <a:xfrm>
            <a:off x="5092438" y="1829156"/>
            <a:ext cx="4992866" cy="1911869"/>
          </a:xfrm>
          <a:prstGeom prst="rect">
            <a:avLst/>
          </a:prstGeom>
          <a:noFill/>
          <a:ln>
            <a:noFill/>
          </a:ln>
        </p:spPr>
      </p:pic>
      <p:sp>
        <p:nvSpPr>
          <p:cNvPr id="3960" name="Google Shape;3960;p76"/>
          <p:cNvSpPr/>
          <p:nvPr/>
        </p:nvSpPr>
        <p:spPr>
          <a:xfrm>
            <a:off x="1522817" y="875195"/>
            <a:ext cx="7964400" cy="584700"/>
          </a:xfrm>
          <a:prstGeom prst="rect">
            <a:avLst/>
          </a:prstGeom>
          <a:noFill/>
          <a:ln>
            <a:noFill/>
          </a:ln>
        </p:spPr>
        <p:txBody>
          <a:bodyPr spcFirstLastPara="1" wrap="square" lIns="91425" tIns="45700" rIns="91425" bIns="45700" anchor="t" anchorCtr="0">
            <a:noAutofit/>
          </a:bodyPr>
          <a:lstStyle/>
          <a:p>
            <a:r>
              <a:rPr lang="en-US" sz="3200" b="1">
                <a:solidFill>
                  <a:srgbClr val="1D1B10"/>
                </a:solidFill>
              </a:rPr>
              <a:t>5. Use screens wisely!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65"/>
        <p:cNvGrpSpPr/>
        <p:nvPr/>
      </p:nvGrpSpPr>
      <p:grpSpPr>
        <a:xfrm>
          <a:off x="0" y="0"/>
          <a:ext cx="0" cy="0"/>
          <a:chOff x="0" y="0"/>
          <a:chExt cx="0" cy="0"/>
        </a:xfrm>
      </p:grpSpPr>
      <p:sp>
        <p:nvSpPr>
          <p:cNvPr id="4017" name="Google Shape;4017;p77"/>
          <p:cNvSpPr txBox="1"/>
          <p:nvPr/>
        </p:nvSpPr>
        <p:spPr>
          <a:xfrm>
            <a:off x="5950525" y="672126"/>
            <a:ext cx="4717500" cy="5632271"/>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endParaRPr>
          </a:p>
          <a:p>
            <a:r>
              <a:rPr lang="en-US" sz="2400" b="1" dirty="0">
                <a:solidFill>
                  <a:srgbClr val="1D1B10"/>
                </a:solidFill>
              </a:rPr>
              <a:t>      Respect</a:t>
            </a:r>
            <a:r>
              <a:rPr lang="en-US" sz="2400" dirty="0">
                <a:solidFill>
                  <a:srgbClr val="1D1B10"/>
                </a:solidFill>
              </a:rPr>
              <a:t>: </a:t>
            </a:r>
            <a:endParaRPr dirty="0"/>
          </a:p>
          <a:p>
            <a:endParaRPr sz="2400" dirty="0">
              <a:solidFill>
                <a:srgbClr val="1D1B10"/>
              </a:solidFill>
            </a:endParaRPr>
          </a:p>
          <a:p>
            <a:pPr marL="800100" lvl="1" indent="-342900">
              <a:buClr>
                <a:srgbClr val="1D1B10"/>
              </a:buClr>
              <a:buSzPts val="2400"/>
              <a:buFont typeface="Arial"/>
              <a:buChar char="•"/>
            </a:pPr>
            <a:r>
              <a:rPr lang="en-US" sz="2400" dirty="0">
                <a:solidFill>
                  <a:srgbClr val="1D1B10"/>
                </a:solidFill>
              </a:rPr>
              <a:t>Children should show respect for adults in speech, manners, behavior and attitude.</a:t>
            </a:r>
            <a:endParaRPr sz="2400" dirty="0">
              <a:solidFill>
                <a:srgbClr val="1D1B10"/>
              </a:solidFill>
            </a:endParaRPr>
          </a:p>
          <a:p>
            <a:pPr marL="800100" lvl="1" indent="-342900">
              <a:buClr>
                <a:srgbClr val="1D1B10"/>
              </a:buClr>
              <a:buSzPts val="2400"/>
              <a:buFont typeface="Arial"/>
              <a:buChar char="•"/>
            </a:pPr>
            <a:r>
              <a:rPr lang="en-US" sz="2400" dirty="0">
                <a:solidFill>
                  <a:srgbClr val="1D1B10"/>
                </a:solidFill>
              </a:rPr>
              <a:t>Parents are encouraged to instruct their children to use “Mr.”, “Mrs.” or “Miss” with first names when addressing adults, including Instructors and Class Assistants.</a:t>
            </a:r>
            <a:endParaRPr dirty="0"/>
          </a:p>
          <a:p>
            <a:pPr marL="457200" lvl="1"/>
            <a:endParaRPr sz="2400" dirty="0">
              <a:solidFill>
                <a:srgbClr val="1D1B10"/>
              </a:solidFill>
            </a:endParaRPr>
          </a:p>
        </p:txBody>
      </p:sp>
      <p:sp>
        <p:nvSpPr>
          <p:cNvPr id="4018" name="Google Shape;4018;p77"/>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6. Show respect!</a:t>
            </a:r>
            <a:endParaRPr sz="3200">
              <a:solidFill>
                <a:srgbClr val="1D1B10"/>
              </a:solidFill>
            </a:endParaRPr>
          </a:p>
        </p:txBody>
      </p:sp>
      <p:pic>
        <p:nvPicPr>
          <p:cNvPr id="4019" name="Google Shape;4019;p77"/>
          <p:cNvPicPr preferRelativeResize="0"/>
          <p:nvPr/>
        </p:nvPicPr>
        <p:blipFill rotWithShape="1">
          <a:blip r:embed="rId3">
            <a:alphaModFix/>
          </a:blip>
          <a:srcRect/>
          <a:stretch/>
        </p:blipFill>
        <p:spPr>
          <a:xfrm>
            <a:off x="2051033" y="2166938"/>
            <a:ext cx="4048125" cy="2762250"/>
          </a:xfrm>
          <a:prstGeom prst="rect">
            <a:avLst/>
          </a:prstGeom>
          <a:noFill/>
          <a:ln w="12700" cap="flat" cmpd="sng">
            <a:solidFill>
              <a:schemeClr val="dk1">
                <a:alpha val="73725"/>
              </a:schemeClr>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4"/>
        <p:cNvGrpSpPr/>
        <p:nvPr/>
      </p:nvGrpSpPr>
      <p:grpSpPr>
        <a:xfrm>
          <a:off x="0" y="0"/>
          <a:ext cx="0" cy="0"/>
          <a:chOff x="0" y="0"/>
          <a:chExt cx="0" cy="0"/>
        </a:xfrm>
      </p:grpSpPr>
      <p:sp>
        <p:nvSpPr>
          <p:cNvPr id="4076" name="Google Shape;4076;p78"/>
          <p:cNvSpPr txBox="1"/>
          <p:nvPr/>
        </p:nvSpPr>
        <p:spPr>
          <a:xfrm>
            <a:off x="5710665" y="612150"/>
            <a:ext cx="4776900" cy="56337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Respect</a:t>
            </a:r>
            <a:r>
              <a:rPr lang="en-US" sz="2400" dirty="0">
                <a:solidFill>
                  <a:srgbClr val="1D1B10"/>
                </a:solidFill>
              </a:rPr>
              <a:t>: </a:t>
            </a:r>
            <a:endParaRPr dirty="0"/>
          </a:p>
          <a:p>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Organized group events are an ideal place for homeschool students to practice group etiquette by raising their hand before speaking, waiting for a turn, and occasionally standing in line. </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Limiting interruptions, looking for opportunities to serve and practicing first time obedience are a few ways our children can show respect.</a:t>
            </a:r>
            <a:endParaRPr sz="2400" dirty="0">
              <a:solidFill>
                <a:srgbClr val="1D1B10"/>
              </a:solidFill>
            </a:endParaRPr>
          </a:p>
        </p:txBody>
      </p:sp>
      <p:sp>
        <p:nvSpPr>
          <p:cNvPr id="4077" name="Google Shape;4077;p78"/>
          <p:cNvSpPr/>
          <p:nvPr/>
        </p:nvSpPr>
        <p:spPr>
          <a:xfrm>
            <a:off x="1522817" y="908813"/>
            <a:ext cx="7964400" cy="1077178"/>
          </a:xfrm>
          <a:prstGeom prst="rect">
            <a:avLst/>
          </a:prstGeom>
          <a:noFill/>
          <a:ln>
            <a:noFill/>
          </a:ln>
        </p:spPr>
        <p:txBody>
          <a:bodyPr spcFirstLastPara="1" wrap="square" lIns="91425" tIns="45700" rIns="91425" bIns="45700" anchor="t" anchorCtr="0">
            <a:spAutoFit/>
          </a:bodyPr>
          <a:lstStyle/>
          <a:p>
            <a:r>
              <a:rPr lang="en-US" sz="3200" b="1" dirty="0">
                <a:solidFill>
                  <a:srgbClr val="1D1B10"/>
                </a:solidFill>
              </a:rPr>
              <a:t>7. Mind </a:t>
            </a:r>
          </a:p>
          <a:p>
            <a:pPr marL="458788" indent="-458788"/>
            <a:r>
              <a:rPr lang="en-US" sz="3200" b="1" dirty="0">
                <a:solidFill>
                  <a:srgbClr val="1D1B10"/>
                </a:solidFill>
              </a:rPr>
              <a:t>	your manners!</a:t>
            </a:r>
            <a:endParaRPr sz="3200" dirty="0">
              <a:solidFill>
                <a:srgbClr val="1D1B10"/>
              </a:solidFill>
            </a:endParaRPr>
          </a:p>
        </p:txBody>
      </p:sp>
      <p:pic>
        <p:nvPicPr>
          <p:cNvPr id="4078" name="Google Shape;4078;p78"/>
          <p:cNvPicPr preferRelativeResize="0"/>
          <p:nvPr/>
        </p:nvPicPr>
        <p:blipFill rotWithShape="1">
          <a:blip r:embed="rId3">
            <a:alphaModFix/>
          </a:blip>
          <a:srcRect/>
          <a:stretch/>
        </p:blipFill>
        <p:spPr>
          <a:xfrm>
            <a:off x="1949511" y="2598277"/>
            <a:ext cx="3761155" cy="29370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83"/>
        <p:cNvGrpSpPr/>
        <p:nvPr/>
      </p:nvGrpSpPr>
      <p:grpSpPr>
        <a:xfrm>
          <a:off x="0" y="0"/>
          <a:ext cx="0" cy="0"/>
          <a:chOff x="0" y="0"/>
          <a:chExt cx="0" cy="0"/>
        </a:xfrm>
      </p:grpSpPr>
      <p:sp>
        <p:nvSpPr>
          <p:cNvPr id="4135" name="Google Shape;4135;p79"/>
          <p:cNvSpPr txBox="1"/>
          <p:nvPr/>
        </p:nvSpPr>
        <p:spPr>
          <a:xfrm>
            <a:off x="6010307" y="620715"/>
            <a:ext cx="4627500" cy="60030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Attentiveness</a:t>
            </a:r>
            <a:r>
              <a:rPr lang="en-US" sz="2400" dirty="0">
                <a:solidFill>
                  <a:srgbClr val="1D1B10"/>
                </a:solidFill>
              </a:rPr>
              <a:t>: </a:t>
            </a:r>
            <a:endParaRPr dirty="0"/>
          </a:p>
          <a:p>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Show your appreciation to Instructors, Class Assistants and guest speakers by being obedient and respectful. </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All in attendance should listen quietly and attentively. The use of common manners will be expected.</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Children should raise their hand before making comments or asking questions.  </a:t>
            </a:r>
            <a:endParaRPr dirty="0"/>
          </a:p>
        </p:txBody>
      </p:sp>
      <p:sp>
        <p:nvSpPr>
          <p:cNvPr id="4136" name="Google Shape;4136;p79"/>
          <p:cNvSpPr/>
          <p:nvPr/>
        </p:nvSpPr>
        <p:spPr>
          <a:xfrm>
            <a:off x="1554193" y="906572"/>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8. Pay attention!</a:t>
            </a:r>
            <a:endParaRPr sz="3200">
              <a:solidFill>
                <a:srgbClr val="1D1B10"/>
              </a:solidFill>
            </a:endParaRPr>
          </a:p>
        </p:txBody>
      </p:sp>
      <p:pic>
        <p:nvPicPr>
          <p:cNvPr id="4137" name="Google Shape;4137;p79"/>
          <p:cNvPicPr preferRelativeResize="0"/>
          <p:nvPr/>
        </p:nvPicPr>
        <p:blipFill rotWithShape="1">
          <a:blip r:embed="rId3">
            <a:alphaModFix/>
          </a:blip>
          <a:srcRect/>
          <a:stretch/>
        </p:blipFill>
        <p:spPr>
          <a:xfrm>
            <a:off x="1810092" y="2589312"/>
            <a:ext cx="4230346" cy="281510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42"/>
        <p:cNvGrpSpPr/>
        <p:nvPr/>
      </p:nvGrpSpPr>
      <p:grpSpPr>
        <a:xfrm>
          <a:off x="0" y="0"/>
          <a:ext cx="0" cy="0"/>
          <a:chOff x="0" y="0"/>
          <a:chExt cx="0" cy="0"/>
        </a:xfrm>
      </p:grpSpPr>
      <p:grpSp>
        <p:nvGrpSpPr>
          <p:cNvPr id="4149" name="Google Shape;4149;p80"/>
          <p:cNvGrpSpPr/>
          <p:nvPr/>
        </p:nvGrpSpPr>
        <p:grpSpPr>
          <a:xfrm>
            <a:off x="1449389" y="1066801"/>
            <a:ext cx="5318125" cy="5820229"/>
            <a:chOff x="-74612" y="1066800"/>
            <a:chExt cx="5318125" cy="5820229"/>
          </a:xfrm>
        </p:grpSpPr>
        <p:sp>
          <p:nvSpPr>
            <p:cNvPr id="4150" name="Google Shape;4150;p80"/>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1" name="Google Shape;4151;p80"/>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2" name="Google Shape;4152;p80"/>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3" name="Google Shape;4153;p80"/>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4" name="Google Shape;4154;p80"/>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5" name="Google Shape;4155;p80"/>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6" name="Google Shape;4156;p80"/>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7" name="Google Shape;4157;p80"/>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8" name="Google Shape;4158;p80"/>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59" name="Google Shape;4159;p80"/>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0" name="Google Shape;4160;p80"/>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1" name="Google Shape;4161;p80"/>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2" name="Google Shape;4162;p80"/>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3" name="Google Shape;4163;p80"/>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4" name="Google Shape;4164;p80"/>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5" name="Google Shape;4165;p80"/>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6" name="Google Shape;4166;p80"/>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7" name="Google Shape;4167;p80"/>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8" name="Google Shape;4168;p80"/>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69" name="Google Shape;4169;p80"/>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0" name="Google Shape;4170;p80"/>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1" name="Google Shape;4171;p80"/>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2" name="Google Shape;4172;p80"/>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3" name="Google Shape;4173;p80"/>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4" name="Google Shape;4174;p80"/>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5" name="Google Shape;4175;p80"/>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6" name="Google Shape;4176;p80"/>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7" name="Google Shape;4177;p80"/>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8" name="Google Shape;4178;p80"/>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79" name="Google Shape;4179;p80"/>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0" name="Google Shape;4180;p80"/>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1" name="Google Shape;4181;p80"/>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2" name="Google Shape;4182;p80"/>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3" name="Google Shape;4183;p80"/>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4" name="Google Shape;4184;p80"/>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5" name="Google Shape;4185;p80"/>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6" name="Google Shape;4186;p80"/>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7" name="Google Shape;4187;p80"/>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8" name="Google Shape;4188;p80"/>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89" name="Google Shape;4189;p80"/>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90" name="Google Shape;4190;p80"/>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91" name="Google Shape;4191;p80"/>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92" name="Google Shape;4192;p80"/>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193" name="Google Shape;4193;p80"/>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4194" name="Google Shape;4194;p80"/>
          <p:cNvSpPr txBox="1"/>
          <p:nvPr/>
        </p:nvSpPr>
        <p:spPr>
          <a:xfrm>
            <a:off x="6527633" y="630862"/>
            <a:ext cx="3946500" cy="4894800"/>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endParaRPr>
          </a:p>
          <a:p>
            <a:r>
              <a:rPr lang="en-US" sz="2400" b="1" dirty="0">
                <a:solidFill>
                  <a:srgbClr val="1D1B10"/>
                </a:solidFill>
              </a:rPr>
              <a:t>Preparation</a:t>
            </a:r>
            <a:r>
              <a:rPr lang="en-US" sz="2400" dirty="0">
                <a:solidFill>
                  <a:srgbClr val="1D1B10"/>
                </a:solidFill>
              </a:rPr>
              <a:t>: </a:t>
            </a:r>
            <a:endParaRPr dirty="0"/>
          </a:p>
          <a:p>
            <a:endParaRPr sz="2400" dirty="0">
              <a:solidFill>
                <a:srgbClr val="1D1B10"/>
              </a:solidFill>
            </a:endParaRPr>
          </a:p>
          <a:p>
            <a:r>
              <a:rPr lang="en-US" sz="2400" dirty="0">
                <a:solidFill>
                  <a:srgbClr val="1D1B10"/>
                </a:solidFill>
              </a:rPr>
              <a:t>Part of showing respect for the Instructor is to come to class prepared.  If preparation is required for the class and the student comes to class unprepared, he/she may have to observe during that portion of the class which required preparation.  </a:t>
            </a:r>
            <a:endParaRPr dirty="0"/>
          </a:p>
        </p:txBody>
      </p:sp>
      <p:sp>
        <p:nvSpPr>
          <p:cNvPr id="4195" name="Google Shape;4195;p80"/>
          <p:cNvSpPr/>
          <p:nvPr/>
        </p:nvSpPr>
        <p:spPr>
          <a:xfrm>
            <a:off x="1522817" y="899848"/>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9.  Be prepared!</a:t>
            </a:r>
            <a:endParaRPr sz="3200">
              <a:solidFill>
                <a:srgbClr val="1D1B10"/>
              </a:solidFill>
            </a:endParaRPr>
          </a:p>
        </p:txBody>
      </p:sp>
      <p:pic>
        <p:nvPicPr>
          <p:cNvPr id="4196" name="Google Shape;4196;p80"/>
          <p:cNvPicPr preferRelativeResize="0"/>
          <p:nvPr/>
        </p:nvPicPr>
        <p:blipFill rotWithShape="1">
          <a:blip r:embed="rId3">
            <a:alphaModFix/>
          </a:blip>
          <a:srcRect/>
          <a:stretch/>
        </p:blipFill>
        <p:spPr>
          <a:xfrm>
            <a:off x="2596212" y="1945352"/>
            <a:ext cx="2908466" cy="437064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01"/>
        <p:cNvGrpSpPr/>
        <p:nvPr/>
      </p:nvGrpSpPr>
      <p:grpSpPr>
        <a:xfrm>
          <a:off x="0" y="0"/>
          <a:ext cx="0" cy="0"/>
          <a:chOff x="0" y="0"/>
          <a:chExt cx="0" cy="0"/>
        </a:xfrm>
      </p:grpSpPr>
      <p:sp>
        <p:nvSpPr>
          <p:cNvPr id="4253" name="Google Shape;4253;p81"/>
          <p:cNvSpPr txBox="1"/>
          <p:nvPr/>
        </p:nvSpPr>
        <p:spPr>
          <a:xfrm>
            <a:off x="6324409" y="326063"/>
            <a:ext cx="4149751" cy="5632311"/>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endParaRPr>
          </a:p>
          <a:p>
            <a:endParaRPr sz="2400" b="1" dirty="0">
              <a:solidFill>
                <a:srgbClr val="1D1B10"/>
              </a:solidFill>
            </a:endParaRPr>
          </a:p>
          <a:p>
            <a:r>
              <a:rPr lang="en-US" sz="2400" b="1" dirty="0">
                <a:solidFill>
                  <a:srgbClr val="1D1B10"/>
                </a:solidFill>
              </a:rPr>
              <a:t>  Being an Example: </a:t>
            </a:r>
            <a:endParaRPr sz="2400" dirty="0">
              <a:solidFill>
                <a:srgbClr val="1D1B10"/>
              </a:solidFill>
            </a:endParaRPr>
          </a:p>
          <a:p>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All members should be mindful that they will be looked to by younger peers for examples of the standard of behavior in each situation. </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Set a good example and offer deference to younger members at all events.</a:t>
            </a:r>
            <a:endParaRPr dirty="0"/>
          </a:p>
          <a:p>
            <a:r>
              <a:rPr lang="en-US" sz="2400" dirty="0">
                <a:solidFill>
                  <a:srgbClr val="1D1B10"/>
                </a:solidFill>
              </a:rPr>
              <a:t> </a:t>
            </a:r>
            <a:endParaRPr dirty="0"/>
          </a:p>
        </p:txBody>
      </p:sp>
      <p:sp>
        <p:nvSpPr>
          <p:cNvPr id="4254" name="Google Shape;4254;p81"/>
          <p:cNvSpPr/>
          <p:nvPr/>
        </p:nvSpPr>
        <p:spPr>
          <a:xfrm>
            <a:off x="1522817" y="928984"/>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10. Set an example!</a:t>
            </a:r>
            <a:endParaRPr sz="3200">
              <a:solidFill>
                <a:srgbClr val="1D1B10"/>
              </a:solidFill>
            </a:endParaRPr>
          </a:p>
        </p:txBody>
      </p:sp>
      <p:pic>
        <p:nvPicPr>
          <p:cNvPr id="4255" name="Google Shape;4255;p81"/>
          <p:cNvPicPr preferRelativeResize="0"/>
          <p:nvPr/>
        </p:nvPicPr>
        <p:blipFill rotWithShape="1">
          <a:blip r:embed="rId3">
            <a:alphaModFix/>
          </a:blip>
          <a:srcRect/>
          <a:stretch/>
        </p:blipFill>
        <p:spPr>
          <a:xfrm>
            <a:off x="1923852" y="2597977"/>
            <a:ext cx="4381897" cy="291595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60"/>
        <p:cNvGrpSpPr/>
        <p:nvPr/>
      </p:nvGrpSpPr>
      <p:grpSpPr>
        <a:xfrm>
          <a:off x="0" y="0"/>
          <a:ext cx="0" cy="0"/>
          <a:chOff x="0" y="0"/>
          <a:chExt cx="0" cy="0"/>
        </a:xfrm>
      </p:grpSpPr>
      <p:grpSp>
        <p:nvGrpSpPr>
          <p:cNvPr id="4267" name="Google Shape;4267;p82"/>
          <p:cNvGrpSpPr/>
          <p:nvPr/>
        </p:nvGrpSpPr>
        <p:grpSpPr>
          <a:xfrm>
            <a:off x="1449389" y="1066801"/>
            <a:ext cx="5318125" cy="5820229"/>
            <a:chOff x="-74612" y="1066800"/>
            <a:chExt cx="5318125" cy="5820229"/>
          </a:xfrm>
        </p:grpSpPr>
        <p:sp>
          <p:nvSpPr>
            <p:cNvPr id="4268" name="Google Shape;4268;p8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69" name="Google Shape;4269;p8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0" name="Google Shape;4270;p8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1" name="Google Shape;4271;p8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2" name="Google Shape;4272;p8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3" name="Google Shape;4273;p8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4" name="Google Shape;4274;p8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5" name="Google Shape;4275;p8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6" name="Google Shape;4276;p8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7" name="Google Shape;4277;p8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8" name="Google Shape;4278;p8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79" name="Google Shape;4279;p8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0" name="Google Shape;4280;p8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1" name="Google Shape;4281;p8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2" name="Google Shape;4282;p8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3" name="Google Shape;4283;p8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4" name="Google Shape;4284;p8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5" name="Google Shape;4285;p8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6" name="Google Shape;4286;p8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7" name="Google Shape;4287;p8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8" name="Google Shape;4288;p82"/>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89" name="Google Shape;4289;p8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0" name="Google Shape;4290;p8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1" name="Google Shape;4291;p8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2" name="Google Shape;4292;p8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3" name="Google Shape;4293;p8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4" name="Google Shape;4294;p8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5" name="Google Shape;4295;p8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6" name="Google Shape;4296;p8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7" name="Google Shape;4297;p8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8" name="Google Shape;4298;p8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299" name="Google Shape;4299;p8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0" name="Google Shape;4300;p8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1" name="Google Shape;4301;p8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2" name="Google Shape;4302;p8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3" name="Google Shape;4303;p8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4" name="Google Shape;4304;p8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5" name="Google Shape;4305;p8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6" name="Google Shape;4306;p8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7" name="Google Shape;4307;p8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8" name="Google Shape;4308;p8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09" name="Google Shape;4309;p8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10" name="Google Shape;4310;p8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311" name="Google Shape;4311;p8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4312" name="Google Shape;4312;p82"/>
          <p:cNvSpPr txBox="1"/>
          <p:nvPr/>
        </p:nvSpPr>
        <p:spPr>
          <a:xfrm>
            <a:off x="1702848" y="1868076"/>
            <a:ext cx="4650300" cy="4154943"/>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Modesty: </a:t>
            </a: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Keep in mind general principles of cleanliness, neatness, and modesty of dress.   </a:t>
            </a:r>
            <a:endParaRPr dirty="0"/>
          </a:p>
          <a:p>
            <a:pPr marL="342900" indent="-342900">
              <a:buClr>
                <a:srgbClr val="1D1B10"/>
              </a:buClr>
              <a:buSzPts val="2400"/>
              <a:buFont typeface="Arial"/>
              <a:buChar char="•"/>
            </a:pPr>
            <a:r>
              <a:rPr lang="en-US" sz="2400" dirty="0">
                <a:solidFill>
                  <a:srgbClr val="1D1B10"/>
                </a:solidFill>
              </a:rPr>
              <a:t>Males and females, from young children to adults, should avoid being a stumbling block to others by being sure that their dress and conduct is always modest. </a:t>
            </a:r>
            <a:endParaRPr dirty="0"/>
          </a:p>
        </p:txBody>
      </p:sp>
      <p:sp>
        <p:nvSpPr>
          <p:cNvPr id="4313" name="Google Shape;4313;p82"/>
          <p:cNvSpPr/>
          <p:nvPr/>
        </p:nvSpPr>
        <p:spPr>
          <a:xfrm>
            <a:off x="1522817" y="886401"/>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11. Dress appropriately!</a:t>
            </a:r>
            <a:endParaRPr sz="3200">
              <a:solidFill>
                <a:srgbClr val="1D1B10"/>
              </a:solidFill>
            </a:endParaRPr>
          </a:p>
        </p:txBody>
      </p:sp>
      <p:pic>
        <p:nvPicPr>
          <p:cNvPr id="4314" name="Google Shape;4314;p82"/>
          <p:cNvPicPr preferRelativeResize="0"/>
          <p:nvPr/>
        </p:nvPicPr>
        <p:blipFill rotWithShape="1">
          <a:blip r:embed="rId3">
            <a:alphaModFix/>
          </a:blip>
          <a:srcRect l="34687"/>
          <a:stretch/>
        </p:blipFill>
        <p:spPr>
          <a:xfrm>
            <a:off x="6448936" y="462276"/>
            <a:ext cx="3981345" cy="406023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19"/>
        <p:cNvGrpSpPr/>
        <p:nvPr/>
      </p:nvGrpSpPr>
      <p:grpSpPr>
        <a:xfrm>
          <a:off x="0" y="0"/>
          <a:ext cx="0" cy="0"/>
          <a:chOff x="0" y="0"/>
          <a:chExt cx="0" cy="0"/>
        </a:xfrm>
      </p:grpSpPr>
      <p:sp>
        <p:nvSpPr>
          <p:cNvPr id="4371" name="Google Shape;4371;p83"/>
          <p:cNvSpPr txBox="1"/>
          <p:nvPr/>
        </p:nvSpPr>
        <p:spPr>
          <a:xfrm>
            <a:off x="5764528" y="486027"/>
            <a:ext cx="4714200" cy="6001603"/>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rPr>
              <a:t>Modesty: </a:t>
            </a: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Clothing should not be tight or revealing. </a:t>
            </a:r>
            <a:endParaRPr dirty="0"/>
          </a:p>
          <a:p>
            <a:pPr marL="342900" indent="-342900">
              <a:buClr>
                <a:srgbClr val="1D1B10"/>
              </a:buClr>
              <a:buSzPts val="2400"/>
              <a:buFont typeface="Arial"/>
              <a:buChar char="•"/>
            </a:pPr>
            <a:r>
              <a:rPr lang="en-US" sz="2400" dirty="0">
                <a:solidFill>
                  <a:srgbClr val="1D1B10"/>
                </a:solidFill>
              </a:rPr>
              <a:t>Neither underwear, nor cleavage, midriffs, upper thighs, or other private areas of the body should be exposed at Empower classes and activities.</a:t>
            </a:r>
            <a:endParaRPr dirty="0"/>
          </a:p>
          <a:p>
            <a:pPr marL="342900" indent="-342900">
              <a:buClr>
                <a:srgbClr val="1D1B10"/>
              </a:buClr>
              <a:buSzPts val="2400"/>
              <a:buFont typeface="Arial"/>
              <a:buChar char="•"/>
            </a:pPr>
            <a:r>
              <a:rPr lang="en-US" sz="2400" dirty="0">
                <a:solidFill>
                  <a:srgbClr val="1D1B10"/>
                </a:solidFill>
              </a:rPr>
              <a:t>Do not expect that an exceptional activity or extreme weather will warrant an exception to our guidelines for modesty. </a:t>
            </a:r>
            <a:endParaRPr dirty="0"/>
          </a:p>
          <a:p>
            <a:pPr marL="342900" indent="-342900">
              <a:buClr>
                <a:srgbClr val="1D1B10"/>
              </a:buClr>
              <a:buSzPts val="2400"/>
              <a:buFont typeface="Arial"/>
              <a:buChar char="•"/>
            </a:pPr>
            <a:r>
              <a:rPr lang="en-US" sz="2400" dirty="0">
                <a:solidFill>
                  <a:srgbClr val="1D1B10"/>
                </a:solidFill>
              </a:rPr>
              <a:t>When in doubt, please err on the side of modesty. </a:t>
            </a:r>
            <a:endParaRPr dirty="0"/>
          </a:p>
        </p:txBody>
      </p:sp>
      <p:sp>
        <p:nvSpPr>
          <p:cNvPr id="4372" name="Google Shape;4372;p83"/>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rPr>
              <a:t>12.  Be modest!</a:t>
            </a:r>
            <a:endParaRPr sz="3200">
              <a:solidFill>
                <a:srgbClr val="1D1B10"/>
              </a:solidFill>
            </a:endParaRPr>
          </a:p>
        </p:txBody>
      </p:sp>
      <p:pic>
        <p:nvPicPr>
          <p:cNvPr id="4373" name="Google Shape;4373;p83"/>
          <p:cNvPicPr preferRelativeResize="0"/>
          <p:nvPr/>
        </p:nvPicPr>
        <p:blipFill rotWithShape="1">
          <a:blip r:embed="rId3">
            <a:alphaModFix/>
          </a:blip>
          <a:srcRect/>
          <a:stretch/>
        </p:blipFill>
        <p:spPr>
          <a:xfrm>
            <a:off x="1822062" y="2692401"/>
            <a:ext cx="3870372" cy="2566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95"/>
        <p:cNvGrpSpPr/>
        <p:nvPr/>
      </p:nvGrpSpPr>
      <p:grpSpPr>
        <a:xfrm>
          <a:off x="0" y="0"/>
          <a:ext cx="0" cy="0"/>
          <a:chOff x="0" y="0"/>
          <a:chExt cx="0" cy="0"/>
        </a:xfrm>
      </p:grpSpPr>
      <p:sp>
        <p:nvSpPr>
          <p:cNvPr id="4547" name="Google Shape;4547;ge7086f4e60_0_401"/>
          <p:cNvSpPr/>
          <p:nvPr/>
        </p:nvSpPr>
        <p:spPr>
          <a:xfrm>
            <a:off x="2011562" y="667882"/>
            <a:ext cx="8123100" cy="7848300"/>
          </a:xfrm>
          <a:prstGeom prst="rect">
            <a:avLst/>
          </a:prstGeom>
          <a:noFill/>
          <a:ln>
            <a:noFill/>
          </a:ln>
        </p:spPr>
        <p:txBody>
          <a:bodyPr spcFirstLastPara="1" wrap="square" lIns="91425" tIns="45700" rIns="91425" bIns="45700" anchor="t" anchorCtr="0">
            <a:noAutofit/>
          </a:bodyPr>
          <a:lstStyle/>
          <a:p>
            <a:pPr algn="ctr"/>
            <a:r>
              <a:rPr lang="en-US" sz="4800" b="1" dirty="0">
                <a:solidFill>
                  <a:srgbClr val="1D1B10"/>
                </a:solidFill>
              </a:rPr>
              <a:t>Electronic Devices </a:t>
            </a:r>
            <a:endParaRPr dirty="0"/>
          </a:p>
          <a:p>
            <a:pPr algn="ctr"/>
            <a:r>
              <a:rPr lang="en-US" sz="4800" b="1" dirty="0">
                <a:solidFill>
                  <a:srgbClr val="1D1B10"/>
                </a:solidFill>
              </a:rPr>
              <a:t>and Internet Access</a:t>
            </a:r>
            <a:endParaRPr sz="4800" dirty="0">
              <a:solidFill>
                <a:srgbClr val="1D1B10"/>
              </a:solidFill>
            </a:endParaRPr>
          </a:p>
          <a:p>
            <a:pPr marL="342900" indent="-342900">
              <a:buClr>
                <a:srgbClr val="1D1B10"/>
              </a:buClr>
              <a:buSzPts val="2400"/>
              <a:buFont typeface="Arial"/>
              <a:buChar char="•"/>
            </a:pPr>
            <a:r>
              <a:rPr lang="en-US" sz="2400" dirty="0">
                <a:solidFill>
                  <a:srgbClr val="1D1B10"/>
                </a:solidFill>
              </a:rPr>
              <a:t>Students should use electronic devices during class time </a:t>
            </a:r>
            <a:r>
              <a:rPr lang="en-US" sz="2400" b="1" dirty="0">
                <a:solidFill>
                  <a:srgbClr val="1D1B10"/>
                </a:solidFill>
              </a:rPr>
              <a:t>ONLY</a:t>
            </a:r>
            <a:r>
              <a:rPr lang="en-US" sz="2400" dirty="0">
                <a:solidFill>
                  <a:srgbClr val="1D1B10"/>
                </a:solidFill>
              </a:rPr>
              <a:t> for class activities as directed by the Instructor.  Students should only access the internet under the direct supervision of their own parent or as directed by an Instructor for the purposes of approved class activities.  </a:t>
            </a:r>
            <a:endParaRPr dirty="0"/>
          </a:p>
          <a:p>
            <a:pPr marL="342900" indent="-190500">
              <a:buClr>
                <a:schemeClr val="lt1"/>
              </a:buClr>
              <a:buSzPts val="2400"/>
            </a:pPr>
            <a:endParaRPr sz="2400" dirty="0">
              <a:solidFill>
                <a:srgbClr val="1D1B10"/>
              </a:solidFill>
            </a:endParaRPr>
          </a:p>
          <a:p>
            <a:pPr marL="342900" indent="-342900">
              <a:buClr>
                <a:srgbClr val="1D1B10"/>
              </a:buClr>
              <a:buSzPts val="2400"/>
              <a:buFont typeface="Arial"/>
              <a:buChar char="•"/>
            </a:pPr>
            <a:r>
              <a:rPr lang="en-US" sz="2400" dirty="0">
                <a:solidFill>
                  <a:srgbClr val="1D1B10"/>
                </a:solidFill>
              </a:rPr>
              <a:t>Students should not share their Internet ready devices with any other student.  </a:t>
            </a:r>
            <a:endParaRPr dirty="0"/>
          </a:p>
          <a:p>
            <a:endParaRPr sz="2400" dirty="0">
              <a:solidFill>
                <a:srgbClr val="1D1B10"/>
              </a:solidFill>
            </a:endParaRPr>
          </a:p>
          <a:p>
            <a:endParaRPr sz="2400" dirty="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52"/>
        <p:cNvGrpSpPr/>
        <p:nvPr/>
      </p:nvGrpSpPr>
      <p:grpSpPr>
        <a:xfrm>
          <a:off x="0" y="0"/>
          <a:ext cx="0" cy="0"/>
          <a:chOff x="0" y="0"/>
          <a:chExt cx="0" cy="0"/>
        </a:xfrm>
      </p:grpSpPr>
      <p:sp>
        <p:nvSpPr>
          <p:cNvPr id="4604" name="Google Shape;4604;ge7086f4e60_0_457"/>
          <p:cNvSpPr/>
          <p:nvPr/>
        </p:nvSpPr>
        <p:spPr>
          <a:xfrm>
            <a:off x="2011562" y="667882"/>
            <a:ext cx="8123100" cy="48936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noAutofit/>
          </a:bodyPr>
          <a:lstStyle/>
          <a:p>
            <a:pPr algn="ctr"/>
            <a:r>
              <a:rPr lang="en-US" sz="4800" b="1" dirty="0">
                <a:solidFill>
                  <a:srgbClr val="1D1B10"/>
                </a:solidFill>
              </a:rPr>
              <a:t>Electronic Devices </a:t>
            </a:r>
            <a:endParaRPr dirty="0"/>
          </a:p>
          <a:p>
            <a:pPr algn="ctr"/>
            <a:r>
              <a:rPr lang="en-US" sz="4800" b="1" dirty="0">
                <a:solidFill>
                  <a:srgbClr val="1D1B10"/>
                </a:solidFill>
              </a:rPr>
              <a:t>and Internet Access</a:t>
            </a:r>
            <a:endParaRPr sz="4800" dirty="0">
              <a:solidFill>
                <a:srgbClr val="1D1B10"/>
              </a:solidFill>
            </a:endParaRPr>
          </a:p>
          <a:p>
            <a:pPr algn="ctr"/>
            <a:r>
              <a:rPr lang="en-US" sz="2400" dirty="0">
                <a:solidFill>
                  <a:srgbClr val="FF0000"/>
                </a:solidFill>
              </a:rPr>
              <a:t>There will be zero-tolerance for inappropriate Internet use, up to, and including dismissal from Empower classes. </a:t>
            </a:r>
            <a:endParaRPr dirty="0"/>
          </a:p>
          <a:p>
            <a:endParaRPr sz="2400" dirty="0">
              <a:solidFill>
                <a:srgbClr val="1D1B10"/>
              </a:solidFill>
            </a:endParaRPr>
          </a:p>
          <a:p>
            <a:r>
              <a:rPr lang="en-US" sz="2400" dirty="0">
                <a:solidFill>
                  <a:srgbClr val="1D1B10"/>
                </a:solidFill>
              </a:rPr>
              <a:t>In the event of a student’s use of an electronic device contrary to guidelines, the student’s parent will be called to campus to address the infraction.  It is the parent’s responsibility to make sure electronic devices are used only in accordance with our policies.</a:t>
            </a:r>
            <a:endParaRPr dirty="0"/>
          </a:p>
          <a:p>
            <a:endParaRPr sz="2400" dirty="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09"/>
        <p:cNvGrpSpPr/>
        <p:nvPr/>
      </p:nvGrpSpPr>
      <p:grpSpPr>
        <a:xfrm>
          <a:off x="0" y="0"/>
          <a:ext cx="0" cy="0"/>
          <a:chOff x="0" y="0"/>
          <a:chExt cx="0" cy="0"/>
        </a:xfrm>
      </p:grpSpPr>
      <p:sp>
        <p:nvSpPr>
          <p:cNvPr id="4616" name="Google Shape;4616;p85"/>
          <p:cNvSpPr txBox="1"/>
          <p:nvPr/>
        </p:nvSpPr>
        <p:spPr>
          <a:xfrm>
            <a:off x="6207125" y="585928"/>
            <a:ext cx="3946526" cy="461665"/>
          </a:xfrm>
          <a:prstGeom prst="rect">
            <a:avLst/>
          </a:prstGeom>
          <a:noFill/>
          <a:ln>
            <a:noFill/>
          </a:ln>
        </p:spPr>
        <p:txBody>
          <a:bodyPr spcFirstLastPara="1" wrap="square" lIns="91425" tIns="45700" rIns="91425" bIns="45700" anchor="t" anchorCtr="0">
            <a:spAutoFit/>
          </a:bodyPr>
          <a:lstStyle/>
          <a:p>
            <a:r>
              <a:rPr lang="en-US" sz="2400">
                <a:solidFill>
                  <a:srgbClr val="1D1B10"/>
                </a:solidFill>
              </a:rPr>
              <a:t> </a:t>
            </a:r>
            <a:endParaRPr/>
          </a:p>
        </p:txBody>
      </p:sp>
      <p:sp>
        <p:nvSpPr>
          <p:cNvPr id="3" name="TextBox 2">
            <a:extLst>
              <a:ext uri="{FF2B5EF4-FFF2-40B4-BE49-F238E27FC236}">
                <a16:creationId xmlns:a16="http://schemas.microsoft.com/office/drawing/2014/main" id="{12FD5026-6B93-8F04-3C60-A9E7F2F535FC}"/>
              </a:ext>
            </a:extLst>
          </p:cNvPr>
          <p:cNvSpPr txBox="1"/>
          <p:nvPr/>
        </p:nvSpPr>
        <p:spPr>
          <a:xfrm>
            <a:off x="1987957" y="1525553"/>
            <a:ext cx="8216087" cy="3477875"/>
          </a:xfrm>
          <a:prstGeom prst="rect">
            <a:avLst/>
          </a:prstGeom>
          <a:noFill/>
        </p:spPr>
        <p:txBody>
          <a:bodyPr wrap="square">
            <a:spAutoFit/>
          </a:bodyPr>
          <a:lstStyle/>
          <a:p>
            <a:pPr algn="ctr"/>
            <a:r>
              <a:rPr lang="en-US" sz="4400" dirty="0">
                <a:solidFill>
                  <a:schemeClr val="dk1"/>
                </a:solidFill>
              </a:rPr>
              <a:t>A copy of these Policies, </a:t>
            </a:r>
            <a:endParaRPr lang="en-US" sz="4400" dirty="0"/>
          </a:p>
          <a:p>
            <a:pPr algn="ctr"/>
            <a:r>
              <a:rPr lang="en-US" sz="4400" dirty="0">
                <a:solidFill>
                  <a:schemeClr val="dk1"/>
                </a:solidFill>
              </a:rPr>
              <a:t>including the Code of Conduct, </a:t>
            </a:r>
            <a:endParaRPr lang="en-US" sz="4400" dirty="0"/>
          </a:p>
          <a:p>
            <a:pPr algn="ctr"/>
            <a:r>
              <a:rPr lang="en-US" sz="4400" dirty="0">
                <a:solidFill>
                  <a:schemeClr val="dk1"/>
                </a:solidFill>
              </a:rPr>
              <a:t>are always available for your review on our website </a:t>
            </a:r>
            <a:r>
              <a:rPr lang="en-US" sz="4400">
                <a:solidFill>
                  <a:schemeClr val="dk1"/>
                </a:solidFill>
              </a:rPr>
              <a:t>EmpowerLearningHub.com</a:t>
            </a:r>
            <a:endParaRPr lang="en-US" sz="4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53"/>
        <p:cNvGrpSpPr/>
        <p:nvPr/>
      </p:nvGrpSpPr>
      <p:grpSpPr>
        <a:xfrm>
          <a:off x="0" y="0"/>
          <a:ext cx="0" cy="0"/>
          <a:chOff x="0" y="0"/>
          <a:chExt cx="0" cy="0"/>
        </a:xfrm>
      </p:grpSpPr>
      <p:grpSp>
        <p:nvGrpSpPr>
          <p:cNvPr id="4860" name="Google Shape;4860;ge9c03f0d46_0_3"/>
          <p:cNvGrpSpPr/>
          <p:nvPr/>
        </p:nvGrpSpPr>
        <p:grpSpPr>
          <a:xfrm>
            <a:off x="1449389" y="1066801"/>
            <a:ext cx="5318125" cy="5820229"/>
            <a:chOff x="-74612" y="1066800"/>
            <a:chExt cx="5318125" cy="5820229"/>
          </a:xfrm>
        </p:grpSpPr>
        <p:sp>
          <p:nvSpPr>
            <p:cNvPr id="4861" name="Google Shape;4861;ge9c03f0d46_0_3"/>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2" name="Google Shape;4862;ge9c03f0d46_0_3"/>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3" name="Google Shape;4863;ge9c03f0d46_0_3"/>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4" name="Google Shape;4864;ge9c03f0d46_0_3"/>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5" name="Google Shape;4865;ge9c03f0d46_0_3"/>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6" name="Google Shape;4866;ge9c03f0d46_0_3"/>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7" name="Google Shape;4867;ge9c03f0d46_0_3"/>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8" name="Google Shape;4868;ge9c03f0d46_0_3"/>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69" name="Google Shape;4869;ge9c03f0d46_0_3"/>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0" name="Google Shape;4870;ge9c03f0d46_0_3"/>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1" name="Google Shape;4871;ge9c03f0d46_0_3"/>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2" name="Google Shape;4872;ge9c03f0d46_0_3"/>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3" name="Google Shape;4873;ge9c03f0d46_0_3"/>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4" name="Google Shape;4874;ge9c03f0d46_0_3"/>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5" name="Google Shape;4875;ge9c03f0d46_0_3"/>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6" name="Google Shape;4876;ge9c03f0d46_0_3"/>
            <p:cNvSpPr/>
            <p:nvPr/>
          </p:nvSpPr>
          <p:spPr>
            <a:xfrm>
              <a:off x="950913" y="2211388"/>
              <a:ext cx="1633537"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7" name="Google Shape;4877;ge9c03f0d46_0_3"/>
            <p:cNvSpPr/>
            <p:nvPr/>
          </p:nvSpPr>
          <p:spPr>
            <a:xfrm>
              <a:off x="808038" y="1484313"/>
              <a:ext cx="488950" cy="763587"/>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8" name="Google Shape;4878;ge9c03f0d46_0_3"/>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79" name="Google Shape;4879;ge9c03f0d46_0_3"/>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0" name="Google Shape;4880;ge9c03f0d46_0_3"/>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1" name="Google Shape;4881;ge9c03f0d46_0_3"/>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2" name="Google Shape;4882;ge9c03f0d46_0_3"/>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3" name="Google Shape;4883;ge9c03f0d46_0_3"/>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4" name="Google Shape;4884;ge9c03f0d46_0_3"/>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5" name="Google Shape;4885;ge9c03f0d46_0_3"/>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6" name="Google Shape;4886;ge9c03f0d46_0_3"/>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7" name="Google Shape;4887;ge9c03f0d46_0_3"/>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8" name="Google Shape;4888;ge9c03f0d46_0_3"/>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89" name="Google Shape;4889;ge9c03f0d46_0_3"/>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0" name="Google Shape;4890;ge9c03f0d46_0_3"/>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1" name="Google Shape;4891;ge9c03f0d46_0_3"/>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2" name="Google Shape;4892;ge9c03f0d46_0_3"/>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3" name="Google Shape;4893;ge9c03f0d46_0_3"/>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4" name="Google Shape;4894;ge9c03f0d46_0_3"/>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5" name="Google Shape;4895;ge9c03f0d46_0_3"/>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6" name="Google Shape;4896;ge9c03f0d46_0_3"/>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7" name="Google Shape;4897;ge9c03f0d46_0_3"/>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8" name="Google Shape;4898;ge9c03f0d46_0_3"/>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899" name="Google Shape;4899;ge9c03f0d46_0_3"/>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0" name="Google Shape;4900;ge9c03f0d46_0_3"/>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1" name="Google Shape;4901;ge9c03f0d46_0_3"/>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2" name="Google Shape;4902;ge9c03f0d46_0_3"/>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3" name="Google Shape;4903;ge9c03f0d46_0_3"/>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sp>
          <p:nvSpPr>
            <p:cNvPr id="4904" name="Google Shape;4904;ge9c03f0d46_0_3"/>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0"/>
              </a:srgbClr>
            </a:solidFill>
            <a:ln>
              <a:noFill/>
            </a:ln>
          </p:spPr>
          <p:txBody>
            <a:bodyPr spcFirstLastPara="1" wrap="square" lIns="91425" tIns="45700" rIns="91425" bIns="45700" anchor="t" anchorCtr="0">
              <a:noAutofit/>
            </a:bodyPr>
            <a:lstStyle/>
            <a:p>
              <a:endParaRPr sz="1800">
                <a:solidFill>
                  <a:schemeClr val="lt1"/>
                </a:solidFill>
              </a:endParaRPr>
            </a:p>
          </p:txBody>
        </p:sp>
      </p:grpSp>
      <p:sp>
        <p:nvSpPr>
          <p:cNvPr id="4905" name="Google Shape;4905;ge9c03f0d46_0_3"/>
          <p:cNvSpPr txBox="1"/>
          <p:nvPr/>
        </p:nvSpPr>
        <p:spPr>
          <a:xfrm>
            <a:off x="6207125" y="585927"/>
            <a:ext cx="3946500" cy="461700"/>
          </a:xfrm>
          <a:prstGeom prst="rect">
            <a:avLst/>
          </a:prstGeom>
          <a:noFill/>
          <a:ln>
            <a:noFill/>
          </a:ln>
        </p:spPr>
        <p:txBody>
          <a:bodyPr spcFirstLastPara="1" wrap="square" lIns="91425" tIns="45700" rIns="91425" bIns="45700" anchor="t" anchorCtr="0">
            <a:spAutoFit/>
          </a:bodyPr>
          <a:lstStyle/>
          <a:p>
            <a:r>
              <a:rPr lang="en-US" sz="2400">
                <a:solidFill>
                  <a:srgbClr val="1D1B10"/>
                </a:solidFill>
              </a:rPr>
              <a:t> </a:t>
            </a:r>
            <a:endParaRPr/>
          </a:p>
        </p:txBody>
      </p:sp>
      <p:sp>
        <p:nvSpPr>
          <p:cNvPr id="4906" name="Google Shape;4906;ge9c03f0d46_0_3"/>
          <p:cNvSpPr/>
          <p:nvPr/>
        </p:nvSpPr>
        <p:spPr>
          <a:xfrm>
            <a:off x="1974850" y="-323185"/>
            <a:ext cx="8362800" cy="7479000"/>
          </a:xfrm>
          <a:prstGeom prst="rect">
            <a:avLst/>
          </a:prstGeom>
          <a:noFill/>
          <a:ln>
            <a:noFill/>
          </a:ln>
        </p:spPr>
        <p:txBody>
          <a:bodyPr spcFirstLastPara="1" wrap="square" lIns="91425" tIns="45700" rIns="91425" bIns="45700" anchor="t" anchorCtr="0">
            <a:noAutofit/>
          </a:bodyPr>
          <a:lstStyle/>
          <a:p>
            <a:endParaRPr sz="3200" dirty="0">
              <a:solidFill>
                <a:srgbClr val="1D1B10"/>
              </a:solidFill>
            </a:endParaRPr>
          </a:p>
          <a:p>
            <a:pPr algn="ctr"/>
            <a:r>
              <a:rPr lang="en-US" sz="4800" b="1" dirty="0">
                <a:solidFill>
                  <a:srgbClr val="1D1B10"/>
                </a:solidFill>
              </a:rPr>
              <a:t>Let’s have a great year </a:t>
            </a:r>
            <a:endParaRPr sz="4800" b="1" dirty="0">
              <a:solidFill>
                <a:srgbClr val="1D1B10"/>
              </a:solidFill>
            </a:endParaRPr>
          </a:p>
          <a:p>
            <a:pPr algn="ctr"/>
            <a:r>
              <a:rPr lang="en-US" sz="4800" b="1" dirty="0">
                <a:solidFill>
                  <a:srgbClr val="1D1B10"/>
                </a:solidFill>
              </a:rPr>
              <a:t>with EMPOWER!</a:t>
            </a:r>
            <a:endParaRPr sz="4800" dirty="0">
              <a:solidFill>
                <a:srgbClr val="1D1B10"/>
              </a:solidFill>
            </a:endParaRPr>
          </a:p>
          <a:p>
            <a:r>
              <a:rPr lang="en-US" sz="3200" dirty="0">
                <a:solidFill>
                  <a:srgbClr val="1D1B10"/>
                </a:solidFill>
              </a:rPr>
              <a:t> </a:t>
            </a:r>
            <a:endParaRPr dirty="0"/>
          </a:p>
          <a:p>
            <a:pPr marL="457200"/>
            <a:endParaRPr dirty="0"/>
          </a:p>
          <a:p>
            <a:endParaRPr sz="3200" dirty="0">
              <a:solidFill>
                <a:srgbClr val="1D1B10"/>
              </a:solidFill>
            </a:endParaRPr>
          </a:p>
        </p:txBody>
      </p:sp>
      <p:pic>
        <p:nvPicPr>
          <p:cNvPr id="4907" name="Google Shape;4907;ge9c03f0d46_0_3"/>
          <p:cNvPicPr preferRelativeResize="0"/>
          <p:nvPr/>
        </p:nvPicPr>
        <p:blipFill>
          <a:blip r:embed="rId3">
            <a:alphaModFix/>
          </a:blip>
          <a:stretch>
            <a:fillRect/>
          </a:stretch>
        </p:blipFill>
        <p:spPr>
          <a:xfrm>
            <a:off x="2844801" y="1653562"/>
            <a:ext cx="6618767" cy="4302739"/>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118578</Words>
  <Application>Microsoft Office PowerPoint</Application>
  <PresentationFormat>Widescreen</PresentationFormat>
  <Paragraphs>6435</Paragraphs>
  <Slides>38</Slides>
  <Notes>38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38</vt:i4>
      </vt:variant>
    </vt:vector>
  </HeadingPairs>
  <TitlesOfParts>
    <vt:vector size="44" baseType="lpstr">
      <vt:lpstr>Arial</vt:lpstr>
      <vt:lpstr>Aptos Display</vt:lpstr>
      <vt:lpstr>Aptos</vt:lpstr>
      <vt:lpstr>Wingdings</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 Herring</cp:lastModifiedBy>
  <cp:revision>1</cp:revision>
  <dcterms:created xsi:type="dcterms:W3CDTF">2016-01-26T15:44:24Z</dcterms:created>
  <dcterms:modified xsi:type="dcterms:W3CDTF">2025-09-02T05:58:04Z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TC020116339991</vt:lpwstr>
  </property>
</Properties>
</file>